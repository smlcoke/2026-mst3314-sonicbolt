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799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0D9"/>
    <a:srgbClr val="EDEDED"/>
    <a:srgbClr val="E7E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5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1060529"/>
            <a:ext cx="8099822" cy="2256061"/>
          </a:xfrm>
        </p:spPr>
        <p:txBody>
          <a:bodyPr anchor="b"/>
          <a:lstStyle>
            <a:lvl1pPr algn="ctr">
              <a:defRPr sz="5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403592"/>
            <a:ext cx="8099822" cy="1564542"/>
          </a:xfrm>
        </p:spPr>
        <p:txBody>
          <a:bodyPr/>
          <a:lstStyle>
            <a:lvl1pPr marL="0" indent="0" algn="ctr">
              <a:buNone/>
              <a:defRPr sz="2126"/>
            </a:lvl1pPr>
            <a:lvl2pPr marL="404988" indent="0" algn="ctr">
              <a:buNone/>
              <a:defRPr sz="1772"/>
            </a:lvl2pPr>
            <a:lvl3pPr marL="809976" indent="0" algn="ctr">
              <a:buNone/>
              <a:defRPr sz="1594"/>
            </a:lvl3pPr>
            <a:lvl4pPr marL="1214963" indent="0" algn="ctr">
              <a:buNone/>
              <a:defRPr sz="1417"/>
            </a:lvl4pPr>
            <a:lvl5pPr marL="1619951" indent="0" algn="ctr">
              <a:buNone/>
              <a:defRPr sz="1417"/>
            </a:lvl5pPr>
            <a:lvl6pPr marL="2024939" indent="0" algn="ctr">
              <a:buNone/>
              <a:defRPr sz="1417"/>
            </a:lvl6pPr>
            <a:lvl7pPr marL="2429927" indent="0" algn="ctr">
              <a:buNone/>
              <a:defRPr sz="1417"/>
            </a:lvl7pPr>
            <a:lvl8pPr marL="2834914" indent="0" algn="ctr">
              <a:buNone/>
              <a:defRPr sz="1417"/>
            </a:lvl8pPr>
            <a:lvl9pPr marL="3239902" indent="0" algn="ctr">
              <a:buNone/>
              <a:defRPr sz="141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87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8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615545"/>
            <a:ext cx="9314796" cy="2695572"/>
          </a:xfrm>
        </p:spPr>
        <p:txBody>
          <a:bodyPr anchor="b"/>
          <a:lstStyle>
            <a:lvl1pPr>
              <a:defRPr sz="5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4336618"/>
            <a:ext cx="9314796" cy="1417538"/>
          </a:xfrm>
        </p:spPr>
        <p:txBody>
          <a:bodyPr/>
          <a:lstStyle>
            <a:lvl1pPr marL="0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1pPr>
            <a:lvl2pPr marL="404988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2pPr>
            <a:lvl3pPr marL="80997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214963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4pPr>
            <a:lvl5pPr marL="1619951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5pPr>
            <a:lvl6pPr marL="2024939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6pPr>
            <a:lvl7pPr marL="242992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7pPr>
            <a:lvl8pPr marL="2834914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8pPr>
            <a:lvl9pPr marL="323990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87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725046"/>
            <a:ext cx="4589899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725046"/>
            <a:ext cx="4589899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10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45010"/>
            <a:ext cx="9314796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588543"/>
            <a:ext cx="4568806" cy="778521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367064"/>
            <a:ext cx="45688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588543"/>
            <a:ext cx="4591306" cy="778521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367064"/>
            <a:ext cx="45913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808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74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17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32012"/>
            <a:ext cx="3483204" cy="1512041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933026"/>
            <a:ext cx="5467380" cy="4605124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6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944052"/>
            <a:ext cx="3483204" cy="360159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09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32012"/>
            <a:ext cx="3483204" cy="1512041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933026"/>
            <a:ext cx="5467380" cy="4605124"/>
          </a:xfrm>
        </p:spPr>
        <p:txBody>
          <a:bodyPr anchor="t"/>
          <a:lstStyle>
            <a:lvl1pPr marL="0" indent="0">
              <a:buNone/>
              <a:defRPr sz="2835"/>
            </a:lvl1pPr>
            <a:lvl2pPr marL="404988" indent="0">
              <a:buNone/>
              <a:defRPr sz="2480"/>
            </a:lvl2pPr>
            <a:lvl3pPr marL="809976" indent="0">
              <a:buNone/>
              <a:defRPr sz="2126"/>
            </a:lvl3pPr>
            <a:lvl4pPr marL="1214963" indent="0">
              <a:buNone/>
              <a:defRPr sz="1772"/>
            </a:lvl4pPr>
            <a:lvl5pPr marL="1619951" indent="0">
              <a:buNone/>
              <a:defRPr sz="1772"/>
            </a:lvl5pPr>
            <a:lvl6pPr marL="2024939" indent="0">
              <a:buNone/>
              <a:defRPr sz="1772"/>
            </a:lvl6pPr>
            <a:lvl7pPr marL="2429927" indent="0">
              <a:buNone/>
              <a:defRPr sz="1772"/>
            </a:lvl7pPr>
            <a:lvl8pPr marL="2834914" indent="0">
              <a:buNone/>
              <a:defRPr sz="1772"/>
            </a:lvl8pPr>
            <a:lvl9pPr marL="3239902" indent="0">
              <a:buNone/>
              <a:defRPr sz="177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944052"/>
            <a:ext cx="3483204" cy="3601598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88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17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45009"/>
            <a:ext cx="2328699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45009"/>
            <a:ext cx="685110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57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45010"/>
            <a:ext cx="9314796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725046"/>
            <a:ext cx="9314796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006163"/>
            <a:ext cx="242994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4AE3C-BF67-4170-9E5D-7E8610BEC61D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006163"/>
            <a:ext cx="364492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006163"/>
            <a:ext cx="242994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9C811-A93A-46AC-97D4-2413E271FC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448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09976" rtl="0" eaLnBrk="1" latinLnBrk="0" hangingPunct="1">
        <a:lnSpc>
          <a:spcPct val="90000"/>
        </a:lnSpc>
        <a:spcBef>
          <a:spcPct val="0"/>
        </a:spcBef>
        <a:buNone/>
        <a:defRPr sz="3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494" indent="-202494" algn="l" defTabSz="809976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07482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12469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417457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445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227433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420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408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96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8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76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63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51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939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927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914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902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B48D970-2FEE-D3AE-A896-0C150FDF907A}"/>
              </a:ext>
            </a:extLst>
          </p:cNvPr>
          <p:cNvSpPr/>
          <p:nvPr/>
        </p:nvSpPr>
        <p:spPr>
          <a:xfrm>
            <a:off x="466250" y="2530610"/>
            <a:ext cx="9663867" cy="3533594"/>
          </a:xfrm>
          <a:prstGeom prst="roundRect">
            <a:avLst>
              <a:gd name="adj" fmla="val 7285"/>
            </a:avLst>
          </a:prstGeom>
          <a:solidFill>
            <a:srgbClr val="00B0F0">
              <a:alpha val="5000"/>
            </a:srgbClr>
          </a:solidFill>
          <a:ln w="158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B297126-67D7-D06A-6798-D85CF92440D3}"/>
              </a:ext>
            </a:extLst>
          </p:cNvPr>
          <p:cNvSpPr/>
          <p:nvPr/>
        </p:nvSpPr>
        <p:spPr>
          <a:xfrm>
            <a:off x="578129" y="2581221"/>
            <a:ext cx="9350281" cy="2381277"/>
          </a:xfrm>
          <a:prstGeom prst="roundRect">
            <a:avLst>
              <a:gd name="adj" fmla="val 12691"/>
            </a:avLst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81BC01C-BE69-1207-0740-2EA30DB657FB}"/>
              </a:ext>
            </a:extLst>
          </p:cNvPr>
          <p:cNvSpPr/>
          <p:nvPr/>
        </p:nvSpPr>
        <p:spPr>
          <a:xfrm>
            <a:off x="1261438" y="5169847"/>
            <a:ext cx="8063203" cy="826050"/>
          </a:xfrm>
          <a:prstGeom prst="roundRect">
            <a:avLst>
              <a:gd name="adj" fmla="val 12691"/>
            </a:avLst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89F7AE-05C7-962C-D9B1-DB7F595BBD36}"/>
              </a:ext>
            </a:extLst>
          </p:cNvPr>
          <p:cNvGrpSpPr/>
          <p:nvPr/>
        </p:nvGrpSpPr>
        <p:grpSpPr>
          <a:xfrm>
            <a:off x="5812414" y="3073735"/>
            <a:ext cx="576580" cy="575945"/>
            <a:chOff x="12812" y="6636"/>
            <a:chExt cx="908" cy="90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159EB38-055D-DF65-E776-6DB05AC1966E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D00D767-D347-92B6-B47B-570FB7277DFA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4F39331-A981-C99E-DC7A-B40AD2DEC8C3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1CEF3C2-B80E-C9B9-001B-C95B99EC784F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72FF830-979D-9FD9-A33D-A53D4A5FABCB}"/>
              </a:ext>
            </a:extLst>
          </p:cNvPr>
          <p:cNvGrpSpPr/>
          <p:nvPr/>
        </p:nvGrpSpPr>
        <p:grpSpPr>
          <a:xfrm>
            <a:off x="5693669" y="3189940"/>
            <a:ext cx="576580" cy="575945"/>
            <a:chOff x="12812" y="6636"/>
            <a:chExt cx="908" cy="90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64AC6BF-365C-896D-CA55-E3676D3B5A35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6653A97-EFC5-3825-72CD-5312B5400019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B8BEF5D-431E-A975-B8C1-677F00558512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A464F74-F464-C48D-913F-566188DC33FE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DFC2574-AB73-7F1C-E050-F369922EDBA3}"/>
              </a:ext>
            </a:extLst>
          </p:cNvPr>
          <p:cNvGrpSpPr/>
          <p:nvPr/>
        </p:nvGrpSpPr>
        <p:grpSpPr>
          <a:xfrm>
            <a:off x="5580004" y="3314400"/>
            <a:ext cx="576580" cy="575945"/>
            <a:chOff x="12812" y="6636"/>
            <a:chExt cx="908" cy="90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F2C995D-BEB2-A46B-24B2-7486D27788AC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DF01E32-E974-D60B-4879-0298B15B96F0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496860E-4EF2-F380-80BE-8ACC1CA7A9FF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34B2BEF-17CE-857C-50B7-ABBF68AAD245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B5C9B329-0199-A4FB-2550-202456EE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2" y="187584"/>
            <a:ext cx="10564606" cy="2214972"/>
          </a:xfrm>
          <a:prstGeom prst="rect">
            <a:avLst/>
          </a:prstGeom>
        </p:spPr>
      </p:pic>
      <p:sp>
        <p:nvSpPr>
          <p:cNvPr id="23" name="立方体 22">
            <a:extLst>
              <a:ext uri="{FF2B5EF4-FFF2-40B4-BE49-F238E27FC236}">
                <a16:creationId xmlns:a16="http://schemas.microsoft.com/office/drawing/2014/main" id="{D459339D-2EE8-FCB4-91B1-AAF1FFFFB77D}"/>
              </a:ext>
            </a:extLst>
          </p:cNvPr>
          <p:cNvSpPr/>
          <p:nvPr/>
        </p:nvSpPr>
        <p:spPr>
          <a:xfrm>
            <a:off x="8291654" y="981223"/>
            <a:ext cx="434225" cy="179704"/>
          </a:xfrm>
          <a:prstGeom prst="cube">
            <a:avLst>
              <a:gd name="adj" fmla="val 42050"/>
            </a:avLst>
          </a:prstGeom>
          <a:solidFill>
            <a:schemeClr val="accent6">
              <a:lumMod val="20000"/>
              <a:lumOff val="80000"/>
            </a:schemeClr>
          </a:solidFill>
          <a:ln w="28575" cmpd="sng"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文本框 14">
            <a:extLst>
              <a:ext uri="{FF2B5EF4-FFF2-40B4-BE49-F238E27FC236}">
                <a16:creationId xmlns:a16="http://schemas.microsoft.com/office/drawing/2014/main" id="{6F4A5E59-B204-3BD0-DEB0-545C6B25EDEF}"/>
              </a:ext>
            </a:extLst>
          </p:cNvPr>
          <p:cNvSpPr txBox="1"/>
          <p:nvPr/>
        </p:nvSpPr>
        <p:spPr>
          <a:xfrm>
            <a:off x="8332507" y="1155795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文本框 15">
            <a:extLst>
              <a:ext uri="{FF2B5EF4-FFF2-40B4-BE49-F238E27FC236}">
                <a16:creationId xmlns:a16="http://schemas.microsoft.com/office/drawing/2014/main" id="{20AE1753-DDFC-40D2-4804-8D687DD510DF}"/>
              </a:ext>
            </a:extLst>
          </p:cNvPr>
          <p:cNvSpPr txBox="1"/>
          <p:nvPr/>
        </p:nvSpPr>
        <p:spPr>
          <a:xfrm>
            <a:off x="8592559" y="1048673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6" name="文本框 19">
            <a:extLst>
              <a:ext uri="{FF2B5EF4-FFF2-40B4-BE49-F238E27FC236}">
                <a16:creationId xmlns:a16="http://schemas.microsoft.com/office/drawing/2014/main" id="{FECC2848-56C1-F99E-B3CD-7DE265D7BBF9}"/>
              </a:ext>
            </a:extLst>
          </p:cNvPr>
          <p:cNvSpPr txBox="1"/>
          <p:nvPr/>
        </p:nvSpPr>
        <p:spPr>
          <a:xfrm>
            <a:off x="8656029" y="880614"/>
            <a:ext cx="235585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BE1885-3886-F939-024E-4EF5585CC3B3}"/>
              </a:ext>
            </a:extLst>
          </p:cNvPr>
          <p:cNvSpPr/>
          <p:nvPr/>
        </p:nvSpPr>
        <p:spPr>
          <a:xfrm>
            <a:off x="9164765" y="3203396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3B6D10A-0AAD-1025-9857-D2770D9AE1D4}"/>
              </a:ext>
            </a:extLst>
          </p:cNvPr>
          <p:cNvCxnSpPr/>
          <p:nvPr/>
        </p:nvCxnSpPr>
        <p:spPr>
          <a:xfrm flipH="1">
            <a:off x="8789185" y="3184693"/>
            <a:ext cx="366395" cy="30670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0E8FEAF-026E-E54C-67DE-3EB32ADCD43C}"/>
              </a:ext>
            </a:extLst>
          </p:cNvPr>
          <p:cNvCxnSpPr/>
          <p:nvPr/>
        </p:nvCxnSpPr>
        <p:spPr>
          <a:xfrm flipH="1" flipV="1">
            <a:off x="9155481" y="3180008"/>
            <a:ext cx="307340" cy="127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947F9FF-9EF0-77C8-3408-4E11E9BC376E}"/>
              </a:ext>
            </a:extLst>
          </p:cNvPr>
          <p:cNvCxnSpPr/>
          <p:nvPr/>
        </p:nvCxnSpPr>
        <p:spPr>
          <a:xfrm>
            <a:off x="9474349" y="3178737"/>
            <a:ext cx="2540" cy="32131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114">
            <a:extLst>
              <a:ext uri="{FF2B5EF4-FFF2-40B4-BE49-F238E27FC236}">
                <a16:creationId xmlns:a16="http://schemas.microsoft.com/office/drawing/2014/main" id="{40E8B4C6-B2EC-694E-E46F-01D6B9BC6EC3}"/>
              </a:ext>
            </a:extLst>
          </p:cNvPr>
          <p:cNvSpPr txBox="1"/>
          <p:nvPr/>
        </p:nvSpPr>
        <p:spPr>
          <a:xfrm>
            <a:off x="9232083" y="3597534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6"/>
                </a:solidFill>
                <a:sym typeface="+mn-ea"/>
              </a:rPr>
              <a:t>4</a:t>
            </a:r>
          </a:p>
        </p:txBody>
      </p:sp>
      <p:sp>
        <p:nvSpPr>
          <p:cNvPr id="32" name="文本框 115">
            <a:extLst>
              <a:ext uri="{FF2B5EF4-FFF2-40B4-BE49-F238E27FC236}">
                <a16:creationId xmlns:a16="http://schemas.microsoft.com/office/drawing/2014/main" id="{304072C9-656D-6DA2-C286-D478D2348CA5}"/>
              </a:ext>
            </a:extLst>
          </p:cNvPr>
          <p:cNvSpPr txBox="1"/>
          <p:nvPr/>
        </p:nvSpPr>
        <p:spPr>
          <a:xfrm>
            <a:off x="8862702" y="3810259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6"/>
                </a:solidFill>
                <a:sym typeface="+mn-ea"/>
              </a:rPr>
              <a:t>1</a:t>
            </a:r>
          </a:p>
        </p:txBody>
      </p:sp>
      <p:sp>
        <p:nvSpPr>
          <p:cNvPr id="33" name="文本框 116">
            <a:extLst>
              <a:ext uri="{FF2B5EF4-FFF2-40B4-BE49-F238E27FC236}">
                <a16:creationId xmlns:a16="http://schemas.microsoft.com/office/drawing/2014/main" id="{71394F2A-1DA6-385D-A01F-835B997A6B41}"/>
              </a:ext>
            </a:extLst>
          </p:cNvPr>
          <p:cNvSpPr txBox="1"/>
          <p:nvPr/>
        </p:nvSpPr>
        <p:spPr>
          <a:xfrm>
            <a:off x="9415132" y="3168651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6"/>
                </a:solidFill>
                <a:sym typeface="+mn-ea"/>
              </a:rPr>
              <a:t>1</a:t>
            </a:r>
          </a:p>
        </p:txBody>
      </p:sp>
      <p:sp>
        <p:nvSpPr>
          <p:cNvPr id="34" name="立方体 33">
            <a:extLst>
              <a:ext uri="{FF2B5EF4-FFF2-40B4-BE49-F238E27FC236}">
                <a16:creationId xmlns:a16="http://schemas.microsoft.com/office/drawing/2014/main" id="{5B2FBBF2-BAD0-8FB5-E1C6-70EBDA4F7358}"/>
              </a:ext>
            </a:extLst>
          </p:cNvPr>
          <p:cNvSpPr/>
          <p:nvPr/>
        </p:nvSpPr>
        <p:spPr>
          <a:xfrm>
            <a:off x="7170052" y="696670"/>
            <a:ext cx="795655" cy="330200"/>
          </a:xfrm>
          <a:prstGeom prst="cube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" name="文本框 118">
            <a:extLst>
              <a:ext uri="{FF2B5EF4-FFF2-40B4-BE49-F238E27FC236}">
                <a16:creationId xmlns:a16="http://schemas.microsoft.com/office/drawing/2014/main" id="{E6060CEB-209F-D779-2A7D-8A309316EA1B}"/>
              </a:ext>
            </a:extLst>
          </p:cNvPr>
          <p:cNvSpPr txBox="1"/>
          <p:nvPr/>
        </p:nvSpPr>
        <p:spPr>
          <a:xfrm>
            <a:off x="7416451" y="96439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6" name="文本框 119">
            <a:extLst>
              <a:ext uri="{FF2B5EF4-FFF2-40B4-BE49-F238E27FC236}">
                <a16:creationId xmlns:a16="http://schemas.microsoft.com/office/drawing/2014/main" id="{9CFF5AAE-B547-0314-3401-EA26C5D08411}"/>
              </a:ext>
            </a:extLst>
          </p:cNvPr>
          <p:cNvSpPr txBox="1"/>
          <p:nvPr/>
        </p:nvSpPr>
        <p:spPr>
          <a:xfrm>
            <a:off x="7815231" y="90787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文本框 120">
            <a:extLst>
              <a:ext uri="{FF2B5EF4-FFF2-40B4-BE49-F238E27FC236}">
                <a16:creationId xmlns:a16="http://schemas.microsoft.com/office/drawing/2014/main" id="{6786732A-1EF8-3E47-653E-0A5EE8F3231A}"/>
              </a:ext>
            </a:extLst>
          </p:cNvPr>
          <p:cNvSpPr txBox="1"/>
          <p:nvPr/>
        </p:nvSpPr>
        <p:spPr>
          <a:xfrm>
            <a:off x="7885716" y="69642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8" name="文本框 132">
            <a:extLst>
              <a:ext uri="{FF2B5EF4-FFF2-40B4-BE49-F238E27FC236}">
                <a16:creationId xmlns:a16="http://schemas.microsoft.com/office/drawing/2014/main" id="{7C76CED9-A241-EAAA-CB19-F90732081B1C}"/>
              </a:ext>
            </a:extLst>
          </p:cNvPr>
          <p:cNvSpPr txBox="1"/>
          <p:nvPr/>
        </p:nvSpPr>
        <p:spPr>
          <a:xfrm>
            <a:off x="7286447" y="3986577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3"/>
                </a:solidFill>
                <a:sym typeface="+mn-ea"/>
              </a:rPr>
              <a:t>2</a:t>
            </a:r>
          </a:p>
        </p:txBody>
      </p:sp>
      <p:sp>
        <p:nvSpPr>
          <p:cNvPr id="39" name="文本框 133">
            <a:extLst>
              <a:ext uri="{FF2B5EF4-FFF2-40B4-BE49-F238E27FC236}">
                <a16:creationId xmlns:a16="http://schemas.microsoft.com/office/drawing/2014/main" id="{F29F5713-0442-42B0-6940-823A6BD68363}"/>
              </a:ext>
            </a:extLst>
          </p:cNvPr>
          <p:cNvSpPr txBox="1"/>
          <p:nvPr/>
        </p:nvSpPr>
        <p:spPr>
          <a:xfrm>
            <a:off x="7885071" y="3756908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3"/>
                </a:solidFill>
                <a:sym typeface="+mn-ea"/>
              </a:rPr>
              <a:t>4</a:t>
            </a:r>
          </a:p>
        </p:txBody>
      </p:sp>
      <p:sp>
        <p:nvSpPr>
          <p:cNvPr id="40" name="文本框 134">
            <a:extLst>
              <a:ext uri="{FF2B5EF4-FFF2-40B4-BE49-F238E27FC236}">
                <a16:creationId xmlns:a16="http://schemas.microsoft.com/office/drawing/2014/main" id="{1612C087-F028-6CA1-520C-7E353B0B739D}"/>
              </a:ext>
            </a:extLst>
          </p:cNvPr>
          <p:cNvSpPr txBox="1"/>
          <p:nvPr/>
        </p:nvSpPr>
        <p:spPr>
          <a:xfrm>
            <a:off x="8073637" y="3166754"/>
            <a:ext cx="279753" cy="290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3"/>
                </a:solidFill>
                <a:sym typeface="+mn-ea"/>
              </a:rPr>
              <a:t>2</a:t>
            </a:r>
          </a:p>
        </p:txBody>
      </p:sp>
      <p:sp>
        <p:nvSpPr>
          <p:cNvPr id="41" name="文本框 146">
            <a:extLst>
              <a:ext uri="{FF2B5EF4-FFF2-40B4-BE49-F238E27FC236}">
                <a16:creationId xmlns:a16="http://schemas.microsoft.com/office/drawing/2014/main" id="{117A2B3C-EAD8-83FE-763E-2323361711A1}"/>
              </a:ext>
            </a:extLst>
          </p:cNvPr>
          <p:cNvSpPr txBox="1"/>
          <p:nvPr/>
        </p:nvSpPr>
        <p:spPr>
          <a:xfrm>
            <a:off x="5614295" y="4014094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00B0F0"/>
                </a:solidFill>
                <a:sym typeface="+mn-ea"/>
              </a:rPr>
              <a:t>2</a:t>
            </a:r>
          </a:p>
        </p:txBody>
      </p:sp>
      <p:sp>
        <p:nvSpPr>
          <p:cNvPr id="42" name="文本框 147">
            <a:extLst>
              <a:ext uri="{FF2B5EF4-FFF2-40B4-BE49-F238E27FC236}">
                <a16:creationId xmlns:a16="http://schemas.microsoft.com/office/drawing/2014/main" id="{03EB1766-1279-FBD2-FE3E-629843EAD718}"/>
              </a:ext>
            </a:extLst>
          </p:cNvPr>
          <p:cNvSpPr txBox="1"/>
          <p:nvPr/>
        </p:nvSpPr>
        <p:spPr>
          <a:xfrm>
            <a:off x="6175521" y="3762558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00B0F0"/>
                </a:solidFill>
                <a:sym typeface="+mn-ea"/>
              </a:rPr>
              <a:t>4</a:t>
            </a:r>
          </a:p>
        </p:txBody>
      </p:sp>
      <p:sp>
        <p:nvSpPr>
          <p:cNvPr id="43" name="文本框 148">
            <a:extLst>
              <a:ext uri="{FF2B5EF4-FFF2-40B4-BE49-F238E27FC236}">
                <a16:creationId xmlns:a16="http://schemas.microsoft.com/office/drawing/2014/main" id="{89C46191-53C6-768F-1F6E-4A493DB2DCC9}"/>
              </a:ext>
            </a:extLst>
          </p:cNvPr>
          <p:cNvSpPr txBox="1"/>
          <p:nvPr/>
        </p:nvSpPr>
        <p:spPr>
          <a:xfrm>
            <a:off x="5161929" y="3593709"/>
            <a:ext cx="38544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00B0F0"/>
                </a:solidFill>
                <a:sym typeface="+mn-ea"/>
              </a:rPr>
              <a:t>2</a:t>
            </a:r>
          </a:p>
        </p:txBody>
      </p:sp>
      <p:sp>
        <p:nvSpPr>
          <p:cNvPr id="44" name="立方体 43">
            <a:extLst>
              <a:ext uri="{FF2B5EF4-FFF2-40B4-BE49-F238E27FC236}">
                <a16:creationId xmlns:a16="http://schemas.microsoft.com/office/drawing/2014/main" id="{FCB03495-33FD-5057-EF35-69F641E78115}"/>
              </a:ext>
            </a:extLst>
          </p:cNvPr>
          <p:cNvSpPr/>
          <p:nvPr/>
        </p:nvSpPr>
        <p:spPr>
          <a:xfrm>
            <a:off x="5241557" y="771601"/>
            <a:ext cx="859155" cy="405765"/>
          </a:xfrm>
          <a:prstGeom prst="cube">
            <a:avLst>
              <a:gd name="adj" fmla="val 19248"/>
            </a:avLst>
          </a:prstGeom>
          <a:solidFill>
            <a:srgbClr val="CFFAFF"/>
          </a:solidFill>
          <a:ln w="28575" cmpd="sng">
            <a:solidFill>
              <a:srgbClr val="00B0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文本框 170">
            <a:extLst>
              <a:ext uri="{FF2B5EF4-FFF2-40B4-BE49-F238E27FC236}">
                <a16:creationId xmlns:a16="http://schemas.microsoft.com/office/drawing/2014/main" id="{2BAC3A93-9377-7FEB-F0D3-FC48F31F7924}"/>
              </a:ext>
            </a:extLst>
          </p:cNvPr>
          <p:cNvSpPr txBox="1"/>
          <p:nvPr/>
        </p:nvSpPr>
        <p:spPr>
          <a:xfrm>
            <a:off x="3537668" y="4147210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7030A0"/>
                </a:solidFill>
                <a:sym typeface="+mn-ea"/>
              </a:rPr>
              <a:t>4</a:t>
            </a:r>
          </a:p>
        </p:txBody>
      </p:sp>
      <p:sp>
        <p:nvSpPr>
          <p:cNvPr id="46" name="文本框 171">
            <a:extLst>
              <a:ext uri="{FF2B5EF4-FFF2-40B4-BE49-F238E27FC236}">
                <a16:creationId xmlns:a16="http://schemas.microsoft.com/office/drawing/2014/main" id="{07AAE6B0-0F1A-A3C1-31D1-20E6B36BAC2B}"/>
              </a:ext>
            </a:extLst>
          </p:cNvPr>
          <p:cNvSpPr txBox="1"/>
          <p:nvPr/>
        </p:nvSpPr>
        <p:spPr>
          <a:xfrm>
            <a:off x="2779468" y="3614620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7030A0"/>
                </a:solidFill>
                <a:sym typeface="+mn-ea"/>
              </a:rPr>
              <a:t>4</a:t>
            </a:r>
          </a:p>
        </p:txBody>
      </p:sp>
      <p:sp>
        <p:nvSpPr>
          <p:cNvPr id="47" name="文本框 172">
            <a:extLst>
              <a:ext uri="{FF2B5EF4-FFF2-40B4-BE49-F238E27FC236}">
                <a16:creationId xmlns:a16="http://schemas.microsoft.com/office/drawing/2014/main" id="{3ECC082F-CBB1-DA49-A393-CF32B799EAE8}"/>
              </a:ext>
            </a:extLst>
          </p:cNvPr>
          <p:cNvSpPr txBox="1"/>
          <p:nvPr/>
        </p:nvSpPr>
        <p:spPr>
          <a:xfrm>
            <a:off x="4397960" y="4113279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7030A0"/>
                </a:solidFill>
                <a:sym typeface="+mn-ea"/>
              </a:rPr>
              <a:t>4</a:t>
            </a:r>
          </a:p>
        </p:txBody>
      </p:sp>
      <p:sp>
        <p:nvSpPr>
          <p:cNvPr id="48" name="立方体 47">
            <a:extLst>
              <a:ext uri="{FF2B5EF4-FFF2-40B4-BE49-F238E27FC236}">
                <a16:creationId xmlns:a16="http://schemas.microsoft.com/office/drawing/2014/main" id="{11275580-CB3F-8807-B8B7-1352C8A2368E}"/>
              </a:ext>
            </a:extLst>
          </p:cNvPr>
          <p:cNvSpPr/>
          <p:nvPr/>
        </p:nvSpPr>
        <p:spPr>
          <a:xfrm>
            <a:off x="2964447" y="731595"/>
            <a:ext cx="950595" cy="445770"/>
          </a:xfrm>
          <a:prstGeom prst="cube">
            <a:avLst>
              <a:gd name="adj" fmla="val 23646"/>
            </a:avLst>
          </a:prstGeom>
          <a:solidFill>
            <a:srgbClr val="E1D9FC"/>
          </a:solidFill>
          <a:ln w="28575" cmpd="sng">
            <a:solidFill>
              <a:srgbClr val="7030A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文本框 175">
            <a:extLst>
              <a:ext uri="{FF2B5EF4-FFF2-40B4-BE49-F238E27FC236}">
                <a16:creationId xmlns:a16="http://schemas.microsoft.com/office/drawing/2014/main" id="{AD02E946-1F2B-6C73-5F30-B09B1406A96E}"/>
              </a:ext>
            </a:extLst>
          </p:cNvPr>
          <p:cNvSpPr txBox="1"/>
          <p:nvPr/>
        </p:nvSpPr>
        <p:spPr>
          <a:xfrm>
            <a:off x="5494306" y="111488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文本框 176">
            <a:extLst>
              <a:ext uri="{FF2B5EF4-FFF2-40B4-BE49-F238E27FC236}">
                <a16:creationId xmlns:a16="http://schemas.microsoft.com/office/drawing/2014/main" id="{163D71A0-0D5B-C907-5DAA-57D6833B4ECB}"/>
              </a:ext>
            </a:extLst>
          </p:cNvPr>
          <p:cNvSpPr txBox="1"/>
          <p:nvPr/>
        </p:nvSpPr>
        <p:spPr>
          <a:xfrm>
            <a:off x="6037231" y="80627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文本框 177">
            <a:extLst>
              <a:ext uri="{FF2B5EF4-FFF2-40B4-BE49-F238E27FC236}">
                <a16:creationId xmlns:a16="http://schemas.microsoft.com/office/drawing/2014/main" id="{D4D78593-6678-9C57-F254-9D236E6437ED}"/>
              </a:ext>
            </a:extLst>
          </p:cNvPr>
          <p:cNvSpPr txBox="1"/>
          <p:nvPr/>
        </p:nvSpPr>
        <p:spPr>
          <a:xfrm>
            <a:off x="5968651" y="104821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2" name="文本框 178">
            <a:extLst>
              <a:ext uri="{FF2B5EF4-FFF2-40B4-BE49-F238E27FC236}">
                <a16:creationId xmlns:a16="http://schemas.microsoft.com/office/drawing/2014/main" id="{76F7446D-BF71-FFE4-47D9-A36F03EAD391}"/>
              </a:ext>
            </a:extLst>
          </p:cNvPr>
          <p:cNvSpPr txBox="1"/>
          <p:nvPr/>
        </p:nvSpPr>
        <p:spPr>
          <a:xfrm>
            <a:off x="3285776" y="112250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3" name="文本框 179">
            <a:extLst>
              <a:ext uri="{FF2B5EF4-FFF2-40B4-BE49-F238E27FC236}">
                <a16:creationId xmlns:a16="http://schemas.microsoft.com/office/drawing/2014/main" id="{971E2AD0-360D-ED5C-0E50-4F52BDE5C152}"/>
              </a:ext>
            </a:extLst>
          </p:cNvPr>
          <p:cNvSpPr txBox="1"/>
          <p:nvPr/>
        </p:nvSpPr>
        <p:spPr>
          <a:xfrm>
            <a:off x="3742976" y="104821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4" name="文本框 180">
            <a:extLst>
              <a:ext uri="{FF2B5EF4-FFF2-40B4-BE49-F238E27FC236}">
                <a16:creationId xmlns:a16="http://schemas.microsoft.com/office/drawing/2014/main" id="{E0010EF1-1A2D-5B44-AC5F-8D4946E6932E}"/>
              </a:ext>
            </a:extLst>
          </p:cNvPr>
          <p:cNvSpPr txBox="1"/>
          <p:nvPr/>
        </p:nvSpPr>
        <p:spPr>
          <a:xfrm>
            <a:off x="3837572" y="739216"/>
            <a:ext cx="304165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5E43596-E1F9-11AB-82ED-639038DD6D69}"/>
              </a:ext>
            </a:extLst>
          </p:cNvPr>
          <p:cNvSpPr/>
          <p:nvPr/>
        </p:nvSpPr>
        <p:spPr>
          <a:xfrm>
            <a:off x="573208" y="658659"/>
            <a:ext cx="1005840" cy="9118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6" name="文本框 182">
            <a:extLst>
              <a:ext uri="{FF2B5EF4-FFF2-40B4-BE49-F238E27FC236}">
                <a16:creationId xmlns:a16="http://schemas.microsoft.com/office/drawing/2014/main" id="{466C9844-8CFD-EC48-562C-82E9A2A917EC}"/>
              </a:ext>
            </a:extLst>
          </p:cNvPr>
          <p:cNvSpPr txBox="1"/>
          <p:nvPr/>
        </p:nvSpPr>
        <p:spPr>
          <a:xfrm>
            <a:off x="840610" y="635615"/>
            <a:ext cx="358775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57" name="文本框 183">
            <a:extLst>
              <a:ext uri="{FF2B5EF4-FFF2-40B4-BE49-F238E27FC236}">
                <a16:creationId xmlns:a16="http://schemas.microsoft.com/office/drawing/2014/main" id="{1A39EF10-31C1-5628-3477-44D67617224B}"/>
              </a:ext>
            </a:extLst>
          </p:cNvPr>
          <p:cNvSpPr txBox="1"/>
          <p:nvPr/>
        </p:nvSpPr>
        <p:spPr>
          <a:xfrm>
            <a:off x="1562221" y="969155"/>
            <a:ext cx="408305" cy="232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24F7E56-7ACB-D9BC-8407-CF0719899BE5}"/>
              </a:ext>
            </a:extLst>
          </p:cNvPr>
          <p:cNvSpPr/>
          <p:nvPr/>
        </p:nvSpPr>
        <p:spPr>
          <a:xfrm>
            <a:off x="9057154" y="3305342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79DC5E3-FBF9-D2D2-3B9D-7629DE81CE2A}"/>
              </a:ext>
            </a:extLst>
          </p:cNvPr>
          <p:cNvSpPr/>
          <p:nvPr/>
        </p:nvSpPr>
        <p:spPr>
          <a:xfrm>
            <a:off x="8938409" y="3408212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8C4F1F0-9BFF-9AE1-560C-ECF506763C46}"/>
              </a:ext>
            </a:extLst>
          </p:cNvPr>
          <p:cNvSpPr/>
          <p:nvPr/>
        </p:nvSpPr>
        <p:spPr>
          <a:xfrm>
            <a:off x="8819029" y="3518067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E3A4383-A4A9-80DC-C091-6798EF8F77C6}"/>
              </a:ext>
            </a:extLst>
          </p:cNvPr>
          <p:cNvSpPr/>
          <p:nvPr/>
        </p:nvSpPr>
        <p:spPr>
          <a:xfrm>
            <a:off x="8789041" y="3491582"/>
            <a:ext cx="342900" cy="342265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6B4045C-2A3E-96F8-D763-450D913C6A12}"/>
              </a:ext>
            </a:extLst>
          </p:cNvPr>
          <p:cNvCxnSpPr/>
          <p:nvPr/>
        </p:nvCxnSpPr>
        <p:spPr>
          <a:xfrm flipH="1">
            <a:off x="9140975" y="3499018"/>
            <a:ext cx="335915" cy="33464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7A7A2B02-7EA6-5136-9591-B04CCF47412C}"/>
              </a:ext>
            </a:extLst>
          </p:cNvPr>
          <p:cNvCxnSpPr/>
          <p:nvPr/>
        </p:nvCxnSpPr>
        <p:spPr>
          <a:xfrm flipH="1">
            <a:off x="9127004" y="3183423"/>
            <a:ext cx="340360" cy="31559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D976F90-9B30-373A-B0BE-20AFDC4B61A5}"/>
              </a:ext>
            </a:extLst>
          </p:cNvPr>
          <p:cNvGrpSpPr/>
          <p:nvPr/>
        </p:nvGrpSpPr>
        <p:grpSpPr>
          <a:xfrm>
            <a:off x="7492821" y="3075564"/>
            <a:ext cx="576580" cy="576580"/>
            <a:chOff x="16312" y="7301"/>
            <a:chExt cx="908" cy="908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0BD290F-8165-FF0E-7CD7-1C0F993335B2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36AC8E0-9736-0C7C-55BA-8DD08845D0AC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9E54D8C-931F-2FE3-BF20-43ED89E6096E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6050317-8E5B-0ECF-9FC6-168A4DBE5932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46EE6EE-8E35-4834-E059-5BD8E85DCBCF}"/>
              </a:ext>
            </a:extLst>
          </p:cNvPr>
          <p:cNvGrpSpPr/>
          <p:nvPr/>
        </p:nvGrpSpPr>
        <p:grpSpPr>
          <a:xfrm>
            <a:off x="7371536" y="3182244"/>
            <a:ext cx="576580" cy="576580"/>
            <a:chOff x="16312" y="7301"/>
            <a:chExt cx="908" cy="908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C04C1B0-ED25-E00C-86A4-C0DE74368DFD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C8698B67-1F36-96AF-9EC8-92E673BB3A89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3C31304-BAE5-EEDA-08F9-982E1B370F9B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A3940C-5B91-AD0A-B1BB-16DDEB05E1A4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4776674-72D5-7B78-0415-2F5955F2E24D}"/>
              </a:ext>
            </a:extLst>
          </p:cNvPr>
          <p:cNvGrpSpPr/>
          <p:nvPr/>
        </p:nvGrpSpPr>
        <p:grpSpPr>
          <a:xfrm>
            <a:off x="7252156" y="3296544"/>
            <a:ext cx="576580" cy="576580"/>
            <a:chOff x="16312" y="7301"/>
            <a:chExt cx="908" cy="90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90D14939-1A6F-0D3E-63FD-2FE062255283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FA657ACC-04FB-C2B0-5A70-57AF5A7718B4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2FA33B63-44B8-6787-3391-B5AFB88B71AF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B68B1AA-BB1D-F1C4-9E4F-2EC3F98808FA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03D9655F-D2C5-CDFD-AF1C-5B44BFE4DBF1}"/>
              </a:ext>
            </a:extLst>
          </p:cNvPr>
          <p:cNvGrpSpPr/>
          <p:nvPr/>
        </p:nvGrpSpPr>
        <p:grpSpPr>
          <a:xfrm>
            <a:off x="7136586" y="3427354"/>
            <a:ext cx="576580" cy="576580"/>
            <a:chOff x="16312" y="7301"/>
            <a:chExt cx="908" cy="908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F7805C8-514E-0F97-4FD2-8B627C9550FA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85FE0480-87E2-A06F-A401-675C1866F75F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5ACB10E6-9354-5037-E9AA-13ADFCCA94C3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031390E-33F7-B98C-F676-91FB55D7DB83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4" name="矩形 83">
            <a:extLst>
              <a:ext uri="{FF2B5EF4-FFF2-40B4-BE49-F238E27FC236}">
                <a16:creationId xmlns:a16="http://schemas.microsoft.com/office/drawing/2014/main" id="{0CB3F3B0-1E41-94FB-E351-D7A8F9313D85}"/>
              </a:ext>
            </a:extLst>
          </p:cNvPr>
          <p:cNvSpPr/>
          <p:nvPr/>
        </p:nvSpPr>
        <p:spPr>
          <a:xfrm>
            <a:off x="7102296" y="3399414"/>
            <a:ext cx="645160" cy="640080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B54EDA0-A7D3-6797-5CB7-A1CC6B3AFCEF}"/>
              </a:ext>
            </a:extLst>
          </p:cNvPr>
          <p:cNvCxnSpPr/>
          <p:nvPr/>
        </p:nvCxnSpPr>
        <p:spPr>
          <a:xfrm flipH="1">
            <a:off x="7094184" y="3063950"/>
            <a:ext cx="382270" cy="33528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B5BF1617-FA88-79AA-D574-592285AAFEC7}"/>
              </a:ext>
            </a:extLst>
          </p:cNvPr>
          <p:cNvCxnSpPr/>
          <p:nvPr/>
        </p:nvCxnSpPr>
        <p:spPr>
          <a:xfrm flipH="1" flipV="1">
            <a:off x="7476356" y="3043391"/>
            <a:ext cx="612000" cy="127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A7A931D8-F5A3-9F3C-FC03-EB2D4200CCDB}"/>
              </a:ext>
            </a:extLst>
          </p:cNvPr>
          <p:cNvCxnSpPr/>
          <p:nvPr/>
        </p:nvCxnSpPr>
        <p:spPr>
          <a:xfrm>
            <a:off x="8098119" y="3042120"/>
            <a:ext cx="2540" cy="61200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D6CB60F7-4299-A20E-5FDB-820FF0AC09F0}"/>
              </a:ext>
            </a:extLst>
          </p:cNvPr>
          <p:cNvCxnSpPr/>
          <p:nvPr/>
        </p:nvCxnSpPr>
        <p:spPr>
          <a:xfrm flipH="1">
            <a:off x="7747599" y="3062046"/>
            <a:ext cx="337820" cy="33718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6FEF57D-91D9-782D-3934-9C1994B3D285}"/>
              </a:ext>
            </a:extLst>
          </p:cNvPr>
          <p:cNvCxnSpPr/>
          <p:nvPr/>
        </p:nvCxnSpPr>
        <p:spPr>
          <a:xfrm flipH="1">
            <a:off x="7747599" y="3634815"/>
            <a:ext cx="365760" cy="41656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04221B32-3FDF-9110-1873-4836A870C41D}"/>
              </a:ext>
            </a:extLst>
          </p:cNvPr>
          <p:cNvGrpSpPr/>
          <p:nvPr/>
        </p:nvGrpSpPr>
        <p:grpSpPr>
          <a:xfrm>
            <a:off x="5455544" y="3431875"/>
            <a:ext cx="576580" cy="575945"/>
            <a:chOff x="12812" y="6636"/>
            <a:chExt cx="908" cy="907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3D7D5431-4EA3-EEED-840E-1CB6E1FA2834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2C507AB0-D339-F2D2-D964-FC7F40AE9F92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75DDBA3B-A80A-4674-5B0B-33166CFAE5FC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6AA5B176-7E58-9C52-551F-BAB7142A660F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5" name="矩形 94">
            <a:extLst>
              <a:ext uri="{FF2B5EF4-FFF2-40B4-BE49-F238E27FC236}">
                <a16:creationId xmlns:a16="http://schemas.microsoft.com/office/drawing/2014/main" id="{8E35D19B-E527-85FC-39DE-CB71276BCF36}"/>
              </a:ext>
            </a:extLst>
          </p:cNvPr>
          <p:cNvSpPr/>
          <p:nvPr/>
        </p:nvSpPr>
        <p:spPr>
          <a:xfrm>
            <a:off x="5416809" y="3399414"/>
            <a:ext cx="645160" cy="640080"/>
          </a:xfrm>
          <a:prstGeom prst="rect">
            <a:avLst/>
          </a:prstGeom>
          <a:solidFill>
            <a:srgbClr val="00B0F0">
              <a:alpha val="10000"/>
            </a:srgb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3A8DB169-8093-8ED6-BB18-B1AA8D6B3661}"/>
              </a:ext>
            </a:extLst>
          </p:cNvPr>
          <p:cNvCxnSpPr/>
          <p:nvPr/>
        </p:nvCxnSpPr>
        <p:spPr>
          <a:xfrm flipH="1">
            <a:off x="5408697" y="3063950"/>
            <a:ext cx="382270" cy="33528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89A391E2-6E85-9FE8-EDAC-883930F74AF0}"/>
              </a:ext>
            </a:extLst>
          </p:cNvPr>
          <p:cNvCxnSpPr/>
          <p:nvPr/>
        </p:nvCxnSpPr>
        <p:spPr>
          <a:xfrm flipH="1" flipV="1">
            <a:off x="5790869" y="3043391"/>
            <a:ext cx="612000" cy="127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A71FE81-3991-7DA3-199C-6F50D5B2861D}"/>
              </a:ext>
            </a:extLst>
          </p:cNvPr>
          <p:cNvCxnSpPr/>
          <p:nvPr/>
        </p:nvCxnSpPr>
        <p:spPr>
          <a:xfrm>
            <a:off x="6412632" y="3042120"/>
            <a:ext cx="2540" cy="61200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0171E7ED-26B9-0271-5186-9B5F6C41AE97}"/>
              </a:ext>
            </a:extLst>
          </p:cNvPr>
          <p:cNvCxnSpPr/>
          <p:nvPr/>
        </p:nvCxnSpPr>
        <p:spPr>
          <a:xfrm flipH="1">
            <a:off x="6062112" y="3062046"/>
            <a:ext cx="337820" cy="33718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95ABA5F7-7C41-8AA6-2872-D689630BEC45}"/>
              </a:ext>
            </a:extLst>
          </p:cNvPr>
          <p:cNvCxnSpPr/>
          <p:nvPr/>
        </p:nvCxnSpPr>
        <p:spPr>
          <a:xfrm flipH="1">
            <a:off x="6062112" y="3634815"/>
            <a:ext cx="365760" cy="41656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E0F5E0DC-B949-A944-2DAE-5064BC210EF2}"/>
              </a:ext>
            </a:extLst>
          </p:cNvPr>
          <p:cNvGrpSpPr/>
          <p:nvPr/>
        </p:nvGrpSpPr>
        <p:grpSpPr>
          <a:xfrm>
            <a:off x="3461314" y="2861695"/>
            <a:ext cx="1153160" cy="1148715"/>
            <a:chOff x="7663" y="4384"/>
            <a:chExt cx="1816" cy="1809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10665A78-7B48-CB93-DF97-FD2AAC2A74A6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885948B2-8627-0A1E-5F7D-9724A3B766D6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1A93878-EB10-B16B-A97C-055D2D1BCB84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05C004EB-9C48-2974-F1EE-3860472535BF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5B0C2BA-8E3D-881C-ABE7-135317620CBD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64D52C95-0E0A-12AE-2173-1EC48DFEBA26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BCD86B8C-7F47-9876-207B-62D006DD151C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6696942F-ED95-CC71-4734-75D969CA74FA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AEB68E6E-0E89-EAD0-488D-A709218BFF64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A92589BC-D5D7-DB9F-5759-6A302F5D2931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878CD175-FB5C-D445-4867-117F2003AC77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6004353-050A-D676-8076-A95981231CF1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9BE1110-3753-886E-BDA3-B29E4B760945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1ED3A530-722E-B40A-C93C-C197C9B86441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BB9E1C05-6238-0158-9AB3-0DEB5FA47572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77923D76-C8B0-0410-6370-74510EA1BEA9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BF0BB52B-06BB-12C1-E89D-039629ECD691}"/>
              </a:ext>
            </a:extLst>
          </p:cNvPr>
          <p:cNvGrpSpPr/>
          <p:nvPr/>
        </p:nvGrpSpPr>
        <p:grpSpPr>
          <a:xfrm>
            <a:off x="3334314" y="2981075"/>
            <a:ext cx="1153160" cy="1148715"/>
            <a:chOff x="7663" y="4384"/>
            <a:chExt cx="1816" cy="1809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3B5BD700-470D-03B5-640F-28AB3355AB2B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4D9608B6-A129-24F6-E73C-3961FD23BDCD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964D0E77-D881-631A-55CA-2EACB36370F9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0BCD8AE5-B9D3-015D-45D6-02F23CF8FF82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E32C30FD-28AD-264A-3623-03775C4450B7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53B77313-CB0B-73D1-100A-A958C5B8F045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759542A3-36DE-6E5E-D320-E084132D3C8B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B06A2F39-44AB-3105-D034-F30B48F80108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DDDF5CFE-F4BC-421A-363F-ED4D9A28A679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4B0012C4-924E-3B64-CF6F-668D7C58C694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10B88F8B-CB4F-B6DC-1731-60CBE727C658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F298D5D1-86D3-68BE-CC9D-761633157224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F5BE4AF0-3499-6D0F-8052-A34D5284A68A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795EE57C-3352-2E91-3FFE-7F1CCA20F787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9A0EA58D-0663-02C4-7A8E-DBEF1D8339C9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08674205-174C-579B-9299-80D61FB9E4A8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5E3F1E34-4180-A5AA-3D92-CA2259613585}"/>
              </a:ext>
            </a:extLst>
          </p:cNvPr>
          <p:cNvGrpSpPr/>
          <p:nvPr/>
        </p:nvGrpSpPr>
        <p:grpSpPr>
          <a:xfrm>
            <a:off x="3202869" y="3098550"/>
            <a:ext cx="1153160" cy="1148715"/>
            <a:chOff x="7663" y="4384"/>
            <a:chExt cx="1816" cy="1809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4E7A7B72-8B35-2EDF-CDCA-FE462F09118B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40CD73C-A4EF-50A2-2E26-704CBC6CAE8C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BEE8B8F-7F2A-4DD1-F619-7EBF2659D799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DA953F14-1AB6-7DB8-08E4-965A2405F96C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A9DD4391-661D-DBB1-6E72-E86DBF8E788F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BE290103-2C56-3AA5-AD2F-BDD6786BBFF0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8AC89C16-1124-6418-D8C5-80C42996EE03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AA005D84-5791-1802-4173-00532E3988AA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E0407E09-7400-6913-D4D6-438FA3F72074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48F9556F-D242-6197-878A-10625082442A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1DF26D3C-0BFC-F9C2-4F23-0AEFCF874753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BBE44894-27E6-2C0A-5629-1C827C1A3F06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868F0883-D4B5-0C55-C615-250BAD2E8C05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B9B40038-FEDE-3688-21EB-DEB7921089B0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CBEB08EF-2A9A-3326-AF60-E7AAA790E379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5513017F-E172-A318-815D-1B3674FC22C7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1D0D0DC2-0351-AA7E-B0B2-D2592B7BFEB3}"/>
              </a:ext>
            </a:extLst>
          </p:cNvPr>
          <p:cNvGrpSpPr/>
          <p:nvPr/>
        </p:nvGrpSpPr>
        <p:grpSpPr>
          <a:xfrm>
            <a:off x="3091744" y="3206500"/>
            <a:ext cx="1153160" cy="1148715"/>
            <a:chOff x="7663" y="4384"/>
            <a:chExt cx="1816" cy="1809"/>
          </a:xfrm>
        </p:grpSpPr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27E77E4D-7F04-D085-FC28-BAD010EAD0D2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C72B3546-FA45-6C47-AFC5-125A97014D9A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4031E397-0125-3621-3F8B-E5C223A6439D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1F151F00-9D5A-C97C-A865-689E9601503F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9EB76CC6-C266-70E1-81F7-342A15A31CA0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61BE7295-65F0-8336-7EF9-5D2233473849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835E4257-9E22-033E-93BB-682521EC6F9C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A89D56BA-15C1-0604-09C1-A54955E25C9E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4B338A82-1DDD-0B99-057E-AECA6489BA2D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6B8DAFE3-7DE0-31E1-6A66-83E17B6999BA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D1D51DA0-FB39-0792-9DBA-BE2E08F5DBF7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CA8DC7E2-6606-E774-40BE-BD7256FABF9D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4D2F43B2-899B-1EC0-3C15-4931FFA39F99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F69A0C16-AA24-2864-09DB-398F3B74DF72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880D24D8-6C9D-0D80-EF78-BB3A1AFDAE3F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BEF7FC5B-45A1-53D1-CE50-7FF48B0F3999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169" name="矩形 168">
            <a:extLst>
              <a:ext uri="{FF2B5EF4-FFF2-40B4-BE49-F238E27FC236}">
                <a16:creationId xmlns:a16="http://schemas.microsoft.com/office/drawing/2014/main" id="{028A69D8-B0C1-B926-6833-2EEA3306D603}"/>
              </a:ext>
            </a:extLst>
          </p:cNvPr>
          <p:cNvSpPr/>
          <p:nvPr/>
        </p:nvSpPr>
        <p:spPr>
          <a:xfrm>
            <a:off x="3066345" y="3180464"/>
            <a:ext cx="1208405" cy="1205230"/>
          </a:xfrm>
          <a:prstGeom prst="rect">
            <a:avLst/>
          </a:prstGeom>
          <a:solidFill>
            <a:srgbClr val="7030A0">
              <a:alpha val="10000"/>
            </a:srgb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004B3E21-4DFD-6856-928C-4B541F46133F}"/>
              </a:ext>
            </a:extLst>
          </p:cNvPr>
          <p:cNvCxnSpPr/>
          <p:nvPr/>
        </p:nvCxnSpPr>
        <p:spPr>
          <a:xfrm flipH="1">
            <a:off x="3461220" y="2832061"/>
            <a:ext cx="1167765" cy="254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743B4B12-12C8-1B98-40F7-43C6299B86D4}"/>
              </a:ext>
            </a:extLst>
          </p:cNvPr>
          <p:cNvCxnSpPr/>
          <p:nvPr/>
        </p:nvCxnSpPr>
        <p:spPr>
          <a:xfrm flipH="1">
            <a:off x="3066487" y="2845000"/>
            <a:ext cx="382270" cy="33528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B46FC0FF-22B8-BFC5-BC09-627223919096}"/>
              </a:ext>
            </a:extLst>
          </p:cNvPr>
          <p:cNvCxnSpPr/>
          <p:nvPr/>
        </p:nvCxnSpPr>
        <p:spPr>
          <a:xfrm>
            <a:off x="4643193" y="2834600"/>
            <a:ext cx="4445" cy="119126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46B0DE40-BE2D-904B-6F56-64EF291C2100}"/>
              </a:ext>
            </a:extLst>
          </p:cNvPr>
          <p:cNvCxnSpPr/>
          <p:nvPr/>
        </p:nvCxnSpPr>
        <p:spPr>
          <a:xfrm flipH="1">
            <a:off x="4277432" y="4020386"/>
            <a:ext cx="358140" cy="37782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6F1D2891-F28D-8765-D856-A401A9A8C07C}"/>
              </a:ext>
            </a:extLst>
          </p:cNvPr>
          <p:cNvCxnSpPr/>
          <p:nvPr/>
        </p:nvCxnSpPr>
        <p:spPr>
          <a:xfrm flipH="1">
            <a:off x="4277432" y="2840556"/>
            <a:ext cx="356870" cy="33972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6F917E6E-5355-6E8B-FE2F-9C13131C3ABE}"/>
              </a:ext>
            </a:extLst>
          </p:cNvPr>
          <p:cNvGrpSpPr/>
          <p:nvPr/>
        </p:nvGrpSpPr>
        <p:grpSpPr>
          <a:xfrm>
            <a:off x="869698" y="2657775"/>
            <a:ext cx="1313576" cy="1837092"/>
            <a:chOff x="3341" y="3994"/>
            <a:chExt cx="4529" cy="6334"/>
          </a:xfrm>
        </p:grpSpPr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293513A6-2A8B-3BF6-294F-D8E073ECFCF0}"/>
                </a:ext>
              </a:extLst>
            </p:cNvPr>
            <p:cNvSpPr/>
            <p:nvPr/>
          </p:nvSpPr>
          <p:spPr>
            <a:xfrm>
              <a:off x="3341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0AB029E6-1E44-092F-92A6-37A3B22EF562}"/>
                </a:ext>
              </a:extLst>
            </p:cNvPr>
            <p:cNvSpPr/>
            <p:nvPr/>
          </p:nvSpPr>
          <p:spPr>
            <a:xfrm>
              <a:off x="3795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FF5E66F4-07C0-C084-82F8-1AADEF5C5309}"/>
                </a:ext>
              </a:extLst>
            </p:cNvPr>
            <p:cNvSpPr/>
            <p:nvPr/>
          </p:nvSpPr>
          <p:spPr>
            <a:xfrm>
              <a:off x="4249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243FE7E2-D9CD-36D3-8042-A79C258DF583}"/>
                </a:ext>
              </a:extLst>
            </p:cNvPr>
            <p:cNvSpPr/>
            <p:nvPr/>
          </p:nvSpPr>
          <p:spPr>
            <a:xfrm>
              <a:off x="4703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7A2B8BC3-E924-DD65-6C20-12D39FA5F015}"/>
                </a:ext>
              </a:extLst>
            </p:cNvPr>
            <p:cNvSpPr/>
            <p:nvPr/>
          </p:nvSpPr>
          <p:spPr>
            <a:xfrm>
              <a:off x="5157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F4C04211-C6C7-354B-6544-71931A490282}"/>
                </a:ext>
              </a:extLst>
            </p:cNvPr>
            <p:cNvSpPr/>
            <p:nvPr/>
          </p:nvSpPr>
          <p:spPr>
            <a:xfrm>
              <a:off x="5600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FC254488-B371-0679-1CD9-3066A90E22B5}"/>
                </a:ext>
              </a:extLst>
            </p:cNvPr>
            <p:cNvSpPr/>
            <p:nvPr/>
          </p:nvSpPr>
          <p:spPr>
            <a:xfrm>
              <a:off x="6054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BE55D155-1571-9E3F-5B92-A9614EAF353C}"/>
                </a:ext>
              </a:extLst>
            </p:cNvPr>
            <p:cNvSpPr/>
            <p:nvPr/>
          </p:nvSpPr>
          <p:spPr>
            <a:xfrm>
              <a:off x="6508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A5400829-7204-3B3B-9B93-8AB9B9367D7E}"/>
                </a:ext>
              </a:extLst>
            </p:cNvPr>
            <p:cNvSpPr/>
            <p:nvPr/>
          </p:nvSpPr>
          <p:spPr>
            <a:xfrm>
              <a:off x="6962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AE71DDCC-5341-DC6D-21D6-3FA86FF7ACE2}"/>
                </a:ext>
              </a:extLst>
            </p:cNvPr>
            <p:cNvSpPr/>
            <p:nvPr/>
          </p:nvSpPr>
          <p:spPr>
            <a:xfrm>
              <a:off x="7416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9EFA581B-C454-75F0-D035-A20A59B9B0F2}"/>
                </a:ext>
              </a:extLst>
            </p:cNvPr>
            <p:cNvSpPr/>
            <p:nvPr/>
          </p:nvSpPr>
          <p:spPr>
            <a:xfrm>
              <a:off x="3341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0006947A-DAF8-2C63-53EC-F3501E32E478}"/>
                </a:ext>
              </a:extLst>
            </p:cNvPr>
            <p:cNvSpPr/>
            <p:nvPr/>
          </p:nvSpPr>
          <p:spPr>
            <a:xfrm>
              <a:off x="3795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0E382143-4C03-4E32-43E5-0AC5DCC2C703}"/>
                </a:ext>
              </a:extLst>
            </p:cNvPr>
            <p:cNvSpPr/>
            <p:nvPr/>
          </p:nvSpPr>
          <p:spPr>
            <a:xfrm>
              <a:off x="4249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DD0B31A9-FB96-677A-38FF-E3B8B9635A65}"/>
                </a:ext>
              </a:extLst>
            </p:cNvPr>
            <p:cNvSpPr/>
            <p:nvPr/>
          </p:nvSpPr>
          <p:spPr>
            <a:xfrm>
              <a:off x="4703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1CD0A271-97C0-D017-2AD7-F6E303A9A498}"/>
                </a:ext>
              </a:extLst>
            </p:cNvPr>
            <p:cNvSpPr/>
            <p:nvPr/>
          </p:nvSpPr>
          <p:spPr>
            <a:xfrm>
              <a:off x="5157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14AA9F02-CA81-C4E5-FDD8-1D708C42D6C5}"/>
                </a:ext>
              </a:extLst>
            </p:cNvPr>
            <p:cNvSpPr/>
            <p:nvPr/>
          </p:nvSpPr>
          <p:spPr>
            <a:xfrm>
              <a:off x="5600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C9CD3E58-6181-0B5A-C228-C335C46C7920}"/>
                </a:ext>
              </a:extLst>
            </p:cNvPr>
            <p:cNvSpPr/>
            <p:nvPr/>
          </p:nvSpPr>
          <p:spPr>
            <a:xfrm>
              <a:off x="6054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9F804F89-AC1B-AA72-BD8F-DE261E7B73A0}"/>
                </a:ext>
              </a:extLst>
            </p:cNvPr>
            <p:cNvSpPr/>
            <p:nvPr/>
          </p:nvSpPr>
          <p:spPr>
            <a:xfrm>
              <a:off x="6508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8B5064B5-EA87-83CC-D581-7D8ED960B922}"/>
                </a:ext>
              </a:extLst>
            </p:cNvPr>
            <p:cNvSpPr/>
            <p:nvPr/>
          </p:nvSpPr>
          <p:spPr>
            <a:xfrm>
              <a:off x="6962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9FFA3694-A11A-A0F5-68AD-6B36B3200CD4}"/>
                </a:ext>
              </a:extLst>
            </p:cNvPr>
            <p:cNvSpPr/>
            <p:nvPr/>
          </p:nvSpPr>
          <p:spPr>
            <a:xfrm>
              <a:off x="7416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92AB9415-39F5-E939-4A4D-A930F8A927D2}"/>
                </a:ext>
              </a:extLst>
            </p:cNvPr>
            <p:cNvSpPr/>
            <p:nvPr/>
          </p:nvSpPr>
          <p:spPr>
            <a:xfrm>
              <a:off x="3341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327324D9-2A2F-E4A2-10DE-51AB5CAF1151}"/>
                </a:ext>
              </a:extLst>
            </p:cNvPr>
            <p:cNvSpPr/>
            <p:nvPr/>
          </p:nvSpPr>
          <p:spPr>
            <a:xfrm>
              <a:off x="3795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810651A8-CA78-0031-E95E-972044063DB8}"/>
                </a:ext>
              </a:extLst>
            </p:cNvPr>
            <p:cNvSpPr/>
            <p:nvPr/>
          </p:nvSpPr>
          <p:spPr>
            <a:xfrm>
              <a:off x="4249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C8233412-412C-1ED6-CB71-7768B138FDBD}"/>
                </a:ext>
              </a:extLst>
            </p:cNvPr>
            <p:cNvSpPr/>
            <p:nvPr/>
          </p:nvSpPr>
          <p:spPr>
            <a:xfrm>
              <a:off x="4703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291CF705-66EA-2F33-3E2B-889B3E2737AC}"/>
                </a:ext>
              </a:extLst>
            </p:cNvPr>
            <p:cNvSpPr/>
            <p:nvPr/>
          </p:nvSpPr>
          <p:spPr>
            <a:xfrm>
              <a:off x="5157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96A845DD-4E5C-342F-C437-0D877AAF4558}"/>
                </a:ext>
              </a:extLst>
            </p:cNvPr>
            <p:cNvSpPr/>
            <p:nvPr/>
          </p:nvSpPr>
          <p:spPr>
            <a:xfrm>
              <a:off x="5600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E60FE869-B526-FD1A-3D4D-EC514C5A5AA2}"/>
                </a:ext>
              </a:extLst>
            </p:cNvPr>
            <p:cNvSpPr/>
            <p:nvPr/>
          </p:nvSpPr>
          <p:spPr>
            <a:xfrm>
              <a:off x="6054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B1C7EF7C-2A1A-B088-5E28-E06AF07DA4F9}"/>
                </a:ext>
              </a:extLst>
            </p:cNvPr>
            <p:cNvSpPr/>
            <p:nvPr/>
          </p:nvSpPr>
          <p:spPr>
            <a:xfrm>
              <a:off x="6508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D1271FA0-A3F3-7C8E-AD33-61E0428B272C}"/>
                </a:ext>
              </a:extLst>
            </p:cNvPr>
            <p:cNvSpPr/>
            <p:nvPr/>
          </p:nvSpPr>
          <p:spPr>
            <a:xfrm>
              <a:off x="6962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4AE9C7E1-6B0B-B2AA-F267-706E2D04955E}"/>
                </a:ext>
              </a:extLst>
            </p:cNvPr>
            <p:cNvSpPr/>
            <p:nvPr/>
          </p:nvSpPr>
          <p:spPr>
            <a:xfrm>
              <a:off x="7416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C4F3FF6F-206E-49D8-93CF-33B72B8B233B}"/>
                </a:ext>
              </a:extLst>
            </p:cNvPr>
            <p:cNvSpPr/>
            <p:nvPr/>
          </p:nvSpPr>
          <p:spPr>
            <a:xfrm>
              <a:off x="3341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3D4DA84-B32C-6AC1-ED44-447E54C989B5}"/>
                </a:ext>
              </a:extLst>
            </p:cNvPr>
            <p:cNvSpPr/>
            <p:nvPr/>
          </p:nvSpPr>
          <p:spPr>
            <a:xfrm>
              <a:off x="3795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421028A9-FF11-DB87-72E5-A884F8A126F1}"/>
                </a:ext>
              </a:extLst>
            </p:cNvPr>
            <p:cNvSpPr/>
            <p:nvPr/>
          </p:nvSpPr>
          <p:spPr>
            <a:xfrm>
              <a:off x="4249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9D08C9C2-94A9-8D77-C90C-105FF6F1680E}"/>
                </a:ext>
              </a:extLst>
            </p:cNvPr>
            <p:cNvSpPr/>
            <p:nvPr/>
          </p:nvSpPr>
          <p:spPr>
            <a:xfrm>
              <a:off x="4703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1E3DABFF-441A-4FAF-6684-8DB206154E18}"/>
                </a:ext>
              </a:extLst>
            </p:cNvPr>
            <p:cNvSpPr/>
            <p:nvPr/>
          </p:nvSpPr>
          <p:spPr>
            <a:xfrm>
              <a:off x="5157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79B90347-1E7F-BA0A-25B9-8690EEBACD30}"/>
                </a:ext>
              </a:extLst>
            </p:cNvPr>
            <p:cNvSpPr/>
            <p:nvPr/>
          </p:nvSpPr>
          <p:spPr>
            <a:xfrm>
              <a:off x="5600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EEDD22D2-3CF2-7C63-AC1D-A6E08F52F2C6}"/>
                </a:ext>
              </a:extLst>
            </p:cNvPr>
            <p:cNvSpPr/>
            <p:nvPr/>
          </p:nvSpPr>
          <p:spPr>
            <a:xfrm>
              <a:off x="6054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476D944D-E28B-9AF1-DD4B-3EE557DB52F3}"/>
                </a:ext>
              </a:extLst>
            </p:cNvPr>
            <p:cNvSpPr/>
            <p:nvPr/>
          </p:nvSpPr>
          <p:spPr>
            <a:xfrm>
              <a:off x="6508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6071497E-1209-56D2-8BB2-D398EDEA45ED}"/>
                </a:ext>
              </a:extLst>
            </p:cNvPr>
            <p:cNvSpPr/>
            <p:nvPr/>
          </p:nvSpPr>
          <p:spPr>
            <a:xfrm>
              <a:off x="6962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B4ED6A33-6D05-E5BE-E48C-5934761997B9}"/>
                </a:ext>
              </a:extLst>
            </p:cNvPr>
            <p:cNvSpPr/>
            <p:nvPr/>
          </p:nvSpPr>
          <p:spPr>
            <a:xfrm>
              <a:off x="7416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112B7669-409C-E275-6A66-E679DEA136E9}"/>
                </a:ext>
              </a:extLst>
            </p:cNvPr>
            <p:cNvSpPr/>
            <p:nvPr/>
          </p:nvSpPr>
          <p:spPr>
            <a:xfrm>
              <a:off x="3341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2447AC90-C8C5-A21C-EEFA-44731AC32195}"/>
                </a:ext>
              </a:extLst>
            </p:cNvPr>
            <p:cNvSpPr/>
            <p:nvPr/>
          </p:nvSpPr>
          <p:spPr>
            <a:xfrm>
              <a:off x="3795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DF0140FB-06C8-C770-E821-5A6A207A905D}"/>
                </a:ext>
              </a:extLst>
            </p:cNvPr>
            <p:cNvSpPr/>
            <p:nvPr/>
          </p:nvSpPr>
          <p:spPr>
            <a:xfrm>
              <a:off x="4249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319A76F3-0009-42D0-EFBE-083941E64BC0}"/>
                </a:ext>
              </a:extLst>
            </p:cNvPr>
            <p:cNvSpPr/>
            <p:nvPr/>
          </p:nvSpPr>
          <p:spPr>
            <a:xfrm>
              <a:off x="4703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DD256D25-7D7C-4401-1C06-02045561FE31}"/>
                </a:ext>
              </a:extLst>
            </p:cNvPr>
            <p:cNvSpPr/>
            <p:nvPr/>
          </p:nvSpPr>
          <p:spPr>
            <a:xfrm>
              <a:off x="5157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D2F27C59-9204-6659-27F4-517B4D2F1118}"/>
                </a:ext>
              </a:extLst>
            </p:cNvPr>
            <p:cNvSpPr/>
            <p:nvPr/>
          </p:nvSpPr>
          <p:spPr>
            <a:xfrm>
              <a:off x="5600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35FEA1B1-D7FC-BDC0-C757-A4BD82202BDD}"/>
                </a:ext>
              </a:extLst>
            </p:cNvPr>
            <p:cNvSpPr/>
            <p:nvPr/>
          </p:nvSpPr>
          <p:spPr>
            <a:xfrm>
              <a:off x="6054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F6782382-755C-0FA7-7C07-EF271E0E3A2B}"/>
                </a:ext>
              </a:extLst>
            </p:cNvPr>
            <p:cNvSpPr/>
            <p:nvPr/>
          </p:nvSpPr>
          <p:spPr>
            <a:xfrm>
              <a:off x="6508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98B7667B-226C-95DD-A5EA-D67FAD45859A}"/>
                </a:ext>
              </a:extLst>
            </p:cNvPr>
            <p:cNvSpPr/>
            <p:nvPr/>
          </p:nvSpPr>
          <p:spPr>
            <a:xfrm>
              <a:off x="6962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C1E1143C-AC85-D119-7D1C-B911087C63A8}"/>
                </a:ext>
              </a:extLst>
            </p:cNvPr>
            <p:cNvSpPr/>
            <p:nvPr/>
          </p:nvSpPr>
          <p:spPr>
            <a:xfrm>
              <a:off x="7416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8EB344E6-7144-C5C9-21B2-E0F4EE11FCEF}"/>
                </a:ext>
              </a:extLst>
            </p:cNvPr>
            <p:cNvSpPr/>
            <p:nvPr/>
          </p:nvSpPr>
          <p:spPr>
            <a:xfrm>
              <a:off x="3341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D5515A8E-9D90-0A1E-CB5E-5E11F8C4270C}"/>
                </a:ext>
              </a:extLst>
            </p:cNvPr>
            <p:cNvSpPr/>
            <p:nvPr/>
          </p:nvSpPr>
          <p:spPr>
            <a:xfrm>
              <a:off x="3795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8088DED3-AEA7-FDB3-0253-D7D4871E7820}"/>
                </a:ext>
              </a:extLst>
            </p:cNvPr>
            <p:cNvSpPr/>
            <p:nvPr/>
          </p:nvSpPr>
          <p:spPr>
            <a:xfrm>
              <a:off x="4249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0DB782D5-D11E-5283-A2D7-9FA766A4CEBA}"/>
                </a:ext>
              </a:extLst>
            </p:cNvPr>
            <p:cNvSpPr/>
            <p:nvPr/>
          </p:nvSpPr>
          <p:spPr>
            <a:xfrm>
              <a:off x="4703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98B5700B-9CCA-73DE-DA28-559426A65B79}"/>
                </a:ext>
              </a:extLst>
            </p:cNvPr>
            <p:cNvSpPr/>
            <p:nvPr/>
          </p:nvSpPr>
          <p:spPr>
            <a:xfrm>
              <a:off x="5157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F9EE2FED-5959-4E5D-F467-EFE1698A70DE}"/>
                </a:ext>
              </a:extLst>
            </p:cNvPr>
            <p:cNvSpPr/>
            <p:nvPr/>
          </p:nvSpPr>
          <p:spPr>
            <a:xfrm>
              <a:off x="5600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824F5747-F6DC-15BC-C760-CEBD449860A5}"/>
                </a:ext>
              </a:extLst>
            </p:cNvPr>
            <p:cNvSpPr/>
            <p:nvPr/>
          </p:nvSpPr>
          <p:spPr>
            <a:xfrm>
              <a:off x="6054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AC25EBCF-4116-F257-72BF-A1B8B66762FB}"/>
                </a:ext>
              </a:extLst>
            </p:cNvPr>
            <p:cNvSpPr/>
            <p:nvPr/>
          </p:nvSpPr>
          <p:spPr>
            <a:xfrm>
              <a:off x="6508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A1D17D7C-FCBF-795B-6C08-8C99FEB1CC8B}"/>
                </a:ext>
              </a:extLst>
            </p:cNvPr>
            <p:cNvSpPr/>
            <p:nvPr/>
          </p:nvSpPr>
          <p:spPr>
            <a:xfrm>
              <a:off x="6962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9E96AF48-CDC0-C9A8-B6E5-DEACA30C5080}"/>
                </a:ext>
              </a:extLst>
            </p:cNvPr>
            <p:cNvSpPr/>
            <p:nvPr/>
          </p:nvSpPr>
          <p:spPr>
            <a:xfrm>
              <a:off x="7416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538C4B33-39C9-29F2-F48E-91E15269418C}"/>
                </a:ext>
              </a:extLst>
            </p:cNvPr>
            <p:cNvSpPr/>
            <p:nvPr/>
          </p:nvSpPr>
          <p:spPr>
            <a:xfrm>
              <a:off x="3341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5D5A5F9F-8AA1-25FE-E922-348FEC1D389F}"/>
                </a:ext>
              </a:extLst>
            </p:cNvPr>
            <p:cNvSpPr/>
            <p:nvPr/>
          </p:nvSpPr>
          <p:spPr>
            <a:xfrm>
              <a:off x="3795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98659001-9371-7D9D-66FD-F1B4748C3C6D}"/>
                </a:ext>
              </a:extLst>
            </p:cNvPr>
            <p:cNvSpPr/>
            <p:nvPr/>
          </p:nvSpPr>
          <p:spPr>
            <a:xfrm>
              <a:off x="4249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6BBC9A78-62D9-1A1E-2FDB-B75A2F32540A}"/>
                </a:ext>
              </a:extLst>
            </p:cNvPr>
            <p:cNvSpPr/>
            <p:nvPr/>
          </p:nvSpPr>
          <p:spPr>
            <a:xfrm>
              <a:off x="4703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F39DC1F8-4E27-764B-B17C-4755D629AD3B}"/>
                </a:ext>
              </a:extLst>
            </p:cNvPr>
            <p:cNvSpPr/>
            <p:nvPr/>
          </p:nvSpPr>
          <p:spPr>
            <a:xfrm>
              <a:off x="5157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55ED18C6-5182-F897-F0BC-FE6C458C06B4}"/>
                </a:ext>
              </a:extLst>
            </p:cNvPr>
            <p:cNvSpPr/>
            <p:nvPr/>
          </p:nvSpPr>
          <p:spPr>
            <a:xfrm>
              <a:off x="5600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B1A8413E-3AA6-6600-52CC-7AE1A89480F0}"/>
                </a:ext>
              </a:extLst>
            </p:cNvPr>
            <p:cNvSpPr/>
            <p:nvPr/>
          </p:nvSpPr>
          <p:spPr>
            <a:xfrm>
              <a:off x="6054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E1EEAA8D-4161-8201-A79D-C8DBFAFC67DC}"/>
                </a:ext>
              </a:extLst>
            </p:cNvPr>
            <p:cNvSpPr/>
            <p:nvPr/>
          </p:nvSpPr>
          <p:spPr>
            <a:xfrm>
              <a:off x="6508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F8BC26F3-C918-4A2D-D468-767D06A2FC76}"/>
                </a:ext>
              </a:extLst>
            </p:cNvPr>
            <p:cNvSpPr/>
            <p:nvPr/>
          </p:nvSpPr>
          <p:spPr>
            <a:xfrm>
              <a:off x="6962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8A05879F-3FFC-0F82-EFAA-D063E5ABC945}"/>
                </a:ext>
              </a:extLst>
            </p:cNvPr>
            <p:cNvSpPr/>
            <p:nvPr/>
          </p:nvSpPr>
          <p:spPr>
            <a:xfrm>
              <a:off x="7416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20A1F4AC-0BC2-FB38-FF24-1A74D05D4704}"/>
                </a:ext>
              </a:extLst>
            </p:cNvPr>
            <p:cNvSpPr/>
            <p:nvPr/>
          </p:nvSpPr>
          <p:spPr>
            <a:xfrm>
              <a:off x="3341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33E4D677-6C25-BD27-B7A8-0B6FB2EA48C6}"/>
                </a:ext>
              </a:extLst>
            </p:cNvPr>
            <p:cNvSpPr/>
            <p:nvPr/>
          </p:nvSpPr>
          <p:spPr>
            <a:xfrm>
              <a:off x="3795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51E65247-A563-4079-322E-774019E82964}"/>
                </a:ext>
              </a:extLst>
            </p:cNvPr>
            <p:cNvSpPr/>
            <p:nvPr/>
          </p:nvSpPr>
          <p:spPr>
            <a:xfrm>
              <a:off x="4249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1745EDC0-90AB-0CB5-52E2-F0B7C79C5760}"/>
                </a:ext>
              </a:extLst>
            </p:cNvPr>
            <p:cNvSpPr/>
            <p:nvPr/>
          </p:nvSpPr>
          <p:spPr>
            <a:xfrm>
              <a:off x="4703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3032F798-37ED-C70B-46ED-07039D53D7B0}"/>
                </a:ext>
              </a:extLst>
            </p:cNvPr>
            <p:cNvSpPr/>
            <p:nvPr/>
          </p:nvSpPr>
          <p:spPr>
            <a:xfrm>
              <a:off x="5157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418C423F-8CFD-A9D0-E6CD-74BDC3BDED73}"/>
                </a:ext>
              </a:extLst>
            </p:cNvPr>
            <p:cNvSpPr/>
            <p:nvPr/>
          </p:nvSpPr>
          <p:spPr>
            <a:xfrm>
              <a:off x="5600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836F7EFF-D14A-FD6B-3A39-0632169D77BB}"/>
                </a:ext>
              </a:extLst>
            </p:cNvPr>
            <p:cNvSpPr/>
            <p:nvPr/>
          </p:nvSpPr>
          <p:spPr>
            <a:xfrm>
              <a:off x="6054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0C86B7E8-EAB3-F070-F1DD-CB24D6219A71}"/>
                </a:ext>
              </a:extLst>
            </p:cNvPr>
            <p:cNvSpPr/>
            <p:nvPr/>
          </p:nvSpPr>
          <p:spPr>
            <a:xfrm>
              <a:off x="6508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5ECF2BEF-6B72-939D-0BA8-FD86037F1AD3}"/>
                </a:ext>
              </a:extLst>
            </p:cNvPr>
            <p:cNvSpPr/>
            <p:nvPr/>
          </p:nvSpPr>
          <p:spPr>
            <a:xfrm>
              <a:off x="6962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6AAA299F-038C-419E-D487-6F439DC1462C}"/>
                </a:ext>
              </a:extLst>
            </p:cNvPr>
            <p:cNvSpPr/>
            <p:nvPr/>
          </p:nvSpPr>
          <p:spPr>
            <a:xfrm>
              <a:off x="7416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79DD7605-2DB8-9CEB-DF4D-6140EDB3D055}"/>
                </a:ext>
              </a:extLst>
            </p:cNvPr>
            <p:cNvSpPr/>
            <p:nvPr/>
          </p:nvSpPr>
          <p:spPr>
            <a:xfrm>
              <a:off x="3341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E4DB9FB3-ED71-B67B-BBB4-E86892AE3DCB}"/>
                </a:ext>
              </a:extLst>
            </p:cNvPr>
            <p:cNvSpPr/>
            <p:nvPr/>
          </p:nvSpPr>
          <p:spPr>
            <a:xfrm>
              <a:off x="3795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AFD61560-D47F-5B4E-931D-9BE6B44161D6}"/>
                </a:ext>
              </a:extLst>
            </p:cNvPr>
            <p:cNvSpPr/>
            <p:nvPr/>
          </p:nvSpPr>
          <p:spPr>
            <a:xfrm>
              <a:off x="4249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C9D2A514-0BCD-3DB9-97C7-D53EFF7DDEE7}"/>
                </a:ext>
              </a:extLst>
            </p:cNvPr>
            <p:cNvSpPr/>
            <p:nvPr/>
          </p:nvSpPr>
          <p:spPr>
            <a:xfrm>
              <a:off x="4703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53EBCA59-9896-6995-CFD3-8D864255328F}"/>
                </a:ext>
              </a:extLst>
            </p:cNvPr>
            <p:cNvSpPr/>
            <p:nvPr/>
          </p:nvSpPr>
          <p:spPr>
            <a:xfrm>
              <a:off x="5157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9F51C578-3DF2-9173-A92D-493647C90EA5}"/>
                </a:ext>
              </a:extLst>
            </p:cNvPr>
            <p:cNvSpPr/>
            <p:nvPr/>
          </p:nvSpPr>
          <p:spPr>
            <a:xfrm>
              <a:off x="5600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1D50491D-D76F-8482-406C-06944E451CD3}"/>
                </a:ext>
              </a:extLst>
            </p:cNvPr>
            <p:cNvSpPr/>
            <p:nvPr/>
          </p:nvSpPr>
          <p:spPr>
            <a:xfrm>
              <a:off x="6054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15F7BBD8-09CB-0D16-E99E-A8B1F2EBB371}"/>
                </a:ext>
              </a:extLst>
            </p:cNvPr>
            <p:cNvSpPr/>
            <p:nvPr/>
          </p:nvSpPr>
          <p:spPr>
            <a:xfrm>
              <a:off x="6508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2B1E3B92-4FAC-92AA-F3D4-BD177EF54378}"/>
                </a:ext>
              </a:extLst>
            </p:cNvPr>
            <p:cNvSpPr/>
            <p:nvPr/>
          </p:nvSpPr>
          <p:spPr>
            <a:xfrm>
              <a:off x="6962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F103AA27-DDB6-B885-F5A4-520F831CA6FD}"/>
                </a:ext>
              </a:extLst>
            </p:cNvPr>
            <p:cNvSpPr/>
            <p:nvPr/>
          </p:nvSpPr>
          <p:spPr>
            <a:xfrm>
              <a:off x="7416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7CC526D0-94C5-36DE-1F3B-D8A7F4F9869D}"/>
                </a:ext>
              </a:extLst>
            </p:cNvPr>
            <p:cNvSpPr/>
            <p:nvPr/>
          </p:nvSpPr>
          <p:spPr>
            <a:xfrm>
              <a:off x="3341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C060129E-7296-302E-CB62-3AF004D780FD}"/>
                </a:ext>
              </a:extLst>
            </p:cNvPr>
            <p:cNvSpPr/>
            <p:nvPr/>
          </p:nvSpPr>
          <p:spPr>
            <a:xfrm>
              <a:off x="3795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B70AFF64-F17E-E416-D3A1-A5BCC5719957}"/>
                </a:ext>
              </a:extLst>
            </p:cNvPr>
            <p:cNvSpPr/>
            <p:nvPr/>
          </p:nvSpPr>
          <p:spPr>
            <a:xfrm>
              <a:off x="4249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AA61BE37-C58E-04B1-A97B-E4B0BC0C374A}"/>
                </a:ext>
              </a:extLst>
            </p:cNvPr>
            <p:cNvSpPr/>
            <p:nvPr/>
          </p:nvSpPr>
          <p:spPr>
            <a:xfrm>
              <a:off x="4703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8336088D-99EA-5788-22D3-C0E728A8478E}"/>
                </a:ext>
              </a:extLst>
            </p:cNvPr>
            <p:cNvSpPr/>
            <p:nvPr/>
          </p:nvSpPr>
          <p:spPr>
            <a:xfrm>
              <a:off x="5157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B3C4CB3B-7BF0-1593-38DA-37BA990DD254}"/>
                </a:ext>
              </a:extLst>
            </p:cNvPr>
            <p:cNvSpPr/>
            <p:nvPr/>
          </p:nvSpPr>
          <p:spPr>
            <a:xfrm>
              <a:off x="5600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CCF4220E-C026-AD0D-B8DD-AAFFF6DCEDF2}"/>
                </a:ext>
              </a:extLst>
            </p:cNvPr>
            <p:cNvSpPr/>
            <p:nvPr/>
          </p:nvSpPr>
          <p:spPr>
            <a:xfrm>
              <a:off x="6054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75179654-EBD3-E8D7-5B17-C25A851821D9}"/>
                </a:ext>
              </a:extLst>
            </p:cNvPr>
            <p:cNvSpPr/>
            <p:nvPr/>
          </p:nvSpPr>
          <p:spPr>
            <a:xfrm>
              <a:off x="6508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ADE8BD5D-CFFF-7A45-B9F3-AF2E78A2563E}"/>
                </a:ext>
              </a:extLst>
            </p:cNvPr>
            <p:cNvSpPr/>
            <p:nvPr/>
          </p:nvSpPr>
          <p:spPr>
            <a:xfrm>
              <a:off x="6962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B73CFBA3-2EB6-BD43-6A44-4BDB19CDF0E4}"/>
                </a:ext>
              </a:extLst>
            </p:cNvPr>
            <p:cNvSpPr/>
            <p:nvPr/>
          </p:nvSpPr>
          <p:spPr>
            <a:xfrm>
              <a:off x="7416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7A8E78ED-B955-98AE-0A9B-AD476B333738}"/>
                </a:ext>
              </a:extLst>
            </p:cNvPr>
            <p:cNvSpPr/>
            <p:nvPr/>
          </p:nvSpPr>
          <p:spPr>
            <a:xfrm>
              <a:off x="3341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1CAC83D3-AFB0-C2E0-9634-1F15711AA980}"/>
                </a:ext>
              </a:extLst>
            </p:cNvPr>
            <p:cNvSpPr/>
            <p:nvPr/>
          </p:nvSpPr>
          <p:spPr>
            <a:xfrm>
              <a:off x="3795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B405B39A-E177-B401-A504-B96186C5BB2B}"/>
                </a:ext>
              </a:extLst>
            </p:cNvPr>
            <p:cNvSpPr/>
            <p:nvPr/>
          </p:nvSpPr>
          <p:spPr>
            <a:xfrm>
              <a:off x="4249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771D6E93-FFD3-8652-EDBC-F4003602B322}"/>
                </a:ext>
              </a:extLst>
            </p:cNvPr>
            <p:cNvSpPr/>
            <p:nvPr/>
          </p:nvSpPr>
          <p:spPr>
            <a:xfrm>
              <a:off x="4703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52715C85-5E8F-1013-9AA6-30B51F5170E1}"/>
                </a:ext>
              </a:extLst>
            </p:cNvPr>
            <p:cNvSpPr/>
            <p:nvPr/>
          </p:nvSpPr>
          <p:spPr>
            <a:xfrm>
              <a:off x="5157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23224E26-8C2A-DBAD-1503-A8C579E4B496}"/>
                </a:ext>
              </a:extLst>
            </p:cNvPr>
            <p:cNvSpPr/>
            <p:nvPr/>
          </p:nvSpPr>
          <p:spPr>
            <a:xfrm>
              <a:off x="5600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16EB0403-AEF1-A985-F7C9-073BEFA05D8C}"/>
                </a:ext>
              </a:extLst>
            </p:cNvPr>
            <p:cNvSpPr/>
            <p:nvPr/>
          </p:nvSpPr>
          <p:spPr>
            <a:xfrm>
              <a:off x="6054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EBC37B89-1FB5-FC27-3354-FB3411F6EC8A}"/>
                </a:ext>
              </a:extLst>
            </p:cNvPr>
            <p:cNvSpPr/>
            <p:nvPr/>
          </p:nvSpPr>
          <p:spPr>
            <a:xfrm>
              <a:off x="6508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094D3985-8989-C121-436D-7D875BFB7310}"/>
                </a:ext>
              </a:extLst>
            </p:cNvPr>
            <p:cNvSpPr/>
            <p:nvPr/>
          </p:nvSpPr>
          <p:spPr>
            <a:xfrm>
              <a:off x="6962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16B40FAC-1F06-0FC2-1B22-BB29A8E32C3E}"/>
                </a:ext>
              </a:extLst>
            </p:cNvPr>
            <p:cNvSpPr/>
            <p:nvPr/>
          </p:nvSpPr>
          <p:spPr>
            <a:xfrm>
              <a:off x="7416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7C5DDF77-D09F-23BA-2B30-100DC7E18728}"/>
                </a:ext>
              </a:extLst>
            </p:cNvPr>
            <p:cNvSpPr/>
            <p:nvPr/>
          </p:nvSpPr>
          <p:spPr>
            <a:xfrm>
              <a:off x="3341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7" name="矩形 286">
              <a:extLst>
                <a:ext uri="{FF2B5EF4-FFF2-40B4-BE49-F238E27FC236}">
                  <a16:creationId xmlns:a16="http://schemas.microsoft.com/office/drawing/2014/main" id="{D34A9ACC-FF05-1FFE-F64D-72A50E1169F3}"/>
                </a:ext>
              </a:extLst>
            </p:cNvPr>
            <p:cNvSpPr/>
            <p:nvPr/>
          </p:nvSpPr>
          <p:spPr>
            <a:xfrm>
              <a:off x="3795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A2783EA0-BB43-6843-6FF5-F241F36346BC}"/>
                </a:ext>
              </a:extLst>
            </p:cNvPr>
            <p:cNvSpPr/>
            <p:nvPr/>
          </p:nvSpPr>
          <p:spPr>
            <a:xfrm>
              <a:off x="4249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B1FD4741-42C1-4A87-53EB-A7812D0C8D67}"/>
                </a:ext>
              </a:extLst>
            </p:cNvPr>
            <p:cNvSpPr/>
            <p:nvPr/>
          </p:nvSpPr>
          <p:spPr>
            <a:xfrm>
              <a:off x="4703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45467825-E8E3-5108-7832-6EDD10373F6F}"/>
                </a:ext>
              </a:extLst>
            </p:cNvPr>
            <p:cNvSpPr/>
            <p:nvPr/>
          </p:nvSpPr>
          <p:spPr>
            <a:xfrm>
              <a:off x="5157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1" name="矩形 290">
              <a:extLst>
                <a:ext uri="{FF2B5EF4-FFF2-40B4-BE49-F238E27FC236}">
                  <a16:creationId xmlns:a16="http://schemas.microsoft.com/office/drawing/2014/main" id="{AAADD9D6-3182-3CAC-A699-51ECC12EDA9F}"/>
                </a:ext>
              </a:extLst>
            </p:cNvPr>
            <p:cNvSpPr/>
            <p:nvPr/>
          </p:nvSpPr>
          <p:spPr>
            <a:xfrm>
              <a:off x="5600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5788C639-12F2-14EB-DBCA-D21A2C99738A}"/>
                </a:ext>
              </a:extLst>
            </p:cNvPr>
            <p:cNvSpPr/>
            <p:nvPr/>
          </p:nvSpPr>
          <p:spPr>
            <a:xfrm>
              <a:off x="6054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A146ACE5-392B-D644-427E-4EF1A6F2A588}"/>
                </a:ext>
              </a:extLst>
            </p:cNvPr>
            <p:cNvSpPr/>
            <p:nvPr/>
          </p:nvSpPr>
          <p:spPr>
            <a:xfrm>
              <a:off x="6508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479DDA1E-EAF7-7BA1-9F0F-5DAB2D04C101}"/>
                </a:ext>
              </a:extLst>
            </p:cNvPr>
            <p:cNvSpPr/>
            <p:nvPr/>
          </p:nvSpPr>
          <p:spPr>
            <a:xfrm>
              <a:off x="6962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C884E1BD-4EB5-43E2-C6C4-B1FCC1B1C6C6}"/>
                </a:ext>
              </a:extLst>
            </p:cNvPr>
            <p:cNvSpPr/>
            <p:nvPr/>
          </p:nvSpPr>
          <p:spPr>
            <a:xfrm>
              <a:off x="7416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61E0ACDA-97D4-3E0D-304D-2C77E98D0195}"/>
                </a:ext>
              </a:extLst>
            </p:cNvPr>
            <p:cNvSpPr/>
            <p:nvPr/>
          </p:nvSpPr>
          <p:spPr>
            <a:xfrm>
              <a:off x="3341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EC3D2B53-6A45-5BFA-FACF-BC792DAA4F0D}"/>
                </a:ext>
              </a:extLst>
            </p:cNvPr>
            <p:cNvSpPr/>
            <p:nvPr/>
          </p:nvSpPr>
          <p:spPr>
            <a:xfrm>
              <a:off x="3795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A07932E0-1660-2F2C-F0F1-A9AB1AEF327F}"/>
                </a:ext>
              </a:extLst>
            </p:cNvPr>
            <p:cNvSpPr/>
            <p:nvPr/>
          </p:nvSpPr>
          <p:spPr>
            <a:xfrm>
              <a:off x="4249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94828964-4AA5-F5FA-44D3-12B7C662CCFC}"/>
                </a:ext>
              </a:extLst>
            </p:cNvPr>
            <p:cNvSpPr/>
            <p:nvPr/>
          </p:nvSpPr>
          <p:spPr>
            <a:xfrm>
              <a:off x="4703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id="{5953DDFE-2CC7-3E5C-6B6A-D0302EDADF7A}"/>
                </a:ext>
              </a:extLst>
            </p:cNvPr>
            <p:cNvSpPr/>
            <p:nvPr/>
          </p:nvSpPr>
          <p:spPr>
            <a:xfrm>
              <a:off x="5157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1" name="矩形 300">
              <a:extLst>
                <a:ext uri="{FF2B5EF4-FFF2-40B4-BE49-F238E27FC236}">
                  <a16:creationId xmlns:a16="http://schemas.microsoft.com/office/drawing/2014/main" id="{FC844609-3677-944C-B00D-65C8F4826996}"/>
                </a:ext>
              </a:extLst>
            </p:cNvPr>
            <p:cNvSpPr/>
            <p:nvPr/>
          </p:nvSpPr>
          <p:spPr>
            <a:xfrm>
              <a:off x="5600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2" name="矩形 301">
              <a:extLst>
                <a:ext uri="{FF2B5EF4-FFF2-40B4-BE49-F238E27FC236}">
                  <a16:creationId xmlns:a16="http://schemas.microsoft.com/office/drawing/2014/main" id="{BBF16080-3003-A370-A2D4-550CCB544F20}"/>
                </a:ext>
              </a:extLst>
            </p:cNvPr>
            <p:cNvSpPr/>
            <p:nvPr/>
          </p:nvSpPr>
          <p:spPr>
            <a:xfrm>
              <a:off x="6054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id="{5AD14DBA-181F-8D3E-55F8-12CE41019869}"/>
                </a:ext>
              </a:extLst>
            </p:cNvPr>
            <p:cNvSpPr/>
            <p:nvPr/>
          </p:nvSpPr>
          <p:spPr>
            <a:xfrm>
              <a:off x="6508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4" name="矩形 303">
              <a:extLst>
                <a:ext uri="{FF2B5EF4-FFF2-40B4-BE49-F238E27FC236}">
                  <a16:creationId xmlns:a16="http://schemas.microsoft.com/office/drawing/2014/main" id="{92F64F62-82B9-DE93-4414-8AEA5F18B279}"/>
                </a:ext>
              </a:extLst>
            </p:cNvPr>
            <p:cNvSpPr/>
            <p:nvPr/>
          </p:nvSpPr>
          <p:spPr>
            <a:xfrm>
              <a:off x="6962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AD9DCE61-AF86-B3F6-C97F-9707DAD90B6A}"/>
                </a:ext>
              </a:extLst>
            </p:cNvPr>
            <p:cNvSpPr/>
            <p:nvPr/>
          </p:nvSpPr>
          <p:spPr>
            <a:xfrm>
              <a:off x="7416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6" name="矩形 305">
              <a:extLst>
                <a:ext uri="{FF2B5EF4-FFF2-40B4-BE49-F238E27FC236}">
                  <a16:creationId xmlns:a16="http://schemas.microsoft.com/office/drawing/2014/main" id="{022A571B-F524-C60E-D391-D1BC9A8E373A}"/>
                </a:ext>
              </a:extLst>
            </p:cNvPr>
            <p:cNvSpPr/>
            <p:nvPr/>
          </p:nvSpPr>
          <p:spPr>
            <a:xfrm>
              <a:off x="3341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A698C3FD-3BE9-D629-1102-BF4BB70BBDDB}"/>
                </a:ext>
              </a:extLst>
            </p:cNvPr>
            <p:cNvSpPr/>
            <p:nvPr/>
          </p:nvSpPr>
          <p:spPr>
            <a:xfrm>
              <a:off x="3795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4EB39149-5868-E51C-807C-719857CA538B}"/>
                </a:ext>
              </a:extLst>
            </p:cNvPr>
            <p:cNvSpPr/>
            <p:nvPr/>
          </p:nvSpPr>
          <p:spPr>
            <a:xfrm>
              <a:off x="4249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AEB07634-14A6-A6EE-8740-9CE281EF50C0}"/>
                </a:ext>
              </a:extLst>
            </p:cNvPr>
            <p:cNvSpPr/>
            <p:nvPr/>
          </p:nvSpPr>
          <p:spPr>
            <a:xfrm>
              <a:off x="4703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D7765A97-B417-47DF-A916-265348BAC951}"/>
                </a:ext>
              </a:extLst>
            </p:cNvPr>
            <p:cNvSpPr/>
            <p:nvPr/>
          </p:nvSpPr>
          <p:spPr>
            <a:xfrm>
              <a:off x="5157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86205139-6DD2-887B-1609-1B462BD1437C}"/>
                </a:ext>
              </a:extLst>
            </p:cNvPr>
            <p:cNvSpPr/>
            <p:nvPr/>
          </p:nvSpPr>
          <p:spPr>
            <a:xfrm>
              <a:off x="5600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75C5E3D8-6EFC-7064-E628-32C16A7B6823}"/>
                </a:ext>
              </a:extLst>
            </p:cNvPr>
            <p:cNvSpPr/>
            <p:nvPr/>
          </p:nvSpPr>
          <p:spPr>
            <a:xfrm>
              <a:off x="6054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19641CCD-55E1-26A9-4244-43F67031B698}"/>
                </a:ext>
              </a:extLst>
            </p:cNvPr>
            <p:cNvSpPr/>
            <p:nvPr/>
          </p:nvSpPr>
          <p:spPr>
            <a:xfrm>
              <a:off x="6508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D9E1EA9C-725D-177A-2686-5E40D2057BC6}"/>
                </a:ext>
              </a:extLst>
            </p:cNvPr>
            <p:cNvSpPr/>
            <p:nvPr/>
          </p:nvSpPr>
          <p:spPr>
            <a:xfrm>
              <a:off x="6962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0299D368-5FEF-FD66-4724-E0FCCBF0DDFE}"/>
                </a:ext>
              </a:extLst>
            </p:cNvPr>
            <p:cNvSpPr/>
            <p:nvPr/>
          </p:nvSpPr>
          <p:spPr>
            <a:xfrm>
              <a:off x="7416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16" name="文本框 624">
            <a:extLst>
              <a:ext uri="{FF2B5EF4-FFF2-40B4-BE49-F238E27FC236}">
                <a16:creationId xmlns:a16="http://schemas.microsoft.com/office/drawing/2014/main" id="{2FD7ABE1-B1A0-B3E3-49CC-83E9B087F90D}"/>
              </a:ext>
            </a:extLst>
          </p:cNvPr>
          <p:cNvSpPr txBox="1"/>
          <p:nvPr/>
        </p:nvSpPr>
        <p:spPr>
          <a:xfrm>
            <a:off x="1332398" y="4515898"/>
            <a:ext cx="411847" cy="252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2"/>
                </a:solidFill>
                <a:sym typeface="+mn-ea"/>
              </a:rPr>
              <a:t>10</a:t>
            </a:r>
          </a:p>
        </p:txBody>
      </p:sp>
      <p:sp>
        <p:nvSpPr>
          <p:cNvPr id="317" name="文本框 625">
            <a:extLst>
              <a:ext uri="{FF2B5EF4-FFF2-40B4-BE49-F238E27FC236}">
                <a16:creationId xmlns:a16="http://schemas.microsoft.com/office/drawing/2014/main" id="{266C6C6A-E487-64A2-ABCE-F6088E7AF42E}"/>
              </a:ext>
            </a:extLst>
          </p:cNvPr>
          <p:cNvSpPr txBox="1"/>
          <p:nvPr/>
        </p:nvSpPr>
        <p:spPr>
          <a:xfrm>
            <a:off x="535787" y="3420840"/>
            <a:ext cx="502161" cy="426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2"/>
                </a:solidFill>
                <a:sym typeface="+mn-ea"/>
              </a:rPr>
              <a:t>14</a:t>
            </a:r>
          </a:p>
        </p:txBody>
      </p:sp>
      <p:sp>
        <p:nvSpPr>
          <p:cNvPr id="318" name="右箭头 629">
            <a:extLst>
              <a:ext uri="{FF2B5EF4-FFF2-40B4-BE49-F238E27FC236}">
                <a16:creationId xmlns:a16="http://schemas.microsoft.com/office/drawing/2014/main" id="{AA0B4A6E-D9E3-BFE4-07BC-ECF8C31FDDA1}"/>
              </a:ext>
            </a:extLst>
          </p:cNvPr>
          <p:cNvSpPr/>
          <p:nvPr/>
        </p:nvSpPr>
        <p:spPr>
          <a:xfrm rot="10800000">
            <a:off x="6519475" y="3479550"/>
            <a:ext cx="476885" cy="173355"/>
          </a:xfrm>
          <a:prstGeom prst="rightArrow">
            <a:avLst/>
          </a:prstGeom>
          <a:solidFill>
            <a:srgbClr val="EDEDED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9" name="右箭头 630">
            <a:extLst>
              <a:ext uri="{FF2B5EF4-FFF2-40B4-BE49-F238E27FC236}">
                <a16:creationId xmlns:a16="http://schemas.microsoft.com/office/drawing/2014/main" id="{91F5D768-24F3-C158-F358-81A73367EC7B}"/>
              </a:ext>
            </a:extLst>
          </p:cNvPr>
          <p:cNvSpPr/>
          <p:nvPr/>
        </p:nvSpPr>
        <p:spPr>
          <a:xfrm rot="10800000">
            <a:off x="4719249" y="3474469"/>
            <a:ext cx="573791" cy="17335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0" name="右箭头 631">
            <a:extLst>
              <a:ext uri="{FF2B5EF4-FFF2-40B4-BE49-F238E27FC236}">
                <a16:creationId xmlns:a16="http://schemas.microsoft.com/office/drawing/2014/main" id="{6EE9C12F-71B2-A91C-0716-A2F306868115}"/>
              </a:ext>
            </a:extLst>
          </p:cNvPr>
          <p:cNvSpPr/>
          <p:nvPr/>
        </p:nvSpPr>
        <p:spPr>
          <a:xfrm rot="10800000">
            <a:off x="2317746" y="3474471"/>
            <a:ext cx="553342" cy="173355"/>
          </a:xfrm>
          <a:prstGeom prst="rightArrow">
            <a:avLst/>
          </a:prstGeom>
          <a:solidFill>
            <a:srgbClr val="E1D9FC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1" name="矩形: 圆角 320">
            <a:extLst>
              <a:ext uri="{FF2B5EF4-FFF2-40B4-BE49-F238E27FC236}">
                <a16:creationId xmlns:a16="http://schemas.microsoft.com/office/drawing/2014/main" id="{2BBF2BE2-1BE5-C4F0-93B4-FBF3AA510A27}"/>
              </a:ext>
            </a:extLst>
          </p:cNvPr>
          <p:cNvSpPr/>
          <p:nvPr/>
        </p:nvSpPr>
        <p:spPr>
          <a:xfrm>
            <a:off x="2168038" y="5282095"/>
            <a:ext cx="690413" cy="377917"/>
          </a:xfrm>
          <a:prstGeom prst="roundRect">
            <a:avLst/>
          </a:prstGeom>
          <a:solidFill>
            <a:srgbClr val="FCE6D5"/>
          </a:solidFill>
          <a:ln>
            <a:solidFill>
              <a:srgbClr val="EE822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kernel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11,7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AEDC9EDA-870F-D3B9-5906-CFBEB171A951}"/>
              </a:ext>
            </a:extLst>
          </p:cNvPr>
          <p:cNvSpPr/>
          <p:nvPr/>
        </p:nvSpPr>
        <p:spPr>
          <a:xfrm>
            <a:off x="4479277" y="5275547"/>
            <a:ext cx="690413" cy="377917"/>
          </a:xfrm>
          <a:prstGeom prst="roundRect">
            <a:avLst/>
          </a:prstGeom>
          <a:solidFill>
            <a:srgbClr val="DED0FF"/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kernel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3,3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3" name="矩形: 圆角 322">
            <a:extLst>
              <a:ext uri="{FF2B5EF4-FFF2-40B4-BE49-F238E27FC236}">
                <a16:creationId xmlns:a16="http://schemas.microsoft.com/office/drawing/2014/main" id="{DDAC42FB-2231-2AB5-4002-5023F5E5B1B4}"/>
              </a:ext>
            </a:extLst>
          </p:cNvPr>
          <p:cNvSpPr/>
          <p:nvPr/>
        </p:nvSpPr>
        <p:spPr>
          <a:xfrm>
            <a:off x="6277945" y="5258559"/>
            <a:ext cx="690413" cy="377917"/>
          </a:xfrm>
          <a:prstGeom prst="roundRect">
            <a:avLst/>
          </a:prstGeom>
          <a:solidFill>
            <a:srgbClr val="CFFAFF"/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kernel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1,1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4" name="矩形: 圆角 323">
            <a:extLst>
              <a:ext uri="{FF2B5EF4-FFF2-40B4-BE49-F238E27FC236}">
                <a16:creationId xmlns:a16="http://schemas.microsoft.com/office/drawing/2014/main" id="{4FA938FA-B689-FCE2-ED78-2EB3BE6F6FA3}"/>
              </a:ext>
            </a:extLst>
          </p:cNvPr>
          <p:cNvSpPr/>
          <p:nvPr/>
        </p:nvSpPr>
        <p:spPr>
          <a:xfrm>
            <a:off x="7866489" y="5251589"/>
            <a:ext cx="690413" cy="377917"/>
          </a:xfrm>
          <a:prstGeom prst="roundRect">
            <a:avLst/>
          </a:prstGeom>
          <a:solidFill>
            <a:srgbClr val="FFF2CA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pool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2,2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5" name="右箭头 629">
            <a:extLst>
              <a:ext uri="{FF2B5EF4-FFF2-40B4-BE49-F238E27FC236}">
                <a16:creationId xmlns:a16="http://schemas.microsoft.com/office/drawing/2014/main" id="{834346FA-A834-E6EB-D003-1A4BF90E4B17}"/>
              </a:ext>
            </a:extLst>
          </p:cNvPr>
          <p:cNvSpPr/>
          <p:nvPr/>
        </p:nvSpPr>
        <p:spPr>
          <a:xfrm rot="10800000">
            <a:off x="8189545" y="3479550"/>
            <a:ext cx="476885" cy="173355"/>
          </a:xfrm>
          <a:prstGeom prst="rightArrow">
            <a:avLst/>
          </a:prstGeom>
          <a:solidFill>
            <a:srgbClr val="E2F0D9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6" name="右箭头 631">
            <a:extLst>
              <a:ext uri="{FF2B5EF4-FFF2-40B4-BE49-F238E27FC236}">
                <a16:creationId xmlns:a16="http://schemas.microsoft.com/office/drawing/2014/main" id="{A12B4A0F-3DCC-14BE-BDC8-3BABE48C4B77}"/>
              </a:ext>
            </a:extLst>
          </p:cNvPr>
          <p:cNvSpPr/>
          <p:nvPr/>
        </p:nvSpPr>
        <p:spPr>
          <a:xfrm>
            <a:off x="3342051" y="5372359"/>
            <a:ext cx="553342" cy="173355"/>
          </a:xfrm>
          <a:prstGeom prst="rightArrow">
            <a:avLst/>
          </a:prstGeom>
          <a:solidFill>
            <a:srgbClr val="E1D9FC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7" name="右箭头 630">
            <a:extLst>
              <a:ext uri="{FF2B5EF4-FFF2-40B4-BE49-F238E27FC236}">
                <a16:creationId xmlns:a16="http://schemas.microsoft.com/office/drawing/2014/main" id="{9E02A1FE-A7A7-0510-5FEA-24FA4F9C7E5B}"/>
              </a:ext>
            </a:extLst>
          </p:cNvPr>
          <p:cNvSpPr/>
          <p:nvPr/>
        </p:nvSpPr>
        <p:spPr>
          <a:xfrm>
            <a:off x="5458503" y="5365290"/>
            <a:ext cx="573791" cy="17335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9" name="右箭头 631">
            <a:extLst>
              <a:ext uri="{FF2B5EF4-FFF2-40B4-BE49-F238E27FC236}">
                <a16:creationId xmlns:a16="http://schemas.microsoft.com/office/drawing/2014/main" id="{2AD4A7BB-E937-60FC-78B6-CF10CAC938D4}"/>
              </a:ext>
            </a:extLst>
          </p:cNvPr>
          <p:cNvSpPr/>
          <p:nvPr/>
        </p:nvSpPr>
        <p:spPr>
          <a:xfrm>
            <a:off x="1461716" y="5372358"/>
            <a:ext cx="460670" cy="173355"/>
          </a:xfrm>
          <a:prstGeom prst="rightArrow">
            <a:avLst/>
          </a:prstGeom>
          <a:solidFill>
            <a:srgbClr val="FCE6D5"/>
          </a:solidFill>
          <a:ln>
            <a:solidFill>
              <a:srgbClr val="EE82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711F2CB9-9B8F-A5EF-501E-621C721AEAC9}"/>
              </a:ext>
            </a:extLst>
          </p:cNvPr>
          <p:cNvSpPr txBox="1"/>
          <p:nvPr/>
        </p:nvSpPr>
        <p:spPr>
          <a:xfrm>
            <a:off x="3915041" y="4605490"/>
            <a:ext cx="312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Seq 1. </a:t>
            </a:r>
            <a:r>
              <a:rPr lang="zh-CN" altLang="en-US" sz="1600" dirty="0">
                <a:solidFill>
                  <a:srgbClr val="C00000"/>
                </a:solidFill>
              </a:rPr>
              <a:t>反推顺序：数据形状变化</a:t>
            </a: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D1802135-91A8-BCE2-EF18-4702671ABA00}"/>
              </a:ext>
            </a:extLst>
          </p:cNvPr>
          <p:cNvSpPr txBox="1"/>
          <p:nvPr/>
        </p:nvSpPr>
        <p:spPr>
          <a:xfrm>
            <a:off x="3958486" y="5673392"/>
            <a:ext cx="3104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Seq 2. </a:t>
            </a:r>
            <a:r>
              <a:rPr lang="zh-CN" altLang="en-US" sz="1600" dirty="0">
                <a:solidFill>
                  <a:srgbClr val="C00000"/>
                </a:solidFill>
              </a:rPr>
              <a:t>计算顺序：逐层卷积流动</a:t>
            </a:r>
          </a:p>
        </p:txBody>
      </p:sp>
      <p:sp>
        <p:nvSpPr>
          <p:cNvPr id="3" name="右箭头 629">
            <a:extLst>
              <a:ext uri="{FF2B5EF4-FFF2-40B4-BE49-F238E27FC236}">
                <a16:creationId xmlns:a16="http://schemas.microsoft.com/office/drawing/2014/main" id="{08198FFA-0563-CA3A-4CE4-9346EABA9B89}"/>
              </a:ext>
            </a:extLst>
          </p:cNvPr>
          <p:cNvSpPr/>
          <p:nvPr/>
        </p:nvSpPr>
        <p:spPr>
          <a:xfrm>
            <a:off x="7120253" y="5351645"/>
            <a:ext cx="573791" cy="187164"/>
          </a:xfrm>
          <a:prstGeom prst="rightArrow">
            <a:avLst/>
          </a:prstGeom>
          <a:solidFill>
            <a:srgbClr val="EDEDED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3" name="右箭头 629">
            <a:extLst>
              <a:ext uri="{FF2B5EF4-FFF2-40B4-BE49-F238E27FC236}">
                <a16:creationId xmlns:a16="http://schemas.microsoft.com/office/drawing/2014/main" id="{E8958884-131A-BBFA-4360-928551AF09AA}"/>
              </a:ext>
            </a:extLst>
          </p:cNvPr>
          <p:cNvSpPr/>
          <p:nvPr/>
        </p:nvSpPr>
        <p:spPr>
          <a:xfrm>
            <a:off x="8652800" y="5356693"/>
            <a:ext cx="571217" cy="168904"/>
          </a:xfrm>
          <a:prstGeom prst="rightArrow">
            <a:avLst/>
          </a:prstGeom>
          <a:solidFill>
            <a:srgbClr val="E2F0D9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80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04F88-C7BA-1301-3752-8C084B62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41DC7CA-9FC0-E75D-B692-D0BE444D83F6}"/>
              </a:ext>
            </a:extLst>
          </p:cNvPr>
          <p:cNvSpPr/>
          <p:nvPr/>
        </p:nvSpPr>
        <p:spPr>
          <a:xfrm>
            <a:off x="466250" y="5092070"/>
            <a:ext cx="9663867" cy="972134"/>
          </a:xfrm>
          <a:prstGeom prst="roundRect">
            <a:avLst>
              <a:gd name="adj" fmla="val 7285"/>
            </a:avLst>
          </a:prstGeom>
          <a:solidFill>
            <a:srgbClr val="00B0F0">
              <a:alpha val="5000"/>
            </a:srgbClr>
          </a:solidFill>
          <a:ln w="158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978BCDF-E624-593F-3561-2BA21427CF2A}"/>
              </a:ext>
            </a:extLst>
          </p:cNvPr>
          <p:cNvSpPr/>
          <p:nvPr/>
        </p:nvSpPr>
        <p:spPr>
          <a:xfrm>
            <a:off x="578129" y="2581221"/>
            <a:ext cx="9350281" cy="2381277"/>
          </a:xfrm>
          <a:prstGeom prst="roundRect">
            <a:avLst>
              <a:gd name="adj" fmla="val 12691"/>
            </a:avLst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B589D30-3AFC-43C6-6B1D-0F2F87A428D3}"/>
              </a:ext>
            </a:extLst>
          </p:cNvPr>
          <p:cNvGrpSpPr/>
          <p:nvPr/>
        </p:nvGrpSpPr>
        <p:grpSpPr>
          <a:xfrm>
            <a:off x="5812414" y="3073735"/>
            <a:ext cx="576580" cy="575945"/>
            <a:chOff x="12812" y="6636"/>
            <a:chExt cx="908" cy="90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00C35D1-F793-B09A-B687-FD27D9F551C5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DB9F768-441E-4D8B-752A-E548B9C8D5B4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0B42FE9-7C87-961A-0D86-26D795D6A7E4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A937E31-C894-B4DD-C615-55DB621B0315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C2F894C-620B-76F0-D172-23D2328A19D7}"/>
              </a:ext>
            </a:extLst>
          </p:cNvPr>
          <p:cNvGrpSpPr/>
          <p:nvPr/>
        </p:nvGrpSpPr>
        <p:grpSpPr>
          <a:xfrm>
            <a:off x="5693669" y="3189940"/>
            <a:ext cx="576580" cy="575945"/>
            <a:chOff x="12812" y="6636"/>
            <a:chExt cx="908" cy="90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A331C78-B6FD-9120-EB59-DBE2EC660506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9D6BE54-F7B2-98D8-D51C-1E0FA836EC44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F0E7A3-C496-B4D2-3DF2-BA96A0738A12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0E71C7A-C495-2379-20C0-41F6E2342B20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B340DCD-8B3D-A0D9-620D-F2B0E67323F6}"/>
              </a:ext>
            </a:extLst>
          </p:cNvPr>
          <p:cNvGrpSpPr/>
          <p:nvPr/>
        </p:nvGrpSpPr>
        <p:grpSpPr>
          <a:xfrm>
            <a:off x="5580004" y="3314400"/>
            <a:ext cx="576580" cy="575945"/>
            <a:chOff x="12812" y="6636"/>
            <a:chExt cx="908" cy="90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90BD80C-D73E-EB6C-9DD8-3A9990402A19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C16CBC5-D47B-733A-1D4A-A7D3CDE52CA9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C4D0B47-2F73-1D3F-4BB2-C57543E8AC1B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D8A34DA-7D05-8CF5-7F28-3282BC5D0BE2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0E6CD9C2-4E95-814A-CFD5-B851ED1E4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2" y="187584"/>
            <a:ext cx="10564606" cy="2214972"/>
          </a:xfrm>
          <a:prstGeom prst="rect">
            <a:avLst/>
          </a:prstGeom>
        </p:spPr>
      </p:pic>
      <p:sp>
        <p:nvSpPr>
          <p:cNvPr id="23" name="立方体 22">
            <a:extLst>
              <a:ext uri="{FF2B5EF4-FFF2-40B4-BE49-F238E27FC236}">
                <a16:creationId xmlns:a16="http://schemas.microsoft.com/office/drawing/2014/main" id="{A310E6AC-40BE-A945-AD24-E3357E86AC2C}"/>
              </a:ext>
            </a:extLst>
          </p:cNvPr>
          <p:cNvSpPr/>
          <p:nvPr/>
        </p:nvSpPr>
        <p:spPr>
          <a:xfrm>
            <a:off x="8291654" y="981223"/>
            <a:ext cx="434225" cy="179704"/>
          </a:xfrm>
          <a:prstGeom prst="cube">
            <a:avLst>
              <a:gd name="adj" fmla="val 42050"/>
            </a:avLst>
          </a:prstGeom>
          <a:solidFill>
            <a:schemeClr val="accent6">
              <a:lumMod val="20000"/>
              <a:lumOff val="80000"/>
            </a:schemeClr>
          </a:solidFill>
          <a:ln w="28575" cmpd="sng"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文本框 14">
            <a:extLst>
              <a:ext uri="{FF2B5EF4-FFF2-40B4-BE49-F238E27FC236}">
                <a16:creationId xmlns:a16="http://schemas.microsoft.com/office/drawing/2014/main" id="{C6BB4E20-72D6-206B-FC62-54F864A6AB25}"/>
              </a:ext>
            </a:extLst>
          </p:cNvPr>
          <p:cNvSpPr txBox="1"/>
          <p:nvPr/>
        </p:nvSpPr>
        <p:spPr>
          <a:xfrm>
            <a:off x="8332507" y="1155795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文本框 15">
            <a:extLst>
              <a:ext uri="{FF2B5EF4-FFF2-40B4-BE49-F238E27FC236}">
                <a16:creationId xmlns:a16="http://schemas.microsoft.com/office/drawing/2014/main" id="{51510DD2-9292-554A-7B28-70C674C3290A}"/>
              </a:ext>
            </a:extLst>
          </p:cNvPr>
          <p:cNvSpPr txBox="1"/>
          <p:nvPr/>
        </p:nvSpPr>
        <p:spPr>
          <a:xfrm>
            <a:off x="8592559" y="1048673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6" name="文本框 19">
            <a:extLst>
              <a:ext uri="{FF2B5EF4-FFF2-40B4-BE49-F238E27FC236}">
                <a16:creationId xmlns:a16="http://schemas.microsoft.com/office/drawing/2014/main" id="{D17FED31-A23E-7C9B-16B8-F8CC7F8B5F45}"/>
              </a:ext>
            </a:extLst>
          </p:cNvPr>
          <p:cNvSpPr txBox="1"/>
          <p:nvPr/>
        </p:nvSpPr>
        <p:spPr>
          <a:xfrm>
            <a:off x="8656029" y="880614"/>
            <a:ext cx="235585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BC9F76-DA1B-F1BF-CAED-B514931EEED4}"/>
              </a:ext>
            </a:extLst>
          </p:cNvPr>
          <p:cNvSpPr/>
          <p:nvPr/>
        </p:nvSpPr>
        <p:spPr>
          <a:xfrm>
            <a:off x="9164765" y="3203396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9CA7194-9861-B6AF-5CB6-9DA89133DDFC}"/>
              </a:ext>
            </a:extLst>
          </p:cNvPr>
          <p:cNvCxnSpPr/>
          <p:nvPr/>
        </p:nvCxnSpPr>
        <p:spPr>
          <a:xfrm flipH="1">
            <a:off x="8789185" y="3184693"/>
            <a:ext cx="366395" cy="30670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D225352-1BDA-3615-FC23-2B99C2CE0501}"/>
              </a:ext>
            </a:extLst>
          </p:cNvPr>
          <p:cNvCxnSpPr/>
          <p:nvPr/>
        </p:nvCxnSpPr>
        <p:spPr>
          <a:xfrm flipH="1" flipV="1">
            <a:off x="9155481" y="3180008"/>
            <a:ext cx="307340" cy="127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3F32744-EA43-2071-D8AB-05ADF4C19EBA}"/>
              </a:ext>
            </a:extLst>
          </p:cNvPr>
          <p:cNvCxnSpPr/>
          <p:nvPr/>
        </p:nvCxnSpPr>
        <p:spPr>
          <a:xfrm>
            <a:off x="9474349" y="3178737"/>
            <a:ext cx="2540" cy="32131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114">
            <a:extLst>
              <a:ext uri="{FF2B5EF4-FFF2-40B4-BE49-F238E27FC236}">
                <a16:creationId xmlns:a16="http://schemas.microsoft.com/office/drawing/2014/main" id="{4E72C8AC-77FA-8C70-4640-4DF070322AB3}"/>
              </a:ext>
            </a:extLst>
          </p:cNvPr>
          <p:cNvSpPr txBox="1"/>
          <p:nvPr/>
        </p:nvSpPr>
        <p:spPr>
          <a:xfrm>
            <a:off x="9232083" y="3597534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6"/>
                </a:solidFill>
                <a:sym typeface="+mn-ea"/>
              </a:rPr>
              <a:t>4</a:t>
            </a:r>
          </a:p>
        </p:txBody>
      </p:sp>
      <p:sp>
        <p:nvSpPr>
          <p:cNvPr id="32" name="文本框 115">
            <a:extLst>
              <a:ext uri="{FF2B5EF4-FFF2-40B4-BE49-F238E27FC236}">
                <a16:creationId xmlns:a16="http://schemas.microsoft.com/office/drawing/2014/main" id="{649D2899-6BF5-9978-A566-9452E35041AC}"/>
              </a:ext>
            </a:extLst>
          </p:cNvPr>
          <p:cNvSpPr txBox="1"/>
          <p:nvPr/>
        </p:nvSpPr>
        <p:spPr>
          <a:xfrm>
            <a:off x="8862702" y="3810259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6"/>
                </a:solidFill>
                <a:sym typeface="+mn-ea"/>
              </a:rPr>
              <a:t>1</a:t>
            </a:r>
          </a:p>
        </p:txBody>
      </p:sp>
      <p:sp>
        <p:nvSpPr>
          <p:cNvPr id="33" name="文本框 116">
            <a:extLst>
              <a:ext uri="{FF2B5EF4-FFF2-40B4-BE49-F238E27FC236}">
                <a16:creationId xmlns:a16="http://schemas.microsoft.com/office/drawing/2014/main" id="{F441C12E-D583-056A-3ECB-1859E3F3F5CB}"/>
              </a:ext>
            </a:extLst>
          </p:cNvPr>
          <p:cNvSpPr txBox="1"/>
          <p:nvPr/>
        </p:nvSpPr>
        <p:spPr>
          <a:xfrm>
            <a:off x="9415132" y="3168651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6"/>
                </a:solidFill>
                <a:sym typeface="+mn-ea"/>
              </a:rPr>
              <a:t>1</a:t>
            </a:r>
          </a:p>
        </p:txBody>
      </p:sp>
      <p:sp>
        <p:nvSpPr>
          <p:cNvPr id="34" name="立方体 33">
            <a:extLst>
              <a:ext uri="{FF2B5EF4-FFF2-40B4-BE49-F238E27FC236}">
                <a16:creationId xmlns:a16="http://schemas.microsoft.com/office/drawing/2014/main" id="{BCEDA6F1-B5A5-913C-E7D0-67F586FDF8C9}"/>
              </a:ext>
            </a:extLst>
          </p:cNvPr>
          <p:cNvSpPr/>
          <p:nvPr/>
        </p:nvSpPr>
        <p:spPr>
          <a:xfrm>
            <a:off x="7170052" y="696670"/>
            <a:ext cx="795655" cy="330200"/>
          </a:xfrm>
          <a:prstGeom prst="cube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" name="文本框 118">
            <a:extLst>
              <a:ext uri="{FF2B5EF4-FFF2-40B4-BE49-F238E27FC236}">
                <a16:creationId xmlns:a16="http://schemas.microsoft.com/office/drawing/2014/main" id="{731E9D22-920F-4BEA-1F6C-2B25F032B692}"/>
              </a:ext>
            </a:extLst>
          </p:cNvPr>
          <p:cNvSpPr txBox="1"/>
          <p:nvPr/>
        </p:nvSpPr>
        <p:spPr>
          <a:xfrm>
            <a:off x="7416451" y="96439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6" name="文本框 119">
            <a:extLst>
              <a:ext uri="{FF2B5EF4-FFF2-40B4-BE49-F238E27FC236}">
                <a16:creationId xmlns:a16="http://schemas.microsoft.com/office/drawing/2014/main" id="{A3E374A2-8635-E9FA-0066-715A9128D6DF}"/>
              </a:ext>
            </a:extLst>
          </p:cNvPr>
          <p:cNvSpPr txBox="1"/>
          <p:nvPr/>
        </p:nvSpPr>
        <p:spPr>
          <a:xfrm>
            <a:off x="7815231" y="90787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文本框 120">
            <a:extLst>
              <a:ext uri="{FF2B5EF4-FFF2-40B4-BE49-F238E27FC236}">
                <a16:creationId xmlns:a16="http://schemas.microsoft.com/office/drawing/2014/main" id="{10299A00-26B3-AF9F-3E22-05DD728B5BB2}"/>
              </a:ext>
            </a:extLst>
          </p:cNvPr>
          <p:cNvSpPr txBox="1"/>
          <p:nvPr/>
        </p:nvSpPr>
        <p:spPr>
          <a:xfrm>
            <a:off x="7885716" y="69642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8" name="文本框 132">
            <a:extLst>
              <a:ext uri="{FF2B5EF4-FFF2-40B4-BE49-F238E27FC236}">
                <a16:creationId xmlns:a16="http://schemas.microsoft.com/office/drawing/2014/main" id="{F41184DA-E8FE-1858-045E-EA8107FA7F54}"/>
              </a:ext>
            </a:extLst>
          </p:cNvPr>
          <p:cNvSpPr txBox="1"/>
          <p:nvPr/>
        </p:nvSpPr>
        <p:spPr>
          <a:xfrm>
            <a:off x="7286447" y="3986577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3"/>
                </a:solidFill>
                <a:sym typeface="+mn-ea"/>
              </a:rPr>
              <a:t>2</a:t>
            </a:r>
          </a:p>
        </p:txBody>
      </p:sp>
      <p:sp>
        <p:nvSpPr>
          <p:cNvPr id="39" name="文本框 133">
            <a:extLst>
              <a:ext uri="{FF2B5EF4-FFF2-40B4-BE49-F238E27FC236}">
                <a16:creationId xmlns:a16="http://schemas.microsoft.com/office/drawing/2014/main" id="{BC179DA2-EE3F-8531-8383-72ECD7FAC321}"/>
              </a:ext>
            </a:extLst>
          </p:cNvPr>
          <p:cNvSpPr txBox="1"/>
          <p:nvPr/>
        </p:nvSpPr>
        <p:spPr>
          <a:xfrm>
            <a:off x="7885071" y="3756908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3"/>
                </a:solidFill>
                <a:sym typeface="+mn-ea"/>
              </a:rPr>
              <a:t>4</a:t>
            </a:r>
          </a:p>
        </p:txBody>
      </p:sp>
      <p:sp>
        <p:nvSpPr>
          <p:cNvPr id="40" name="文本框 134">
            <a:extLst>
              <a:ext uri="{FF2B5EF4-FFF2-40B4-BE49-F238E27FC236}">
                <a16:creationId xmlns:a16="http://schemas.microsoft.com/office/drawing/2014/main" id="{166AE85C-10E0-6BD9-9161-C5C9E0AAD025}"/>
              </a:ext>
            </a:extLst>
          </p:cNvPr>
          <p:cNvSpPr txBox="1"/>
          <p:nvPr/>
        </p:nvSpPr>
        <p:spPr>
          <a:xfrm>
            <a:off x="8073637" y="3166754"/>
            <a:ext cx="279753" cy="2908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3"/>
                </a:solidFill>
                <a:sym typeface="+mn-ea"/>
              </a:rPr>
              <a:t>2</a:t>
            </a:r>
          </a:p>
        </p:txBody>
      </p:sp>
      <p:sp>
        <p:nvSpPr>
          <p:cNvPr id="41" name="文本框 146">
            <a:extLst>
              <a:ext uri="{FF2B5EF4-FFF2-40B4-BE49-F238E27FC236}">
                <a16:creationId xmlns:a16="http://schemas.microsoft.com/office/drawing/2014/main" id="{764E5D28-F83C-058F-DA42-31C8000406E2}"/>
              </a:ext>
            </a:extLst>
          </p:cNvPr>
          <p:cNvSpPr txBox="1"/>
          <p:nvPr/>
        </p:nvSpPr>
        <p:spPr>
          <a:xfrm>
            <a:off x="5614295" y="4014094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00B0F0"/>
                </a:solidFill>
                <a:sym typeface="+mn-ea"/>
              </a:rPr>
              <a:t>2</a:t>
            </a:r>
          </a:p>
        </p:txBody>
      </p:sp>
      <p:sp>
        <p:nvSpPr>
          <p:cNvPr id="42" name="文本框 147">
            <a:extLst>
              <a:ext uri="{FF2B5EF4-FFF2-40B4-BE49-F238E27FC236}">
                <a16:creationId xmlns:a16="http://schemas.microsoft.com/office/drawing/2014/main" id="{F0F0BF1A-F11F-E3FE-1D41-B3F22A4181FD}"/>
              </a:ext>
            </a:extLst>
          </p:cNvPr>
          <p:cNvSpPr txBox="1"/>
          <p:nvPr/>
        </p:nvSpPr>
        <p:spPr>
          <a:xfrm>
            <a:off x="6175521" y="3762558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00B0F0"/>
                </a:solidFill>
                <a:sym typeface="+mn-ea"/>
              </a:rPr>
              <a:t>4</a:t>
            </a:r>
          </a:p>
        </p:txBody>
      </p:sp>
      <p:sp>
        <p:nvSpPr>
          <p:cNvPr id="43" name="文本框 148">
            <a:extLst>
              <a:ext uri="{FF2B5EF4-FFF2-40B4-BE49-F238E27FC236}">
                <a16:creationId xmlns:a16="http://schemas.microsoft.com/office/drawing/2014/main" id="{1DC9C3E3-937C-342F-5A5F-583BBF956C4F}"/>
              </a:ext>
            </a:extLst>
          </p:cNvPr>
          <p:cNvSpPr txBox="1"/>
          <p:nvPr/>
        </p:nvSpPr>
        <p:spPr>
          <a:xfrm>
            <a:off x="5161929" y="3593709"/>
            <a:ext cx="38544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00B0F0"/>
                </a:solidFill>
                <a:sym typeface="+mn-ea"/>
              </a:rPr>
              <a:t>2</a:t>
            </a:r>
          </a:p>
        </p:txBody>
      </p:sp>
      <p:sp>
        <p:nvSpPr>
          <p:cNvPr id="44" name="立方体 43">
            <a:extLst>
              <a:ext uri="{FF2B5EF4-FFF2-40B4-BE49-F238E27FC236}">
                <a16:creationId xmlns:a16="http://schemas.microsoft.com/office/drawing/2014/main" id="{83F59D55-B488-7553-F1B8-3091857FEB66}"/>
              </a:ext>
            </a:extLst>
          </p:cNvPr>
          <p:cNvSpPr/>
          <p:nvPr/>
        </p:nvSpPr>
        <p:spPr>
          <a:xfrm>
            <a:off x="5241557" y="771601"/>
            <a:ext cx="859155" cy="405765"/>
          </a:xfrm>
          <a:prstGeom prst="cube">
            <a:avLst>
              <a:gd name="adj" fmla="val 19248"/>
            </a:avLst>
          </a:prstGeom>
          <a:solidFill>
            <a:srgbClr val="CFFAFF"/>
          </a:solidFill>
          <a:ln w="28575" cmpd="sng">
            <a:solidFill>
              <a:srgbClr val="00B0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文本框 170">
            <a:extLst>
              <a:ext uri="{FF2B5EF4-FFF2-40B4-BE49-F238E27FC236}">
                <a16:creationId xmlns:a16="http://schemas.microsoft.com/office/drawing/2014/main" id="{C533AFC3-92C2-C2AA-CCF6-F7C3BC999E11}"/>
              </a:ext>
            </a:extLst>
          </p:cNvPr>
          <p:cNvSpPr txBox="1"/>
          <p:nvPr/>
        </p:nvSpPr>
        <p:spPr>
          <a:xfrm>
            <a:off x="3537668" y="4147210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7030A0"/>
                </a:solidFill>
                <a:sym typeface="+mn-ea"/>
              </a:rPr>
              <a:t>4</a:t>
            </a:r>
          </a:p>
        </p:txBody>
      </p:sp>
      <p:sp>
        <p:nvSpPr>
          <p:cNvPr id="46" name="文本框 171">
            <a:extLst>
              <a:ext uri="{FF2B5EF4-FFF2-40B4-BE49-F238E27FC236}">
                <a16:creationId xmlns:a16="http://schemas.microsoft.com/office/drawing/2014/main" id="{9941A31D-7870-C2E8-C272-AF091BA732B8}"/>
              </a:ext>
            </a:extLst>
          </p:cNvPr>
          <p:cNvSpPr txBox="1"/>
          <p:nvPr/>
        </p:nvSpPr>
        <p:spPr>
          <a:xfrm>
            <a:off x="2779468" y="3614620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7030A0"/>
                </a:solidFill>
                <a:sym typeface="+mn-ea"/>
              </a:rPr>
              <a:t>4</a:t>
            </a:r>
          </a:p>
        </p:txBody>
      </p:sp>
      <p:sp>
        <p:nvSpPr>
          <p:cNvPr id="47" name="文本框 172">
            <a:extLst>
              <a:ext uri="{FF2B5EF4-FFF2-40B4-BE49-F238E27FC236}">
                <a16:creationId xmlns:a16="http://schemas.microsoft.com/office/drawing/2014/main" id="{2086F5EB-9D34-D2F7-E285-25AC81291D60}"/>
              </a:ext>
            </a:extLst>
          </p:cNvPr>
          <p:cNvSpPr txBox="1"/>
          <p:nvPr/>
        </p:nvSpPr>
        <p:spPr>
          <a:xfrm>
            <a:off x="4397960" y="4113279"/>
            <a:ext cx="423545" cy="40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7030A0"/>
                </a:solidFill>
                <a:sym typeface="+mn-ea"/>
              </a:rPr>
              <a:t>4</a:t>
            </a:r>
          </a:p>
        </p:txBody>
      </p:sp>
      <p:sp>
        <p:nvSpPr>
          <p:cNvPr id="48" name="立方体 47">
            <a:extLst>
              <a:ext uri="{FF2B5EF4-FFF2-40B4-BE49-F238E27FC236}">
                <a16:creationId xmlns:a16="http://schemas.microsoft.com/office/drawing/2014/main" id="{60AE3FBF-55F1-CEF0-4158-FDFDFF84CC43}"/>
              </a:ext>
            </a:extLst>
          </p:cNvPr>
          <p:cNvSpPr/>
          <p:nvPr/>
        </p:nvSpPr>
        <p:spPr>
          <a:xfrm>
            <a:off x="2964447" y="731595"/>
            <a:ext cx="950595" cy="445770"/>
          </a:xfrm>
          <a:prstGeom prst="cube">
            <a:avLst>
              <a:gd name="adj" fmla="val 23646"/>
            </a:avLst>
          </a:prstGeom>
          <a:solidFill>
            <a:srgbClr val="E1D9FC"/>
          </a:solidFill>
          <a:ln w="28575" cmpd="sng">
            <a:solidFill>
              <a:srgbClr val="7030A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文本框 175">
            <a:extLst>
              <a:ext uri="{FF2B5EF4-FFF2-40B4-BE49-F238E27FC236}">
                <a16:creationId xmlns:a16="http://schemas.microsoft.com/office/drawing/2014/main" id="{1D92CCE6-6950-6FC5-4182-EB40C7B41F3D}"/>
              </a:ext>
            </a:extLst>
          </p:cNvPr>
          <p:cNvSpPr txBox="1"/>
          <p:nvPr/>
        </p:nvSpPr>
        <p:spPr>
          <a:xfrm>
            <a:off x="5494306" y="111488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文本框 176">
            <a:extLst>
              <a:ext uri="{FF2B5EF4-FFF2-40B4-BE49-F238E27FC236}">
                <a16:creationId xmlns:a16="http://schemas.microsoft.com/office/drawing/2014/main" id="{59426A0D-8065-42B6-D653-9338D81D3B8A}"/>
              </a:ext>
            </a:extLst>
          </p:cNvPr>
          <p:cNvSpPr txBox="1"/>
          <p:nvPr/>
        </p:nvSpPr>
        <p:spPr>
          <a:xfrm>
            <a:off x="6037231" y="80627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文本框 177">
            <a:extLst>
              <a:ext uri="{FF2B5EF4-FFF2-40B4-BE49-F238E27FC236}">
                <a16:creationId xmlns:a16="http://schemas.microsoft.com/office/drawing/2014/main" id="{9927EBF5-73B6-1ACC-FB82-D46B182E52A8}"/>
              </a:ext>
            </a:extLst>
          </p:cNvPr>
          <p:cNvSpPr txBox="1"/>
          <p:nvPr/>
        </p:nvSpPr>
        <p:spPr>
          <a:xfrm>
            <a:off x="5968651" y="104821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2" name="文本框 178">
            <a:extLst>
              <a:ext uri="{FF2B5EF4-FFF2-40B4-BE49-F238E27FC236}">
                <a16:creationId xmlns:a16="http://schemas.microsoft.com/office/drawing/2014/main" id="{BEA64BD7-A336-5A06-FFDE-2CA237F56D7C}"/>
              </a:ext>
            </a:extLst>
          </p:cNvPr>
          <p:cNvSpPr txBox="1"/>
          <p:nvPr/>
        </p:nvSpPr>
        <p:spPr>
          <a:xfrm>
            <a:off x="3285776" y="1122509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3" name="文本框 179">
            <a:extLst>
              <a:ext uri="{FF2B5EF4-FFF2-40B4-BE49-F238E27FC236}">
                <a16:creationId xmlns:a16="http://schemas.microsoft.com/office/drawing/2014/main" id="{56D774A5-B34A-736A-F6B9-841C077FFC5D}"/>
              </a:ext>
            </a:extLst>
          </p:cNvPr>
          <p:cNvSpPr txBox="1"/>
          <p:nvPr/>
        </p:nvSpPr>
        <p:spPr>
          <a:xfrm>
            <a:off x="3742976" y="1048214"/>
            <a:ext cx="25654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4" name="文本框 180">
            <a:extLst>
              <a:ext uri="{FF2B5EF4-FFF2-40B4-BE49-F238E27FC236}">
                <a16:creationId xmlns:a16="http://schemas.microsoft.com/office/drawing/2014/main" id="{F4B0EB30-1B2D-1E90-6547-4E0435BEC60F}"/>
              </a:ext>
            </a:extLst>
          </p:cNvPr>
          <p:cNvSpPr txBox="1"/>
          <p:nvPr/>
        </p:nvSpPr>
        <p:spPr>
          <a:xfrm>
            <a:off x="3837572" y="739216"/>
            <a:ext cx="304165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ECC4BF-833D-77F9-043E-D31EFA02043A}"/>
              </a:ext>
            </a:extLst>
          </p:cNvPr>
          <p:cNvSpPr/>
          <p:nvPr/>
        </p:nvSpPr>
        <p:spPr>
          <a:xfrm>
            <a:off x="573208" y="658659"/>
            <a:ext cx="1005840" cy="9118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6" name="文本框 182">
            <a:extLst>
              <a:ext uri="{FF2B5EF4-FFF2-40B4-BE49-F238E27FC236}">
                <a16:creationId xmlns:a16="http://schemas.microsoft.com/office/drawing/2014/main" id="{A2B7BC0C-B8F8-9137-2546-F085B857B4D6}"/>
              </a:ext>
            </a:extLst>
          </p:cNvPr>
          <p:cNvSpPr txBox="1"/>
          <p:nvPr/>
        </p:nvSpPr>
        <p:spPr>
          <a:xfrm>
            <a:off x="840610" y="635615"/>
            <a:ext cx="358775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57" name="文本框 183">
            <a:extLst>
              <a:ext uri="{FF2B5EF4-FFF2-40B4-BE49-F238E27FC236}">
                <a16:creationId xmlns:a16="http://schemas.microsoft.com/office/drawing/2014/main" id="{C889F08E-A449-75B2-EDC3-DBD1343AD215}"/>
              </a:ext>
            </a:extLst>
          </p:cNvPr>
          <p:cNvSpPr txBox="1"/>
          <p:nvPr/>
        </p:nvSpPr>
        <p:spPr>
          <a:xfrm>
            <a:off x="1562221" y="969155"/>
            <a:ext cx="408305" cy="232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A4A8E59-6D7A-9180-89CB-6413ABA7F434}"/>
              </a:ext>
            </a:extLst>
          </p:cNvPr>
          <p:cNvSpPr/>
          <p:nvPr/>
        </p:nvSpPr>
        <p:spPr>
          <a:xfrm>
            <a:off x="9057154" y="3305342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1C4CAE5-5928-F283-DE06-23C508DD9B66}"/>
              </a:ext>
            </a:extLst>
          </p:cNvPr>
          <p:cNvSpPr/>
          <p:nvPr/>
        </p:nvSpPr>
        <p:spPr>
          <a:xfrm>
            <a:off x="8938409" y="3408212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ABB9026-6778-A163-4E0F-8388531DE0D5}"/>
              </a:ext>
            </a:extLst>
          </p:cNvPr>
          <p:cNvSpPr/>
          <p:nvPr/>
        </p:nvSpPr>
        <p:spPr>
          <a:xfrm>
            <a:off x="8819029" y="3518067"/>
            <a:ext cx="288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D095203-3F8D-D3C2-5725-8BEB0B2D3D5D}"/>
              </a:ext>
            </a:extLst>
          </p:cNvPr>
          <p:cNvSpPr/>
          <p:nvPr/>
        </p:nvSpPr>
        <p:spPr>
          <a:xfrm>
            <a:off x="8789041" y="3491582"/>
            <a:ext cx="342900" cy="342265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867A2BD-69D6-B9B8-82D4-5DD07DC8F9C1}"/>
              </a:ext>
            </a:extLst>
          </p:cNvPr>
          <p:cNvCxnSpPr/>
          <p:nvPr/>
        </p:nvCxnSpPr>
        <p:spPr>
          <a:xfrm flipH="1">
            <a:off x="9140975" y="3499018"/>
            <a:ext cx="335915" cy="33464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DCA1B28-F26D-A185-E8B5-9E53965F60E1}"/>
              </a:ext>
            </a:extLst>
          </p:cNvPr>
          <p:cNvCxnSpPr/>
          <p:nvPr/>
        </p:nvCxnSpPr>
        <p:spPr>
          <a:xfrm flipH="1">
            <a:off x="9127004" y="3183423"/>
            <a:ext cx="340360" cy="31559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0BF70B0-9D9E-5D59-8BA7-91D3CC9B3E97}"/>
              </a:ext>
            </a:extLst>
          </p:cNvPr>
          <p:cNvGrpSpPr/>
          <p:nvPr/>
        </p:nvGrpSpPr>
        <p:grpSpPr>
          <a:xfrm>
            <a:off x="7492821" y="3075564"/>
            <a:ext cx="576580" cy="576580"/>
            <a:chOff x="16312" y="7301"/>
            <a:chExt cx="908" cy="908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A9F3A88-2F6A-BE75-194C-20A7B5AC1E73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74FBAE25-CE05-140B-7C8A-6D911602F381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68309B2-4125-2793-8839-7662CC34716C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137437AD-6915-E91D-1CCC-6D56B7B27763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90EF952-269E-6A36-96DA-28113ED8E31B}"/>
              </a:ext>
            </a:extLst>
          </p:cNvPr>
          <p:cNvGrpSpPr/>
          <p:nvPr/>
        </p:nvGrpSpPr>
        <p:grpSpPr>
          <a:xfrm>
            <a:off x="7371536" y="3182244"/>
            <a:ext cx="576580" cy="576580"/>
            <a:chOff x="16312" y="7301"/>
            <a:chExt cx="908" cy="908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9634C07-D9AC-E201-A233-CD3D383E3650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17C9BCC9-737C-B97F-1E24-DC2374D41FA2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1111B9C-6C71-67BD-5E80-E17D3E26194B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EB244D5-004E-0ECF-1F9D-AB3B070721E2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2B470F8B-EB1B-60B5-CA87-3A16D94E47BC}"/>
              </a:ext>
            </a:extLst>
          </p:cNvPr>
          <p:cNvGrpSpPr/>
          <p:nvPr/>
        </p:nvGrpSpPr>
        <p:grpSpPr>
          <a:xfrm>
            <a:off x="7252156" y="3296544"/>
            <a:ext cx="576580" cy="576580"/>
            <a:chOff x="16312" y="7301"/>
            <a:chExt cx="908" cy="90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76D46B3-62C8-BE67-8246-6393D14EB611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B395766-F3E3-9FF9-63AB-7F25E0796CB0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9628400-5142-65F6-A46F-1D53050C6E54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1D802E9-7942-ADFC-A1CF-1029D5BB358D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6EF6392-5FEC-3492-E1BC-26D1D5104963}"/>
              </a:ext>
            </a:extLst>
          </p:cNvPr>
          <p:cNvGrpSpPr/>
          <p:nvPr/>
        </p:nvGrpSpPr>
        <p:grpSpPr>
          <a:xfrm>
            <a:off x="7136586" y="3427354"/>
            <a:ext cx="576580" cy="576580"/>
            <a:chOff x="16312" y="7301"/>
            <a:chExt cx="908" cy="908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0CA90874-7F39-C073-EF9B-5A0BFBC41D50}"/>
                </a:ext>
              </a:extLst>
            </p:cNvPr>
            <p:cNvSpPr/>
            <p:nvPr/>
          </p:nvSpPr>
          <p:spPr>
            <a:xfrm>
              <a:off x="16312" y="7302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1B33FC0B-A683-0CA5-8930-2A714F1EE3BB}"/>
                </a:ext>
              </a:extLst>
            </p:cNvPr>
            <p:cNvSpPr/>
            <p:nvPr/>
          </p:nvSpPr>
          <p:spPr>
            <a:xfrm>
              <a:off x="16766" y="7301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EC146AE0-D222-1CCF-FF6F-18D24E82BC10}"/>
                </a:ext>
              </a:extLst>
            </p:cNvPr>
            <p:cNvSpPr/>
            <p:nvPr/>
          </p:nvSpPr>
          <p:spPr>
            <a:xfrm>
              <a:off x="16312" y="7755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14ADEF0-F7B2-00AD-F40E-C8567BBA5A23}"/>
                </a:ext>
              </a:extLst>
            </p:cNvPr>
            <p:cNvSpPr/>
            <p:nvPr/>
          </p:nvSpPr>
          <p:spPr>
            <a:xfrm>
              <a:off x="16766" y="7754"/>
              <a:ext cx="454" cy="4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4" name="矩形 83">
            <a:extLst>
              <a:ext uri="{FF2B5EF4-FFF2-40B4-BE49-F238E27FC236}">
                <a16:creationId xmlns:a16="http://schemas.microsoft.com/office/drawing/2014/main" id="{A696B14B-F1A4-E7FB-FA3D-92889A72EB1C}"/>
              </a:ext>
            </a:extLst>
          </p:cNvPr>
          <p:cNvSpPr/>
          <p:nvPr/>
        </p:nvSpPr>
        <p:spPr>
          <a:xfrm>
            <a:off x="7102296" y="3399414"/>
            <a:ext cx="645160" cy="640080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914ED1D7-FD7C-91AA-7A51-4B7F3D42486F}"/>
              </a:ext>
            </a:extLst>
          </p:cNvPr>
          <p:cNvCxnSpPr/>
          <p:nvPr/>
        </p:nvCxnSpPr>
        <p:spPr>
          <a:xfrm flipH="1">
            <a:off x="7094184" y="3063950"/>
            <a:ext cx="382270" cy="33528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9C8E13F9-92BE-8526-8223-2B1A150A9750}"/>
              </a:ext>
            </a:extLst>
          </p:cNvPr>
          <p:cNvCxnSpPr/>
          <p:nvPr/>
        </p:nvCxnSpPr>
        <p:spPr>
          <a:xfrm flipH="1" flipV="1">
            <a:off x="7476356" y="3043391"/>
            <a:ext cx="612000" cy="127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90FFDFBC-A9C6-4CD1-742E-32D59242A1D5}"/>
              </a:ext>
            </a:extLst>
          </p:cNvPr>
          <p:cNvCxnSpPr/>
          <p:nvPr/>
        </p:nvCxnSpPr>
        <p:spPr>
          <a:xfrm>
            <a:off x="8098119" y="3042120"/>
            <a:ext cx="2540" cy="61200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0741B079-0B63-654D-ACAC-6957E7ABF190}"/>
              </a:ext>
            </a:extLst>
          </p:cNvPr>
          <p:cNvCxnSpPr/>
          <p:nvPr/>
        </p:nvCxnSpPr>
        <p:spPr>
          <a:xfrm flipH="1">
            <a:off x="7747599" y="3062046"/>
            <a:ext cx="337820" cy="33718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7EE7CC40-BBA5-66BD-7575-233419C44F2E}"/>
              </a:ext>
            </a:extLst>
          </p:cNvPr>
          <p:cNvCxnSpPr/>
          <p:nvPr/>
        </p:nvCxnSpPr>
        <p:spPr>
          <a:xfrm flipH="1">
            <a:off x="7747599" y="3634815"/>
            <a:ext cx="365760" cy="41656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07CC1852-3929-0917-BF58-5937E5ACAD61}"/>
              </a:ext>
            </a:extLst>
          </p:cNvPr>
          <p:cNvGrpSpPr/>
          <p:nvPr/>
        </p:nvGrpSpPr>
        <p:grpSpPr>
          <a:xfrm>
            <a:off x="5455544" y="3431875"/>
            <a:ext cx="576580" cy="575945"/>
            <a:chOff x="12812" y="6636"/>
            <a:chExt cx="908" cy="907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9F968F81-FC86-AC47-C264-0104529FAE5F}"/>
                </a:ext>
              </a:extLst>
            </p:cNvPr>
            <p:cNvSpPr/>
            <p:nvPr/>
          </p:nvSpPr>
          <p:spPr>
            <a:xfrm>
              <a:off x="12812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9951B9B1-B72F-6E6F-345C-74BD0C1B16D9}"/>
                </a:ext>
              </a:extLst>
            </p:cNvPr>
            <p:cNvSpPr/>
            <p:nvPr/>
          </p:nvSpPr>
          <p:spPr>
            <a:xfrm>
              <a:off x="13266" y="6636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8BBC9418-6885-F937-3E13-D53CD4347A0F}"/>
                </a:ext>
              </a:extLst>
            </p:cNvPr>
            <p:cNvSpPr/>
            <p:nvPr/>
          </p:nvSpPr>
          <p:spPr>
            <a:xfrm>
              <a:off x="12812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B3E1846-5271-6814-8B70-D88516A4BD80}"/>
                </a:ext>
              </a:extLst>
            </p:cNvPr>
            <p:cNvSpPr/>
            <p:nvPr/>
          </p:nvSpPr>
          <p:spPr>
            <a:xfrm>
              <a:off x="13266" y="7089"/>
              <a:ext cx="454" cy="454"/>
            </a:xfrm>
            <a:prstGeom prst="rect">
              <a:avLst/>
            </a:prstGeom>
            <a:solidFill>
              <a:srgbClr val="CFFA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5" name="矩形 94">
            <a:extLst>
              <a:ext uri="{FF2B5EF4-FFF2-40B4-BE49-F238E27FC236}">
                <a16:creationId xmlns:a16="http://schemas.microsoft.com/office/drawing/2014/main" id="{CAF0A9DC-7E16-D810-B672-3D39750CC117}"/>
              </a:ext>
            </a:extLst>
          </p:cNvPr>
          <p:cNvSpPr/>
          <p:nvPr/>
        </p:nvSpPr>
        <p:spPr>
          <a:xfrm>
            <a:off x="5416809" y="3399414"/>
            <a:ext cx="645160" cy="640080"/>
          </a:xfrm>
          <a:prstGeom prst="rect">
            <a:avLst/>
          </a:prstGeom>
          <a:solidFill>
            <a:srgbClr val="00B0F0">
              <a:alpha val="10000"/>
            </a:srgb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97EA9F2-2435-A0B4-5510-0D76DEA1F719}"/>
              </a:ext>
            </a:extLst>
          </p:cNvPr>
          <p:cNvCxnSpPr/>
          <p:nvPr/>
        </p:nvCxnSpPr>
        <p:spPr>
          <a:xfrm flipH="1">
            <a:off x="5408697" y="3063950"/>
            <a:ext cx="382270" cy="33528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DAF60FED-1869-46BC-6582-F8A05DBC7F83}"/>
              </a:ext>
            </a:extLst>
          </p:cNvPr>
          <p:cNvCxnSpPr/>
          <p:nvPr/>
        </p:nvCxnSpPr>
        <p:spPr>
          <a:xfrm flipH="1" flipV="1">
            <a:off x="5790869" y="3043391"/>
            <a:ext cx="612000" cy="127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F454769-C91F-014E-713C-691F637EFDDE}"/>
              </a:ext>
            </a:extLst>
          </p:cNvPr>
          <p:cNvCxnSpPr/>
          <p:nvPr/>
        </p:nvCxnSpPr>
        <p:spPr>
          <a:xfrm>
            <a:off x="6412632" y="3042120"/>
            <a:ext cx="2540" cy="61200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68F2531E-9487-9849-F59B-4A69C2D1FBFD}"/>
              </a:ext>
            </a:extLst>
          </p:cNvPr>
          <p:cNvCxnSpPr/>
          <p:nvPr/>
        </p:nvCxnSpPr>
        <p:spPr>
          <a:xfrm flipH="1">
            <a:off x="6062112" y="3062046"/>
            <a:ext cx="337820" cy="33718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3C2929E9-6B9C-E031-813A-6E4FFFB4B83C}"/>
              </a:ext>
            </a:extLst>
          </p:cNvPr>
          <p:cNvCxnSpPr/>
          <p:nvPr/>
        </p:nvCxnSpPr>
        <p:spPr>
          <a:xfrm flipH="1">
            <a:off x="6062112" y="3634815"/>
            <a:ext cx="365760" cy="41656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2B01994-32FB-3C32-4EA2-4F0DAD5B2289}"/>
              </a:ext>
            </a:extLst>
          </p:cNvPr>
          <p:cNvGrpSpPr/>
          <p:nvPr/>
        </p:nvGrpSpPr>
        <p:grpSpPr>
          <a:xfrm>
            <a:off x="3461314" y="2861695"/>
            <a:ext cx="1153160" cy="1148715"/>
            <a:chOff x="7663" y="4384"/>
            <a:chExt cx="1816" cy="1809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A16F6D96-DF95-7B82-3C64-30266B71E76D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B38B482D-4DCD-C164-06CD-DFBDA9B24E8F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00379919-ED82-B8A6-C9C5-97A76CEBDC6A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EF2A04EC-D74B-96C0-A96C-BFC45564F956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50175D1-D148-683F-4DCE-9AC3485CB7B5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FF966382-4A48-1886-E491-DB942B25FAB7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17779697-21F4-70DC-EF0F-A380CB28EBE7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BB3B84B5-50D4-1BD2-811F-6D63B2734550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6B62AEF8-8120-6D26-39B6-7FFE09E823BC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0E480330-7386-BD08-E4A2-CDA46ECD0AEC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40B90B40-D670-A4AF-2730-E995D6EB4674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52DBD5E6-5AC4-760A-389C-44034D1EDBAC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8D210C70-AA14-72C2-F798-D5AB1C4BBA74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B3786302-30FC-2E97-131D-23AA11705052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5D25802E-7EDE-FDB8-5866-9F1E31E33726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A0E6CCA5-34C3-F032-99CB-1E2D9EFFA36D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0F36DC46-57ED-B5B8-0E96-F6BB8D3D1FDD}"/>
              </a:ext>
            </a:extLst>
          </p:cNvPr>
          <p:cNvGrpSpPr/>
          <p:nvPr/>
        </p:nvGrpSpPr>
        <p:grpSpPr>
          <a:xfrm>
            <a:off x="3334314" y="2981075"/>
            <a:ext cx="1153160" cy="1148715"/>
            <a:chOff x="7663" y="4384"/>
            <a:chExt cx="1816" cy="1809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12250FF6-5B85-695F-610C-DA2F47D914BF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89B1FB78-DEBB-C115-28FA-7836D848107C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90F032B8-9283-42F5-6045-1A6E0B2FA5B4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BF882A3-D224-E87E-C37E-DD247CD9B192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DD62A9A7-4B88-FDC7-4D16-8E9A707D3D8D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C73778B6-9F0B-61C7-659F-DB7D76F26FA9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CC611AE9-C9A9-0CFC-C512-06AA55EC59F6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509F7C30-78F1-67CE-FD7B-85881BA435F5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5A0229A6-6B4F-6D03-9E97-57DAC5438E40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79DE883-5F4A-8AE0-BEB6-FAA2B009A04A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D1A97EB9-A35B-3F37-CEC9-BE9C35FF0B5D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F3B4FDDD-5547-781A-2291-474FA1C71024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F8755301-E963-0C77-CFF2-81E7E1882298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4CFC601E-542E-F98C-69FD-75117BDB5FF1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BAF5E02-095D-BB61-AC71-BC7B073BEE62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FEF4CA57-2FF5-02D1-6C12-7D2793A5925A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36179074-5F5B-E43D-CCEF-EA3F127DA45F}"/>
              </a:ext>
            </a:extLst>
          </p:cNvPr>
          <p:cNvGrpSpPr/>
          <p:nvPr/>
        </p:nvGrpSpPr>
        <p:grpSpPr>
          <a:xfrm>
            <a:off x="3202869" y="3098550"/>
            <a:ext cx="1153160" cy="1148715"/>
            <a:chOff x="7663" y="4384"/>
            <a:chExt cx="1816" cy="1809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C5C34B90-0643-ECE1-453F-623CC16699D3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7E998214-0273-0315-C30B-BBCB27DC1DFF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86F7E5E9-39FC-57C5-594E-69F5CE1C0A4C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8DF3388B-2BDC-F044-18CC-6D19A7C3DC55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EDE8B6A2-C37B-77E3-7C71-A081AE242EAD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2116D312-CBB2-C78A-4887-528033DEE6C9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6C6787FF-B217-9FE7-AF87-CC1407557725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F73506FC-2847-4CAC-21C2-482A906E5798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C32F87E1-514C-5E67-8805-D67948DC0B0B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D2D5175A-4408-CD9E-79DB-B5291ABBF913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A0AD13A0-2F66-21F8-822C-413E4B1B028B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BCBDBA70-BD6C-F529-8268-7C2C64B46F11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C3E63A93-C38F-657B-B17F-9C9A6572BCD5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800C6273-9398-D04A-AABB-03580B44E860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9BDD59D9-9B01-CF69-510B-45F317F5FF47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1B75C240-911A-4559-7EF3-1704D7EF9AE3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550657BC-FECE-473D-7C02-A50BC0543664}"/>
              </a:ext>
            </a:extLst>
          </p:cNvPr>
          <p:cNvGrpSpPr/>
          <p:nvPr/>
        </p:nvGrpSpPr>
        <p:grpSpPr>
          <a:xfrm>
            <a:off x="3091744" y="3206500"/>
            <a:ext cx="1153160" cy="1148715"/>
            <a:chOff x="7663" y="4384"/>
            <a:chExt cx="1816" cy="1809"/>
          </a:xfrm>
        </p:grpSpPr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8F444585-13A2-544B-86B2-65BB7368912D}"/>
                </a:ext>
              </a:extLst>
            </p:cNvPr>
            <p:cNvSpPr/>
            <p:nvPr/>
          </p:nvSpPr>
          <p:spPr>
            <a:xfrm>
              <a:off x="7663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33F3B2F5-2743-8FDD-E03E-7C6BF2CD720F}"/>
                </a:ext>
              </a:extLst>
            </p:cNvPr>
            <p:cNvSpPr/>
            <p:nvPr/>
          </p:nvSpPr>
          <p:spPr>
            <a:xfrm>
              <a:off x="8117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AC70B42B-0571-7565-E8E3-28CC31D0B5BA}"/>
                </a:ext>
              </a:extLst>
            </p:cNvPr>
            <p:cNvSpPr/>
            <p:nvPr/>
          </p:nvSpPr>
          <p:spPr>
            <a:xfrm>
              <a:off x="8571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BB75A1FA-5804-AECC-0EB1-BFE92F00F080}"/>
                </a:ext>
              </a:extLst>
            </p:cNvPr>
            <p:cNvSpPr/>
            <p:nvPr/>
          </p:nvSpPr>
          <p:spPr>
            <a:xfrm>
              <a:off x="9025" y="4384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B2988837-9280-DC43-09BE-8EB8A2459618}"/>
                </a:ext>
              </a:extLst>
            </p:cNvPr>
            <p:cNvSpPr/>
            <p:nvPr/>
          </p:nvSpPr>
          <p:spPr>
            <a:xfrm>
              <a:off x="7663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2AD9EFEA-97A7-7276-1203-D243F429FB5E}"/>
                </a:ext>
              </a:extLst>
            </p:cNvPr>
            <p:cNvSpPr/>
            <p:nvPr/>
          </p:nvSpPr>
          <p:spPr>
            <a:xfrm>
              <a:off x="8117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699BE943-AC5A-9BA5-E79D-EC08A91971A4}"/>
                </a:ext>
              </a:extLst>
            </p:cNvPr>
            <p:cNvSpPr/>
            <p:nvPr/>
          </p:nvSpPr>
          <p:spPr>
            <a:xfrm>
              <a:off x="8571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35408DED-9E8F-5CAE-9028-5D68CC30BF8B}"/>
                </a:ext>
              </a:extLst>
            </p:cNvPr>
            <p:cNvSpPr/>
            <p:nvPr/>
          </p:nvSpPr>
          <p:spPr>
            <a:xfrm>
              <a:off x="9025" y="4838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1BE2CB6D-642F-CA85-F8E1-F3713306AB88}"/>
                </a:ext>
              </a:extLst>
            </p:cNvPr>
            <p:cNvSpPr/>
            <p:nvPr/>
          </p:nvSpPr>
          <p:spPr>
            <a:xfrm>
              <a:off x="7663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65561098-BD9B-F5D2-313F-3D4333A36832}"/>
                </a:ext>
              </a:extLst>
            </p:cNvPr>
            <p:cNvSpPr/>
            <p:nvPr/>
          </p:nvSpPr>
          <p:spPr>
            <a:xfrm>
              <a:off x="8117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881E45D1-FF83-35B3-550E-A41876F89D96}"/>
                </a:ext>
              </a:extLst>
            </p:cNvPr>
            <p:cNvSpPr/>
            <p:nvPr/>
          </p:nvSpPr>
          <p:spPr>
            <a:xfrm>
              <a:off x="8571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F05766A0-9228-B0F5-4AC2-5770C87EA5E4}"/>
                </a:ext>
              </a:extLst>
            </p:cNvPr>
            <p:cNvSpPr/>
            <p:nvPr/>
          </p:nvSpPr>
          <p:spPr>
            <a:xfrm>
              <a:off x="9025" y="5285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6D72F003-EC12-FBE9-2502-F4430E7A3CF9}"/>
                </a:ext>
              </a:extLst>
            </p:cNvPr>
            <p:cNvSpPr/>
            <p:nvPr/>
          </p:nvSpPr>
          <p:spPr>
            <a:xfrm>
              <a:off x="7663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5E38BD0A-3A58-F6E7-4AFD-895F3D643E5D}"/>
                </a:ext>
              </a:extLst>
            </p:cNvPr>
            <p:cNvSpPr/>
            <p:nvPr/>
          </p:nvSpPr>
          <p:spPr>
            <a:xfrm>
              <a:off x="8117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926CE329-DA63-68BE-3265-D1B60BE9ED0D}"/>
                </a:ext>
              </a:extLst>
            </p:cNvPr>
            <p:cNvSpPr/>
            <p:nvPr/>
          </p:nvSpPr>
          <p:spPr>
            <a:xfrm>
              <a:off x="8571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E84CC8E1-446E-F20C-E313-13DD235449A0}"/>
                </a:ext>
              </a:extLst>
            </p:cNvPr>
            <p:cNvSpPr/>
            <p:nvPr/>
          </p:nvSpPr>
          <p:spPr>
            <a:xfrm>
              <a:off x="9025" y="5739"/>
              <a:ext cx="454" cy="454"/>
            </a:xfrm>
            <a:prstGeom prst="rect">
              <a:avLst/>
            </a:prstGeom>
            <a:solidFill>
              <a:srgbClr val="E1D9FC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169" name="矩形 168">
            <a:extLst>
              <a:ext uri="{FF2B5EF4-FFF2-40B4-BE49-F238E27FC236}">
                <a16:creationId xmlns:a16="http://schemas.microsoft.com/office/drawing/2014/main" id="{E5079AC0-8502-13B0-4265-DF0B8DE53CBA}"/>
              </a:ext>
            </a:extLst>
          </p:cNvPr>
          <p:cNvSpPr/>
          <p:nvPr/>
        </p:nvSpPr>
        <p:spPr>
          <a:xfrm>
            <a:off x="3066345" y="3180464"/>
            <a:ext cx="1208405" cy="1205230"/>
          </a:xfrm>
          <a:prstGeom prst="rect">
            <a:avLst/>
          </a:prstGeom>
          <a:solidFill>
            <a:srgbClr val="7030A0">
              <a:alpha val="10000"/>
            </a:srgbClr>
          </a:solidFill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2D1BF3C1-C30A-7B48-B1C3-81A15A241ECB}"/>
              </a:ext>
            </a:extLst>
          </p:cNvPr>
          <p:cNvCxnSpPr/>
          <p:nvPr/>
        </p:nvCxnSpPr>
        <p:spPr>
          <a:xfrm flipH="1">
            <a:off x="3461220" y="2832061"/>
            <a:ext cx="1167765" cy="254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ECC6AA9C-2A17-03F7-0B56-A117FA7D03E0}"/>
              </a:ext>
            </a:extLst>
          </p:cNvPr>
          <p:cNvCxnSpPr/>
          <p:nvPr/>
        </p:nvCxnSpPr>
        <p:spPr>
          <a:xfrm flipH="1">
            <a:off x="3066487" y="2845000"/>
            <a:ext cx="382270" cy="33528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58976266-AD28-7A02-0EE2-62DF8A22CC33}"/>
              </a:ext>
            </a:extLst>
          </p:cNvPr>
          <p:cNvCxnSpPr/>
          <p:nvPr/>
        </p:nvCxnSpPr>
        <p:spPr>
          <a:xfrm>
            <a:off x="4643193" y="2834600"/>
            <a:ext cx="4445" cy="1191260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3ACC19A1-F046-F24A-F9C5-7347500B5CA7}"/>
              </a:ext>
            </a:extLst>
          </p:cNvPr>
          <p:cNvCxnSpPr/>
          <p:nvPr/>
        </p:nvCxnSpPr>
        <p:spPr>
          <a:xfrm flipH="1">
            <a:off x="4277432" y="4020386"/>
            <a:ext cx="358140" cy="37782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2F46FA7A-1AEC-DABF-77E4-5B9CD43229F2}"/>
              </a:ext>
            </a:extLst>
          </p:cNvPr>
          <p:cNvCxnSpPr/>
          <p:nvPr/>
        </p:nvCxnSpPr>
        <p:spPr>
          <a:xfrm flipH="1">
            <a:off x="4277432" y="2840556"/>
            <a:ext cx="356870" cy="339725"/>
          </a:xfrm>
          <a:prstGeom prst="line">
            <a:avLst/>
          </a:prstGeom>
          <a:ln w="12700" cmpd="sng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73393859-886B-D9FC-801B-CE7BAEF92773}"/>
              </a:ext>
            </a:extLst>
          </p:cNvPr>
          <p:cNvGrpSpPr/>
          <p:nvPr/>
        </p:nvGrpSpPr>
        <p:grpSpPr>
          <a:xfrm>
            <a:off x="869698" y="2657775"/>
            <a:ext cx="1313576" cy="1837092"/>
            <a:chOff x="3341" y="3994"/>
            <a:chExt cx="4529" cy="6334"/>
          </a:xfrm>
        </p:grpSpPr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4E731B36-389B-DFBF-0D44-21E388FD4E6B}"/>
                </a:ext>
              </a:extLst>
            </p:cNvPr>
            <p:cNvSpPr/>
            <p:nvPr/>
          </p:nvSpPr>
          <p:spPr>
            <a:xfrm>
              <a:off x="3341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2DA219F0-8592-A6A7-B7DA-9C38CA37B3B8}"/>
                </a:ext>
              </a:extLst>
            </p:cNvPr>
            <p:cNvSpPr/>
            <p:nvPr/>
          </p:nvSpPr>
          <p:spPr>
            <a:xfrm>
              <a:off x="3795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76659DAD-6183-E7B6-9209-DFA5C1728378}"/>
                </a:ext>
              </a:extLst>
            </p:cNvPr>
            <p:cNvSpPr/>
            <p:nvPr/>
          </p:nvSpPr>
          <p:spPr>
            <a:xfrm>
              <a:off x="4249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B060B856-2412-CF06-57A9-B88B6CB1505E}"/>
                </a:ext>
              </a:extLst>
            </p:cNvPr>
            <p:cNvSpPr/>
            <p:nvPr/>
          </p:nvSpPr>
          <p:spPr>
            <a:xfrm>
              <a:off x="4703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2F54667A-7CAE-B439-4AA2-74DA2B5CEF67}"/>
                </a:ext>
              </a:extLst>
            </p:cNvPr>
            <p:cNvSpPr/>
            <p:nvPr/>
          </p:nvSpPr>
          <p:spPr>
            <a:xfrm>
              <a:off x="5157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6D69B32F-557C-CD4E-E508-BC31E2774893}"/>
                </a:ext>
              </a:extLst>
            </p:cNvPr>
            <p:cNvSpPr/>
            <p:nvPr/>
          </p:nvSpPr>
          <p:spPr>
            <a:xfrm>
              <a:off x="5600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0B8CDCF6-227B-AD43-2A12-5686341597D9}"/>
                </a:ext>
              </a:extLst>
            </p:cNvPr>
            <p:cNvSpPr/>
            <p:nvPr/>
          </p:nvSpPr>
          <p:spPr>
            <a:xfrm>
              <a:off x="6054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4B83780F-340A-1548-8D12-76586FD81F5C}"/>
                </a:ext>
              </a:extLst>
            </p:cNvPr>
            <p:cNvSpPr/>
            <p:nvPr/>
          </p:nvSpPr>
          <p:spPr>
            <a:xfrm>
              <a:off x="6508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2A81B962-E601-E872-5C80-7E9394713B33}"/>
                </a:ext>
              </a:extLst>
            </p:cNvPr>
            <p:cNvSpPr/>
            <p:nvPr/>
          </p:nvSpPr>
          <p:spPr>
            <a:xfrm>
              <a:off x="6962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CFFD3DB3-F8DC-33D5-F9C7-4A1C0198CD2D}"/>
                </a:ext>
              </a:extLst>
            </p:cNvPr>
            <p:cNvSpPr/>
            <p:nvPr/>
          </p:nvSpPr>
          <p:spPr>
            <a:xfrm>
              <a:off x="7416" y="399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64B67192-8BFA-A952-E832-E040867690C3}"/>
                </a:ext>
              </a:extLst>
            </p:cNvPr>
            <p:cNvSpPr/>
            <p:nvPr/>
          </p:nvSpPr>
          <p:spPr>
            <a:xfrm>
              <a:off x="3341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1DEFBE12-06F8-0EC8-4BCE-AFFBC6F13ACF}"/>
                </a:ext>
              </a:extLst>
            </p:cNvPr>
            <p:cNvSpPr/>
            <p:nvPr/>
          </p:nvSpPr>
          <p:spPr>
            <a:xfrm>
              <a:off x="3795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42E346DD-60BC-5459-6A0F-0A4989565109}"/>
                </a:ext>
              </a:extLst>
            </p:cNvPr>
            <p:cNvSpPr/>
            <p:nvPr/>
          </p:nvSpPr>
          <p:spPr>
            <a:xfrm>
              <a:off x="4249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E8E9C6EE-9355-D678-FEF5-CAADB58330EF}"/>
                </a:ext>
              </a:extLst>
            </p:cNvPr>
            <p:cNvSpPr/>
            <p:nvPr/>
          </p:nvSpPr>
          <p:spPr>
            <a:xfrm>
              <a:off x="4703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F934C8CA-5E20-A842-695E-26DC6E7B1630}"/>
                </a:ext>
              </a:extLst>
            </p:cNvPr>
            <p:cNvSpPr/>
            <p:nvPr/>
          </p:nvSpPr>
          <p:spPr>
            <a:xfrm>
              <a:off x="5157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F47D210E-7F31-04CC-EC71-39B246699100}"/>
                </a:ext>
              </a:extLst>
            </p:cNvPr>
            <p:cNvSpPr/>
            <p:nvPr/>
          </p:nvSpPr>
          <p:spPr>
            <a:xfrm>
              <a:off x="5600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E7B4EB90-2904-A645-E28A-6687C17EBACB}"/>
                </a:ext>
              </a:extLst>
            </p:cNvPr>
            <p:cNvSpPr/>
            <p:nvPr/>
          </p:nvSpPr>
          <p:spPr>
            <a:xfrm>
              <a:off x="6054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86621FCF-B2FD-632E-5405-22C501996007}"/>
                </a:ext>
              </a:extLst>
            </p:cNvPr>
            <p:cNvSpPr/>
            <p:nvPr/>
          </p:nvSpPr>
          <p:spPr>
            <a:xfrm>
              <a:off x="6508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73C99E6E-426C-F2FC-64E4-009E7226D991}"/>
                </a:ext>
              </a:extLst>
            </p:cNvPr>
            <p:cNvSpPr/>
            <p:nvPr/>
          </p:nvSpPr>
          <p:spPr>
            <a:xfrm>
              <a:off x="6962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C3E719CE-01D2-57DB-A5EB-D571FC0C8A05}"/>
                </a:ext>
              </a:extLst>
            </p:cNvPr>
            <p:cNvSpPr/>
            <p:nvPr/>
          </p:nvSpPr>
          <p:spPr>
            <a:xfrm>
              <a:off x="7416" y="444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2FE72D9B-0A80-86F4-5D7C-AA6251153D34}"/>
                </a:ext>
              </a:extLst>
            </p:cNvPr>
            <p:cNvSpPr/>
            <p:nvPr/>
          </p:nvSpPr>
          <p:spPr>
            <a:xfrm>
              <a:off x="3341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66225489-81F3-1248-9DF8-9679E6C98382}"/>
                </a:ext>
              </a:extLst>
            </p:cNvPr>
            <p:cNvSpPr/>
            <p:nvPr/>
          </p:nvSpPr>
          <p:spPr>
            <a:xfrm>
              <a:off x="3795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1A08372E-DDB4-5981-3254-571D324156F6}"/>
                </a:ext>
              </a:extLst>
            </p:cNvPr>
            <p:cNvSpPr/>
            <p:nvPr/>
          </p:nvSpPr>
          <p:spPr>
            <a:xfrm>
              <a:off x="4249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31751C2E-D020-952A-B5EF-5E2AAC511622}"/>
                </a:ext>
              </a:extLst>
            </p:cNvPr>
            <p:cNvSpPr/>
            <p:nvPr/>
          </p:nvSpPr>
          <p:spPr>
            <a:xfrm>
              <a:off x="4703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EAA977FB-1099-049F-E597-26351209234F}"/>
                </a:ext>
              </a:extLst>
            </p:cNvPr>
            <p:cNvSpPr/>
            <p:nvPr/>
          </p:nvSpPr>
          <p:spPr>
            <a:xfrm>
              <a:off x="5157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D45190BE-754C-6C31-89A3-2246B8327049}"/>
                </a:ext>
              </a:extLst>
            </p:cNvPr>
            <p:cNvSpPr/>
            <p:nvPr/>
          </p:nvSpPr>
          <p:spPr>
            <a:xfrm>
              <a:off x="5600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EE6D82ED-42DE-8726-9378-71CF3A13FDA6}"/>
                </a:ext>
              </a:extLst>
            </p:cNvPr>
            <p:cNvSpPr/>
            <p:nvPr/>
          </p:nvSpPr>
          <p:spPr>
            <a:xfrm>
              <a:off x="6054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7AF36B89-648A-356E-67E8-4EC0993C337A}"/>
                </a:ext>
              </a:extLst>
            </p:cNvPr>
            <p:cNvSpPr/>
            <p:nvPr/>
          </p:nvSpPr>
          <p:spPr>
            <a:xfrm>
              <a:off x="6508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A6745835-840F-7BD8-9F68-F0672DF8CFA9}"/>
                </a:ext>
              </a:extLst>
            </p:cNvPr>
            <p:cNvSpPr/>
            <p:nvPr/>
          </p:nvSpPr>
          <p:spPr>
            <a:xfrm>
              <a:off x="6962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AD17046F-1934-0C17-1174-A26948708BA2}"/>
                </a:ext>
              </a:extLst>
            </p:cNvPr>
            <p:cNvSpPr/>
            <p:nvPr/>
          </p:nvSpPr>
          <p:spPr>
            <a:xfrm>
              <a:off x="7416" y="490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C101EF40-1810-926B-CB32-2F9CBFC6EF4B}"/>
                </a:ext>
              </a:extLst>
            </p:cNvPr>
            <p:cNvSpPr/>
            <p:nvPr/>
          </p:nvSpPr>
          <p:spPr>
            <a:xfrm>
              <a:off x="3341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946C454-B209-A3C2-CC0F-A14F36C7A75E}"/>
                </a:ext>
              </a:extLst>
            </p:cNvPr>
            <p:cNvSpPr/>
            <p:nvPr/>
          </p:nvSpPr>
          <p:spPr>
            <a:xfrm>
              <a:off x="3795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D3DE8975-B56B-9015-ED39-74809E417892}"/>
                </a:ext>
              </a:extLst>
            </p:cNvPr>
            <p:cNvSpPr/>
            <p:nvPr/>
          </p:nvSpPr>
          <p:spPr>
            <a:xfrm>
              <a:off x="4249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BCCF68C2-B23C-116D-1C06-AF2A35C6F729}"/>
                </a:ext>
              </a:extLst>
            </p:cNvPr>
            <p:cNvSpPr/>
            <p:nvPr/>
          </p:nvSpPr>
          <p:spPr>
            <a:xfrm>
              <a:off x="4703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E81F55AC-C901-7D31-CD26-6CBC5F1191FD}"/>
                </a:ext>
              </a:extLst>
            </p:cNvPr>
            <p:cNvSpPr/>
            <p:nvPr/>
          </p:nvSpPr>
          <p:spPr>
            <a:xfrm>
              <a:off x="5157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387F33A6-8B73-751A-0AC0-1B98AAF792A3}"/>
                </a:ext>
              </a:extLst>
            </p:cNvPr>
            <p:cNvSpPr/>
            <p:nvPr/>
          </p:nvSpPr>
          <p:spPr>
            <a:xfrm>
              <a:off x="5600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CCCA9A1D-8CBE-FB71-BDB2-3DFE83D378DA}"/>
                </a:ext>
              </a:extLst>
            </p:cNvPr>
            <p:cNvSpPr/>
            <p:nvPr/>
          </p:nvSpPr>
          <p:spPr>
            <a:xfrm>
              <a:off x="6054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1FF17883-CE25-E736-871C-83FB5C80AF13}"/>
                </a:ext>
              </a:extLst>
            </p:cNvPr>
            <p:cNvSpPr/>
            <p:nvPr/>
          </p:nvSpPr>
          <p:spPr>
            <a:xfrm>
              <a:off x="6508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40B1BED7-EAEB-DAD2-7AA0-3F0E3757D1E8}"/>
                </a:ext>
              </a:extLst>
            </p:cNvPr>
            <p:cNvSpPr/>
            <p:nvPr/>
          </p:nvSpPr>
          <p:spPr>
            <a:xfrm>
              <a:off x="6962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4A465628-35F3-E930-0AC2-495823784FEF}"/>
                </a:ext>
              </a:extLst>
            </p:cNvPr>
            <p:cNvSpPr/>
            <p:nvPr/>
          </p:nvSpPr>
          <p:spPr>
            <a:xfrm>
              <a:off x="7416" y="536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F06163EF-E1AA-8827-0A05-4D18892C9EC0}"/>
                </a:ext>
              </a:extLst>
            </p:cNvPr>
            <p:cNvSpPr/>
            <p:nvPr/>
          </p:nvSpPr>
          <p:spPr>
            <a:xfrm>
              <a:off x="3341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F170B613-36E4-CB63-8101-C80C97D68617}"/>
                </a:ext>
              </a:extLst>
            </p:cNvPr>
            <p:cNvSpPr/>
            <p:nvPr/>
          </p:nvSpPr>
          <p:spPr>
            <a:xfrm>
              <a:off x="3795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8B640B59-46F1-2A42-87DB-702DD0BA73BB}"/>
                </a:ext>
              </a:extLst>
            </p:cNvPr>
            <p:cNvSpPr/>
            <p:nvPr/>
          </p:nvSpPr>
          <p:spPr>
            <a:xfrm>
              <a:off x="4249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0081EBC8-FAEC-A019-0602-8F73B64D98FD}"/>
                </a:ext>
              </a:extLst>
            </p:cNvPr>
            <p:cNvSpPr/>
            <p:nvPr/>
          </p:nvSpPr>
          <p:spPr>
            <a:xfrm>
              <a:off x="4703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E1213EA3-C4D5-1B95-8BDF-417716ED305A}"/>
                </a:ext>
              </a:extLst>
            </p:cNvPr>
            <p:cNvSpPr/>
            <p:nvPr/>
          </p:nvSpPr>
          <p:spPr>
            <a:xfrm>
              <a:off x="5157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1377FD53-84CB-A002-0E87-65D8FD6EB7F5}"/>
                </a:ext>
              </a:extLst>
            </p:cNvPr>
            <p:cNvSpPr/>
            <p:nvPr/>
          </p:nvSpPr>
          <p:spPr>
            <a:xfrm>
              <a:off x="5600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4840A470-0DBD-DB4E-C260-45C9DF907262}"/>
                </a:ext>
              </a:extLst>
            </p:cNvPr>
            <p:cNvSpPr/>
            <p:nvPr/>
          </p:nvSpPr>
          <p:spPr>
            <a:xfrm>
              <a:off x="6054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A9984F2D-1206-E281-4B6E-CB00B1D2CCD7}"/>
                </a:ext>
              </a:extLst>
            </p:cNvPr>
            <p:cNvSpPr/>
            <p:nvPr/>
          </p:nvSpPr>
          <p:spPr>
            <a:xfrm>
              <a:off x="6508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EACED59C-334A-BE56-7654-65C36AAF3984}"/>
                </a:ext>
              </a:extLst>
            </p:cNvPr>
            <p:cNvSpPr/>
            <p:nvPr/>
          </p:nvSpPr>
          <p:spPr>
            <a:xfrm>
              <a:off x="6962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39D00F7A-ECB2-F9E7-4AE7-98614E850164}"/>
                </a:ext>
              </a:extLst>
            </p:cNvPr>
            <p:cNvSpPr/>
            <p:nvPr/>
          </p:nvSpPr>
          <p:spPr>
            <a:xfrm>
              <a:off x="7416" y="579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BF8E3626-CDC4-920B-A475-0270179325FE}"/>
                </a:ext>
              </a:extLst>
            </p:cNvPr>
            <p:cNvSpPr/>
            <p:nvPr/>
          </p:nvSpPr>
          <p:spPr>
            <a:xfrm>
              <a:off x="3341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1514F652-CAF8-B6D1-2420-32991D058240}"/>
                </a:ext>
              </a:extLst>
            </p:cNvPr>
            <p:cNvSpPr/>
            <p:nvPr/>
          </p:nvSpPr>
          <p:spPr>
            <a:xfrm>
              <a:off x="3795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D80123DD-F9F5-A575-EF06-D4696567B954}"/>
                </a:ext>
              </a:extLst>
            </p:cNvPr>
            <p:cNvSpPr/>
            <p:nvPr/>
          </p:nvSpPr>
          <p:spPr>
            <a:xfrm>
              <a:off x="4249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BE49E2B9-EBF7-995F-0AC5-D41B137D91C6}"/>
                </a:ext>
              </a:extLst>
            </p:cNvPr>
            <p:cNvSpPr/>
            <p:nvPr/>
          </p:nvSpPr>
          <p:spPr>
            <a:xfrm>
              <a:off x="4703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A6EA946B-5427-BB25-131A-38B6830C2564}"/>
                </a:ext>
              </a:extLst>
            </p:cNvPr>
            <p:cNvSpPr/>
            <p:nvPr/>
          </p:nvSpPr>
          <p:spPr>
            <a:xfrm>
              <a:off x="5157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70FE3AA0-A5B8-7A70-7252-B2B3AC9951E2}"/>
                </a:ext>
              </a:extLst>
            </p:cNvPr>
            <p:cNvSpPr/>
            <p:nvPr/>
          </p:nvSpPr>
          <p:spPr>
            <a:xfrm>
              <a:off x="5600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B8903DE6-3590-7EE7-BE1D-C3D4C68C6397}"/>
                </a:ext>
              </a:extLst>
            </p:cNvPr>
            <p:cNvSpPr/>
            <p:nvPr/>
          </p:nvSpPr>
          <p:spPr>
            <a:xfrm>
              <a:off x="6054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B7088342-B9B5-7096-EB7C-B1D28284B09B}"/>
                </a:ext>
              </a:extLst>
            </p:cNvPr>
            <p:cNvSpPr/>
            <p:nvPr/>
          </p:nvSpPr>
          <p:spPr>
            <a:xfrm>
              <a:off x="6508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DAD0D17F-43DB-30DD-641B-804B977783CE}"/>
                </a:ext>
              </a:extLst>
            </p:cNvPr>
            <p:cNvSpPr/>
            <p:nvPr/>
          </p:nvSpPr>
          <p:spPr>
            <a:xfrm>
              <a:off x="6962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1794D6EF-4A0E-596B-B4B9-7C355C40C20F}"/>
                </a:ext>
              </a:extLst>
            </p:cNvPr>
            <p:cNvSpPr/>
            <p:nvPr/>
          </p:nvSpPr>
          <p:spPr>
            <a:xfrm>
              <a:off x="7416" y="625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087B509D-9EA6-B1A6-5A08-52C5D0EE3420}"/>
                </a:ext>
              </a:extLst>
            </p:cNvPr>
            <p:cNvSpPr/>
            <p:nvPr/>
          </p:nvSpPr>
          <p:spPr>
            <a:xfrm>
              <a:off x="3341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D13CB0D6-D13E-0661-965C-3277EFA31BD3}"/>
                </a:ext>
              </a:extLst>
            </p:cNvPr>
            <p:cNvSpPr/>
            <p:nvPr/>
          </p:nvSpPr>
          <p:spPr>
            <a:xfrm>
              <a:off x="3795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69C0AB3F-B0D8-1CDC-3E9F-18B67888CBAF}"/>
                </a:ext>
              </a:extLst>
            </p:cNvPr>
            <p:cNvSpPr/>
            <p:nvPr/>
          </p:nvSpPr>
          <p:spPr>
            <a:xfrm>
              <a:off x="4249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F4FA8D6B-88B3-6F75-822B-D9D136303BF2}"/>
                </a:ext>
              </a:extLst>
            </p:cNvPr>
            <p:cNvSpPr/>
            <p:nvPr/>
          </p:nvSpPr>
          <p:spPr>
            <a:xfrm>
              <a:off x="4703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2131E937-3CBD-A851-C3DC-DC95F3BC6AF1}"/>
                </a:ext>
              </a:extLst>
            </p:cNvPr>
            <p:cNvSpPr/>
            <p:nvPr/>
          </p:nvSpPr>
          <p:spPr>
            <a:xfrm>
              <a:off x="5157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1B814431-61E4-5C86-9983-A2FB4B077CD2}"/>
                </a:ext>
              </a:extLst>
            </p:cNvPr>
            <p:cNvSpPr/>
            <p:nvPr/>
          </p:nvSpPr>
          <p:spPr>
            <a:xfrm>
              <a:off x="5600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A9086898-2C8A-CD63-5E0A-0A44DAD8C3A9}"/>
                </a:ext>
              </a:extLst>
            </p:cNvPr>
            <p:cNvSpPr/>
            <p:nvPr/>
          </p:nvSpPr>
          <p:spPr>
            <a:xfrm>
              <a:off x="6054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2ADA6C28-8339-05BB-A76B-0BDA6B95BBC1}"/>
                </a:ext>
              </a:extLst>
            </p:cNvPr>
            <p:cNvSpPr/>
            <p:nvPr/>
          </p:nvSpPr>
          <p:spPr>
            <a:xfrm>
              <a:off x="6508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441243FF-A337-D8F7-8A43-87F0F20BA4EF}"/>
                </a:ext>
              </a:extLst>
            </p:cNvPr>
            <p:cNvSpPr/>
            <p:nvPr/>
          </p:nvSpPr>
          <p:spPr>
            <a:xfrm>
              <a:off x="6962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5FB09112-9B98-91E7-5168-EDCD2CAF299D}"/>
                </a:ext>
              </a:extLst>
            </p:cNvPr>
            <p:cNvSpPr/>
            <p:nvPr/>
          </p:nvSpPr>
          <p:spPr>
            <a:xfrm>
              <a:off x="7416" y="671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EDA20925-1961-3289-7AEC-3BE1204812D3}"/>
                </a:ext>
              </a:extLst>
            </p:cNvPr>
            <p:cNvSpPr/>
            <p:nvPr/>
          </p:nvSpPr>
          <p:spPr>
            <a:xfrm>
              <a:off x="3341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E3BCD28F-BE0E-3775-69A7-BB886B7F6502}"/>
                </a:ext>
              </a:extLst>
            </p:cNvPr>
            <p:cNvSpPr/>
            <p:nvPr/>
          </p:nvSpPr>
          <p:spPr>
            <a:xfrm>
              <a:off x="3795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EC070BEB-E557-6326-A7E0-D214310AB67F}"/>
                </a:ext>
              </a:extLst>
            </p:cNvPr>
            <p:cNvSpPr/>
            <p:nvPr/>
          </p:nvSpPr>
          <p:spPr>
            <a:xfrm>
              <a:off x="4249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0D5C53DC-6E27-7D0B-C5FB-A11388F54440}"/>
                </a:ext>
              </a:extLst>
            </p:cNvPr>
            <p:cNvSpPr/>
            <p:nvPr/>
          </p:nvSpPr>
          <p:spPr>
            <a:xfrm>
              <a:off x="4703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63911AE7-65F3-1A1A-26F9-62CAF272F0F6}"/>
                </a:ext>
              </a:extLst>
            </p:cNvPr>
            <p:cNvSpPr/>
            <p:nvPr/>
          </p:nvSpPr>
          <p:spPr>
            <a:xfrm>
              <a:off x="5157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7A1948FC-7A25-44AE-9FF3-752CF0405549}"/>
                </a:ext>
              </a:extLst>
            </p:cNvPr>
            <p:cNvSpPr/>
            <p:nvPr/>
          </p:nvSpPr>
          <p:spPr>
            <a:xfrm>
              <a:off x="5600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9A15E817-8E7D-B384-33AB-19B8A811A4CB}"/>
                </a:ext>
              </a:extLst>
            </p:cNvPr>
            <p:cNvSpPr/>
            <p:nvPr/>
          </p:nvSpPr>
          <p:spPr>
            <a:xfrm>
              <a:off x="6054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9E91BB29-6F92-D9A8-BB37-62D951E1C070}"/>
                </a:ext>
              </a:extLst>
            </p:cNvPr>
            <p:cNvSpPr/>
            <p:nvPr/>
          </p:nvSpPr>
          <p:spPr>
            <a:xfrm>
              <a:off x="6508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DAD6F4FF-29B2-BB03-891E-99BA25802D09}"/>
                </a:ext>
              </a:extLst>
            </p:cNvPr>
            <p:cNvSpPr/>
            <p:nvPr/>
          </p:nvSpPr>
          <p:spPr>
            <a:xfrm>
              <a:off x="6962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CF6B7451-FF29-2EAA-5B77-6D69729294E5}"/>
                </a:ext>
              </a:extLst>
            </p:cNvPr>
            <p:cNvSpPr/>
            <p:nvPr/>
          </p:nvSpPr>
          <p:spPr>
            <a:xfrm>
              <a:off x="7416" y="716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A87EA558-538A-D3AE-B018-9A4B99827FB4}"/>
                </a:ext>
              </a:extLst>
            </p:cNvPr>
            <p:cNvSpPr/>
            <p:nvPr/>
          </p:nvSpPr>
          <p:spPr>
            <a:xfrm>
              <a:off x="3341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E053BF99-2C48-0EF0-B95B-884E6629F26F}"/>
                </a:ext>
              </a:extLst>
            </p:cNvPr>
            <p:cNvSpPr/>
            <p:nvPr/>
          </p:nvSpPr>
          <p:spPr>
            <a:xfrm>
              <a:off x="3795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AE5C397A-2BF4-AF54-EC64-FA031A9BEED2}"/>
                </a:ext>
              </a:extLst>
            </p:cNvPr>
            <p:cNvSpPr/>
            <p:nvPr/>
          </p:nvSpPr>
          <p:spPr>
            <a:xfrm>
              <a:off x="4249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108B0FC4-5BCA-6C72-05D2-FA33685838BA}"/>
                </a:ext>
              </a:extLst>
            </p:cNvPr>
            <p:cNvSpPr/>
            <p:nvPr/>
          </p:nvSpPr>
          <p:spPr>
            <a:xfrm>
              <a:off x="4703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09E0B765-B80B-6170-5935-69F0D996F3F4}"/>
                </a:ext>
              </a:extLst>
            </p:cNvPr>
            <p:cNvSpPr/>
            <p:nvPr/>
          </p:nvSpPr>
          <p:spPr>
            <a:xfrm>
              <a:off x="5157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8E802916-E91D-85B6-AEAC-B7F2ECA290CC}"/>
                </a:ext>
              </a:extLst>
            </p:cNvPr>
            <p:cNvSpPr/>
            <p:nvPr/>
          </p:nvSpPr>
          <p:spPr>
            <a:xfrm>
              <a:off x="5600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FD7EB0D8-4E40-E004-0476-D496F3CF6EEB}"/>
                </a:ext>
              </a:extLst>
            </p:cNvPr>
            <p:cNvSpPr/>
            <p:nvPr/>
          </p:nvSpPr>
          <p:spPr>
            <a:xfrm>
              <a:off x="6054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8E263A49-182E-5488-5ECD-2AF2BC3AD597}"/>
                </a:ext>
              </a:extLst>
            </p:cNvPr>
            <p:cNvSpPr/>
            <p:nvPr/>
          </p:nvSpPr>
          <p:spPr>
            <a:xfrm>
              <a:off x="6508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8D1EE045-0EB7-27E2-18DC-1809B8824273}"/>
                </a:ext>
              </a:extLst>
            </p:cNvPr>
            <p:cNvSpPr/>
            <p:nvPr/>
          </p:nvSpPr>
          <p:spPr>
            <a:xfrm>
              <a:off x="6962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299D5847-01D7-454D-33CC-C45B53E60D9D}"/>
                </a:ext>
              </a:extLst>
            </p:cNvPr>
            <p:cNvSpPr/>
            <p:nvPr/>
          </p:nvSpPr>
          <p:spPr>
            <a:xfrm>
              <a:off x="7416" y="7618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0F54FA59-83D2-CD21-5180-E6BC11D50668}"/>
                </a:ext>
              </a:extLst>
            </p:cNvPr>
            <p:cNvSpPr/>
            <p:nvPr/>
          </p:nvSpPr>
          <p:spPr>
            <a:xfrm>
              <a:off x="3341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296BA06D-5609-187E-87C1-D2F9E8C13678}"/>
                </a:ext>
              </a:extLst>
            </p:cNvPr>
            <p:cNvSpPr/>
            <p:nvPr/>
          </p:nvSpPr>
          <p:spPr>
            <a:xfrm>
              <a:off x="3795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AB502C99-C360-61B3-F9B9-51E787CC90D5}"/>
                </a:ext>
              </a:extLst>
            </p:cNvPr>
            <p:cNvSpPr/>
            <p:nvPr/>
          </p:nvSpPr>
          <p:spPr>
            <a:xfrm>
              <a:off x="4249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CCD3637C-01D5-2443-ADFB-7A682BEA6F74}"/>
                </a:ext>
              </a:extLst>
            </p:cNvPr>
            <p:cNvSpPr/>
            <p:nvPr/>
          </p:nvSpPr>
          <p:spPr>
            <a:xfrm>
              <a:off x="4703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16A27A26-C7B6-8B86-D58A-2FB71F88A7A5}"/>
                </a:ext>
              </a:extLst>
            </p:cNvPr>
            <p:cNvSpPr/>
            <p:nvPr/>
          </p:nvSpPr>
          <p:spPr>
            <a:xfrm>
              <a:off x="5157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F038E488-DF00-B727-6DAD-EA4F0C8A03F5}"/>
                </a:ext>
              </a:extLst>
            </p:cNvPr>
            <p:cNvSpPr/>
            <p:nvPr/>
          </p:nvSpPr>
          <p:spPr>
            <a:xfrm>
              <a:off x="5600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51ED7E46-1788-9A86-2A79-9298AD3413D1}"/>
                </a:ext>
              </a:extLst>
            </p:cNvPr>
            <p:cNvSpPr/>
            <p:nvPr/>
          </p:nvSpPr>
          <p:spPr>
            <a:xfrm>
              <a:off x="6054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23B82E6F-6D28-AA4F-30F0-881AB6120891}"/>
                </a:ext>
              </a:extLst>
            </p:cNvPr>
            <p:cNvSpPr/>
            <p:nvPr/>
          </p:nvSpPr>
          <p:spPr>
            <a:xfrm>
              <a:off x="6508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C9499132-06A6-6D61-7BAE-EDBA19623133}"/>
                </a:ext>
              </a:extLst>
            </p:cNvPr>
            <p:cNvSpPr/>
            <p:nvPr/>
          </p:nvSpPr>
          <p:spPr>
            <a:xfrm>
              <a:off x="6962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A09790EA-AA1E-1FA4-B0E1-1C2AB44E2D40}"/>
                </a:ext>
              </a:extLst>
            </p:cNvPr>
            <p:cNvSpPr/>
            <p:nvPr/>
          </p:nvSpPr>
          <p:spPr>
            <a:xfrm>
              <a:off x="7416" y="807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D0F5144E-3A33-6329-BAA4-B7B7E66DACD0}"/>
                </a:ext>
              </a:extLst>
            </p:cNvPr>
            <p:cNvSpPr/>
            <p:nvPr/>
          </p:nvSpPr>
          <p:spPr>
            <a:xfrm>
              <a:off x="3341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7105FF1E-2FFD-7BCE-E32C-E5045D82B9EA}"/>
                </a:ext>
              </a:extLst>
            </p:cNvPr>
            <p:cNvSpPr/>
            <p:nvPr/>
          </p:nvSpPr>
          <p:spPr>
            <a:xfrm>
              <a:off x="3795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97FB6F38-4F30-F56B-5368-82CD7A5DEEB7}"/>
                </a:ext>
              </a:extLst>
            </p:cNvPr>
            <p:cNvSpPr/>
            <p:nvPr/>
          </p:nvSpPr>
          <p:spPr>
            <a:xfrm>
              <a:off x="4249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40AD3F63-2816-AAA7-4C22-370BE5368CBB}"/>
                </a:ext>
              </a:extLst>
            </p:cNvPr>
            <p:cNvSpPr/>
            <p:nvPr/>
          </p:nvSpPr>
          <p:spPr>
            <a:xfrm>
              <a:off x="4703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328284B5-2583-3596-7211-CD5A1D939A1B}"/>
                </a:ext>
              </a:extLst>
            </p:cNvPr>
            <p:cNvSpPr/>
            <p:nvPr/>
          </p:nvSpPr>
          <p:spPr>
            <a:xfrm>
              <a:off x="5157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0F00461D-4599-219B-D4AD-39E180890C4D}"/>
                </a:ext>
              </a:extLst>
            </p:cNvPr>
            <p:cNvSpPr/>
            <p:nvPr/>
          </p:nvSpPr>
          <p:spPr>
            <a:xfrm>
              <a:off x="5600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C2D8AAE5-2E44-E998-760C-2FC4D15C6353}"/>
                </a:ext>
              </a:extLst>
            </p:cNvPr>
            <p:cNvSpPr/>
            <p:nvPr/>
          </p:nvSpPr>
          <p:spPr>
            <a:xfrm>
              <a:off x="6054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3F04BF50-CEDB-B4D9-140A-8B1609E6726C}"/>
                </a:ext>
              </a:extLst>
            </p:cNvPr>
            <p:cNvSpPr/>
            <p:nvPr/>
          </p:nvSpPr>
          <p:spPr>
            <a:xfrm>
              <a:off x="6508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DBA8A9F5-0B55-27E4-998B-2384DB67435E}"/>
                </a:ext>
              </a:extLst>
            </p:cNvPr>
            <p:cNvSpPr/>
            <p:nvPr/>
          </p:nvSpPr>
          <p:spPr>
            <a:xfrm>
              <a:off x="6962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0F365EB4-366A-F672-7EAC-FD0AB08B5584}"/>
                </a:ext>
              </a:extLst>
            </p:cNvPr>
            <p:cNvSpPr/>
            <p:nvPr/>
          </p:nvSpPr>
          <p:spPr>
            <a:xfrm>
              <a:off x="7416" y="8532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74373FB0-3FCF-CF85-568E-87EFBC8006A0}"/>
                </a:ext>
              </a:extLst>
            </p:cNvPr>
            <p:cNvSpPr/>
            <p:nvPr/>
          </p:nvSpPr>
          <p:spPr>
            <a:xfrm>
              <a:off x="3341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7" name="矩形 286">
              <a:extLst>
                <a:ext uri="{FF2B5EF4-FFF2-40B4-BE49-F238E27FC236}">
                  <a16:creationId xmlns:a16="http://schemas.microsoft.com/office/drawing/2014/main" id="{562DB00D-6339-5591-3EC9-1651FECB6821}"/>
                </a:ext>
              </a:extLst>
            </p:cNvPr>
            <p:cNvSpPr/>
            <p:nvPr/>
          </p:nvSpPr>
          <p:spPr>
            <a:xfrm>
              <a:off x="3795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2FC5E7A2-5F76-3ECE-61C8-E97EF35C6C21}"/>
                </a:ext>
              </a:extLst>
            </p:cNvPr>
            <p:cNvSpPr/>
            <p:nvPr/>
          </p:nvSpPr>
          <p:spPr>
            <a:xfrm>
              <a:off x="4249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0B89E5B3-4C6B-D51E-CC3E-5DC47EF8B95F}"/>
                </a:ext>
              </a:extLst>
            </p:cNvPr>
            <p:cNvSpPr/>
            <p:nvPr/>
          </p:nvSpPr>
          <p:spPr>
            <a:xfrm>
              <a:off x="4703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58A56336-7BD9-E60D-7F1C-72D708FBF0E4}"/>
                </a:ext>
              </a:extLst>
            </p:cNvPr>
            <p:cNvSpPr/>
            <p:nvPr/>
          </p:nvSpPr>
          <p:spPr>
            <a:xfrm>
              <a:off x="5157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1" name="矩形 290">
              <a:extLst>
                <a:ext uri="{FF2B5EF4-FFF2-40B4-BE49-F238E27FC236}">
                  <a16:creationId xmlns:a16="http://schemas.microsoft.com/office/drawing/2014/main" id="{B140164C-9D03-4979-F65F-5387B8B02756}"/>
                </a:ext>
              </a:extLst>
            </p:cNvPr>
            <p:cNvSpPr/>
            <p:nvPr/>
          </p:nvSpPr>
          <p:spPr>
            <a:xfrm>
              <a:off x="5600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2BBF5859-C159-0E0D-CCAC-90086849F986}"/>
                </a:ext>
              </a:extLst>
            </p:cNvPr>
            <p:cNvSpPr/>
            <p:nvPr/>
          </p:nvSpPr>
          <p:spPr>
            <a:xfrm>
              <a:off x="6054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EA10793A-2458-59B5-3A45-D76C86029C99}"/>
                </a:ext>
              </a:extLst>
            </p:cNvPr>
            <p:cNvSpPr/>
            <p:nvPr/>
          </p:nvSpPr>
          <p:spPr>
            <a:xfrm>
              <a:off x="6508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A302D5E5-B7E1-A28F-2283-1D5A5B51DE53}"/>
                </a:ext>
              </a:extLst>
            </p:cNvPr>
            <p:cNvSpPr/>
            <p:nvPr/>
          </p:nvSpPr>
          <p:spPr>
            <a:xfrm>
              <a:off x="6962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2CA4E07B-057F-9F0F-B875-ADE4DADD31F0}"/>
                </a:ext>
              </a:extLst>
            </p:cNvPr>
            <p:cNvSpPr/>
            <p:nvPr/>
          </p:nvSpPr>
          <p:spPr>
            <a:xfrm>
              <a:off x="7416" y="8986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3F95C72E-181C-1BDA-43EA-332B7FFB5473}"/>
                </a:ext>
              </a:extLst>
            </p:cNvPr>
            <p:cNvSpPr/>
            <p:nvPr/>
          </p:nvSpPr>
          <p:spPr>
            <a:xfrm>
              <a:off x="3341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9F2454E7-6321-FA69-51D0-F24350ED4470}"/>
                </a:ext>
              </a:extLst>
            </p:cNvPr>
            <p:cNvSpPr/>
            <p:nvPr/>
          </p:nvSpPr>
          <p:spPr>
            <a:xfrm>
              <a:off x="3795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1141741F-B0C9-69DF-2683-89EC56F298C2}"/>
                </a:ext>
              </a:extLst>
            </p:cNvPr>
            <p:cNvSpPr/>
            <p:nvPr/>
          </p:nvSpPr>
          <p:spPr>
            <a:xfrm>
              <a:off x="4249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A04EDB0C-4673-58E0-2813-17981A52BA29}"/>
                </a:ext>
              </a:extLst>
            </p:cNvPr>
            <p:cNvSpPr/>
            <p:nvPr/>
          </p:nvSpPr>
          <p:spPr>
            <a:xfrm>
              <a:off x="4703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id="{3A809082-5B9B-355C-7D8F-FB530BEE012C}"/>
                </a:ext>
              </a:extLst>
            </p:cNvPr>
            <p:cNvSpPr/>
            <p:nvPr/>
          </p:nvSpPr>
          <p:spPr>
            <a:xfrm>
              <a:off x="5157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1" name="矩形 300">
              <a:extLst>
                <a:ext uri="{FF2B5EF4-FFF2-40B4-BE49-F238E27FC236}">
                  <a16:creationId xmlns:a16="http://schemas.microsoft.com/office/drawing/2014/main" id="{F830F024-4A84-4AB8-589E-D92B549D99C7}"/>
                </a:ext>
              </a:extLst>
            </p:cNvPr>
            <p:cNvSpPr/>
            <p:nvPr/>
          </p:nvSpPr>
          <p:spPr>
            <a:xfrm>
              <a:off x="5600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2" name="矩形 301">
              <a:extLst>
                <a:ext uri="{FF2B5EF4-FFF2-40B4-BE49-F238E27FC236}">
                  <a16:creationId xmlns:a16="http://schemas.microsoft.com/office/drawing/2014/main" id="{55D77507-6FEF-2A34-826C-2D3DCB1797AB}"/>
                </a:ext>
              </a:extLst>
            </p:cNvPr>
            <p:cNvSpPr/>
            <p:nvPr/>
          </p:nvSpPr>
          <p:spPr>
            <a:xfrm>
              <a:off x="6054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id="{08B7598F-AADC-61B5-970E-F2CAAC4A5FB9}"/>
                </a:ext>
              </a:extLst>
            </p:cNvPr>
            <p:cNvSpPr/>
            <p:nvPr/>
          </p:nvSpPr>
          <p:spPr>
            <a:xfrm>
              <a:off x="6508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4" name="矩形 303">
              <a:extLst>
                <a:ext uri="{FF2B5EF4-FFF2-40B4-BE49-F238E27FC236}">
                  <a16:creationId xmlns:a16="http://schemas.microsoft.com/office/drawing/2014/main" id="{EAA378AF-5C31-6B79-54FE-C6B6850D869F}"/>
                </a:ext>
              </a:extLst>
            </p:cNvPr>
            <p:cNvSpPr/>
            <p:nvPr/>
          </p:nvSpPr>
          <p:spPr>
            <a:xfrm>
              <a:off x="6962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F82F9BEF-634D-BA4F-84E2-1342F0297FFA}"/>
                </a:ext>
              </a:extLst>
            </p:cNvPr>
            <p:cNvSpPr/>
            <p:nvPr/>
          </p:nvSpPr>
          <p:spPr>
            <a:xfrm>
              <a:off x="7416" y="9420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6" name="矩形 305">
              <a:extLst>
                <a:ext uri="{FF2B5EF4-FFF2-40B4-BE49-F238E27FC236}">
                  <a16:creationId xmlns:a16="http://schemas.microsoft.com/office/drawing/2014/main" id="{CA33A425-2B66-E6CC-D8A2-0671DF9B987D}"/>
                </a:ext>
              </a:extLst>
            </p:cNvPr>
            <p:cNvSpPr/>
            <p:nvPr/>
          </p:nvSpPr>
          <p:spPr>
            <a:xfrm>
              <a:off x="3341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F619FF67-FF45-7D92-EC5A-C0C77DC7AE80}"/>
                </a:ext>
              </a:extLst>
            </p:cNvPr>
            <p:cNvSpPr/>
            <p:nvPr/>
          </p:nvSpPr>
          <p:spPr>
            <a:xfrm>
              <a:off x="3795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9D993AAE-A92B-6F73-ED5F-8B5AC32D3D6C}"/>
                </a:ext>
              </a:extLst>
            </p:cNvPr>
            <p:cNvSpPr/>
            <p:nvPr/>
          </p:nvSpPr>
          <p:spPr>
            <a:xfrm>
              <a:off x="4249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DA328E9B-406C-B278-F5A7-38A348899AD4}"/>
                </a:ext>
              </a:extLst>
            </p:cNvPr>
            <p:cNvSpPr/>
            <p:nvPr/>
          </p:nvSpPr>
          <p:spPr>
            <a:xfrm>
              <a:off x="4703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892488E4-89BB-2380-2FA7-3FA04F58D17B}"/>
                </a:ext>
              </a:extLst>
            </p:cNvPr>
            <p:cNvSpPr/>
            <p:nvPr/>
          </p:nvSpPr>
          <p:spPr>
            <a:xfrm>
              <a:off x="5157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3D6C57FB-EE36-76D2-7B1E-016A2668BBD3}"/>
                </a:ext>
              </a:extLst>
            </p:cNvPr>
            <p:cNvSpPr/>
            <p:nvPr/>
          </p:nvSpPr>
          <p:spPr>
            <a:xfrm>
              <a:off x="5600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7FE464EB-08AE-97DA-8422-EBFA4C179A14}"/>
                </a:ext>
              </a:extLst>
            </p:cNvPr>
            <p:cNvSpPr/>
            <p:nvPr/>
          </p:nvSpPr>
          <p:spPr>
            <a:xfrm>
              <a:off x="6054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6841BE91-5996-DF99-510D-3FDB47DEDE15}"/>
                </a:ext>
              </a:extLst>
            </p:cNvPr>
            <p:cNvSpPr/>
            <p:nvPr/>
          </p:nvSpPr>
          <p:spPr>
            <a:xfrm>
              <a:off x="6508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4FC5B8A7-7988-57FF-4B40-5C9E277A3705}"/>
                </a:ext>
              </a:extLst>
            </p:cNvPr>
            <p:cNvSpPr/>
            <p:nvPr/>
          </p:nvSpPr>
          <p:spPr>
            <a:xfrm>
              <a:off x="6962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22AB7E57-CDA5-682B-F832-3DCAC21252B8}"/>
                </a:ext>
              </a:extLst>
            </p:cNvPr>
            <p:cNvSpPr/>
            <p:nvPr/>
          </p:nvSpPr>
          <p:spPr>
            <a:xfrm>
              <a:off x="7416" y="9874"/>
              <a:ext cx="454" cy="4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16" name="文本框 624">
            <a:extLst>
              <a:ext uri="{FF2B5EF4-FFF2-40B4-BE49-F238E27FC236}">
                <a16:creationId xmlns:a16="http://schemas.microsoft.com/office/drawing/2014/main" id="{5011DFEB-798C-5220-24F9-AE5F6A2102CE}"/>
              </a:ext>
            </a:extLst>
          </p:cNvPr>
          <p:cNvSpPr txBox="1"/>
          <p:nvPr/>
        </p:nvSpPr>
        <p:spPr>
          <a:xfrm>
            <a:off x="1332398" y="4515898"/>
            <a:ext cx="411847" cy="252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2"/>
                </a:solidFill>
                <a:sym typeface="+mn-ea"/>
              </a:rPr>
              <a:t>10</a:t>
            </a:r>
          </a:p>
        </p:txBody>
      </p:sp>
      <p:sp>
        <p:nvSpPr>
          <p:cNvPr id="317" name="文本框 625">
            <a:extLst>
              <a:ext uri="{FF2B5EF4-FFF2-40B4-BE49-F238E27FC236}">
                <a16:creationId xmlns:a16="http://schemas.microsoft.com/office/drawing/2014/main" id="{B1067BAF-AF75-6753-2837-BB2D9E0E9839}"/>
              </a:ext>
            </a:extLst>
          </p:cNvPr>
          <p:cNvSpPr txBox="1"/>
          <p:nvPr/>
        </p:nvSpPr>
        <p:spPr>
          <a:xfrm>
            <a:off x="535787" y="3420840"/>
            <a:ext cx="502161" cy="426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accent2"/>
                </a:solidFill>
                <a:sym typeface="+mn-ea"/>
              </a:rPr>
              <a:t>14</a:t>
            </a:r>
          </a:p>
        </p:txBody>
      </p:sp>
      <p:sp>
        <p:nvSpPr>
          <p:cNvPr id="318" name="右箭头 629">
            <a:extLst>
              <a:ext uri="{FF2B5EF4-FFF2-40B4-BE49-F238E27FC236}">
                <a16:creationId xmlns:a16="http://schemas.microsoft.com/office/drawing/2014/main" id="{998E9A13-57AD-0A78-5633-7CE84FE4EB2D}"/>
              </a:ext>
            </a:extLst>
          </p:cNvPr>
          <p:cNvSpPr/>
          <p:nvPr/>
        </p:nvSpPr>
        <p:spPr>
          <a:xfrm rot="10800000">
            <a:off x="6519475" y="3479550"/>
            <a:ext cx="476885" cy="173355"/>
          </a:xfrm>
          <a:prstGeom prst="rightArrow">
            <a:avLst/>
          </a:prstGeom>
          <a:solidFill>
            <a:srgbClr val="EDEDED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9" name="右箭头 630">
            <a:extLst>
              <a:ext uri="{FF2B5EF4-FFF2-40B4-BE49-F238E27FC236}">
                <a16:creationId xmlns:a16="http://schemas.microsoft.com/office/drawing/2014/main" id="{AEE13653-FE29-80CA-B2EF-ACA7C6270252}"/>
              </a:ext>
            </a:extLst>
          </p:cNvPr>
          <p:cNvSpPr/>
          <p:nvPr/>
        </p:nvSpPr>
        <p:spPr>
          <a:xfrm rot="10800000">
            <a:off x="4719249" y="3474469"/>
            <a:ext cx="573791" cy="17335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0" name="右箭头 631">
            <a:extLst>
              <a:ext uri="{FF2B5EF4-FFF2-40B4-BE49-F238E27FC236}">
                <a16:creationId xmlns:a16="http://schemas.microsoft.com/office/drawing/2014/main" id="{A6F10853-C57F-36AA-C7BB-B2F2F0CB67EC}"/>
              </a:ext>
            </a:extLst>
          </p:cNvPr>
          <p:cNvSpPr/>
          <p:nvPr/>
        </p:nvSpPr>
        <p:spPr>
          <a:xfrm rot="10800000">
            <a:off x="2317746" y="3474471"/>
            <a:ext cx="553342" cy="173355"/>
          </a:xfrm>
          <a:prstGeom prst="rightArrow">
            <a:avLst/>
          </a:prstGeom>
          <a:solidFill>
            <a:srgbClr val="E1D9FC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1" name="矩形: 圆角 320">
            <a:extLst>
              <a:ext uri="{FF2B5EF4-FFF2-40B4-BE49-F238E27FC236}">
                <a16:creationId xmlns:a16="http://schemas.microsoft.com/office/drawing/2014/main" id="{DAE430CC-664E-FF5E-9ABB-D5C79DB3D314}"/>
              </a:ext>
            </a:extLst>
          </p:cNvPr>
          <p:cNvSpPr/>
          <p:nvPr/>
        </p:nvSpPr>
        <p:spPr>
          <a:xfrm>
            <a:off x="2168038" y="5282095"/>
            <a:ext cx="690413" cy="377917"/>
          </a:xfrm>
          <a:prstGeom prst="roundRect">
            <a:avLst/>
          </a:prstGeom>
          <a:solidFill>
            <a:srgbClr val="FCE6D5"/>
          </a:solidFill>
          <a:ln>
            <a:solidFill>
              <a:srgbClr val="EE822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kernel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11,7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ECF34E0B-6009-587A-EECB-418E42281404}"/>
              </a:ext>
            </a:extLst>
          </p:cNvPr>
          <p:cNvSpPr/>
          <p:nvPr/>
        </p:nvSpPr>
        <p:spPr>
          <a:xfrm>
            <a:off x="4479277" y="5275547"/>
            <a:ext cx="690413" cy="377917"/>
          </a:xfrm>
          <a:prstGeom prst="roundRect">
            <a:avLst/>
          </a:prstGeom>
          <a:solidFill>
            <a:srgbClr val="DED0FF"/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kernel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3,3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3" name="矩形: 圆角 322">
            <a:extLst>
              <a:ext uri="{FF2B5EF4-FFF2-40B4-BE49-F238E27FC236}">
                <a16:creationId xmlns:a16="http://schemas.microsoft.com/office/drawing/2014/main" id="{51D7F14F-5105-7776-6A3D-19AEED7C1F8B}"/>
              </a:ext>
            </a:extLst>
          </p:cNvPr>
          <p:cNvSpPr/>
          <p:nvPr/>
        </p:nvSpPr>
        <p:spPr>
          <a:xfrm>
            <a:off x="6277945" y="5258559"/>
            <a:ext cx="690413" cy="377917"/>
          </a:xfrm>
          <a:prstGeom prst="roundRect">
            <a:avLst/>
          </a:prstGeom>
          <a:solidFill>
            <a:srgbClr val="CFFAFF"/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kernel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1,1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4" name="矩形: 圆角 323">
            <a:extLst>
              <a:ext uri="{FF2B5EF4-FFF2-40B4-BE49-F238E27FC236}">
                <a16:creationId xmlns:a16="http://schemas.microsoft.com/office/drawing/2014/main" id="{0EBC065A-597B-FD7C-0703-CB6829188088}"/>
              </a:ext>
            </a:extLst>
          </p:cNvPr>
          <p:cNvSpPr/>
          <p:nvPr/>
        </p:nvSpPr>
        <p:spPr>
          <a:xfrm>
            <a:off x="7866489" y="5251589"/>
            <a:ext cx="690413" cy="377917"/>
          </a:xfrm>
          <a:prstGeom prst="roundRect">
            <a:avLst/>
          </a:prstGeom>
          <a:solidFill>
            <a:srgbClr val="FFF2CA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pool</a:t>
            </a:r>
          </a:p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（</a:t>
            </a:r>
            <a:r>
              <a:rPr lang="en-US" altLang="zh-CN" sz="1100" dirty="0">
                <a:solidFill>
                  <a:schemeClr val="tx1"/>
                </a:solidFill>
              </a:rPr>
              <a:t>2,2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25" name="右箭头 629">
            <a:extLst>
              <a:ext uri="{FF2B5EF4-FFF2-40B4-BE49-F238E27FC236}">
                <a16:creationId xmlns:a16="http://schemas.microsoft.com/office/drawing/2014/main" id="{0A204D8B-5832-99CF-5FCF-457DA5166190}"/>
              </a:ext>
            </a:extLst>
          </p:cNvPr>
          <p:cNvSpPr/>
          <p:nvPr/>
        </p:nvSpPr>
        <p:spPr>
          <a:xfrm rot="10800000">
            <a:off x="8189545" y="3479550"/>
            <a:ext cx="476885" cy="173355"/>
          </a:xfrm>
          <a:prstGeom prst="rightArrow">
            <a:avLst/>
          </a:prstGeom>
          <a:solidFill>
            <a:srgbClr val="E2F0D9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6" name="右箭头 631">
            <a:extLst>
              <a:ext uri="{FF2B5EF4-FFF2-40B4-BE49-F238E27FC236}">
                <a16:creationId xmlns:a16="http://schemas.microsoft.com/office/drawing/2014/main" id="{C1CEEE7B-552E-A7C2-0253-B3007E8C66BF}"/>
              </a:ext>
            </a:extLst>
          </p:cNvPr>
          <p:cNvSpPr/>
          <p:nvPr/>
        </p:nvSpPr>
        <p:spPr>
          <a:xfrm>
            <a:off x="3342051" y="5372359"/>
            <a:ext cx="553342" cy="173355"/>
          </a:xfrm>
          <a:prstGeom prst="rightArrow">
            <a:avLst/>
          </a:prstGeom>
          <a:solidFill>
            <a:srgbClr val="E1D9FC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7" name="右箭头 630">
            <a:extLst>
              <a:ext uri="{FF2B5EF4-FFF2-40B4-BE49-F238E27FC236}">
                <a16:creationId xmlns:a16="http://schemas.microsoft.com/office/drawing/2014/main" id="{508A44B9-0252-99DE-5C06-1F421856F58B}"/>
              </a:ext>
            </a:extLst>
          </p:cNvPr>
          <p:cNvSpPr/>
          <p:nvPr/>
        </p:nvSpPr>
        <p:spPr>
          <a:xfrm>
            <a:off x="5458503" y="5365290"/>
            <a:ext cx="573791" cy="173355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9" name="右箭头 631">
            <a:extLst>
              <a:ext uri="{FF2B5EF4-FFF2-40B4-BE49-F238E27FC236}">
                <a16:creationId xmlns:a16="http://schemas.microsoft.com/office/drawing/2014/main" id="{69DBDF7D-A48B-389D-E448-7D992642FA84}"/>
              </a:ext>
            </a:extLst>
          </p:cNvPr>
          <p:cNvSpPr/>
          <p:nvPr/>
        </p:nvSpPr>
        <p:spPr>
          <a:xfrm>
            <a:off x="1461716" y="5372358"/>
            <a:ext cx="460670" cy="173355"/>
          </a:xfrm>
          <a:prstGeom prst="rightArrow">
            <a:avLst/>
          </a:prstGeom>
          <a:solidFill>
            <a:srgbClr val="FCE6D5"/>
          </a:solidFill>
          <a:ln>
            <a:solidFill>
              <a:srgbClr val="EE82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A9A4EBE5-BAA1-82DE-F207-1ADC2742AFB0}"/>
              </a:ext>
            </a:extLst>
          </p:cNvPr>
          <p:cNvSpPr txBox="1"/>
          <p:nvPr/>
        </p:nvSpPr>
        <p:spPr>
          <a:xfrm>
            <a:off x="3915041" y="4605490"/>
            <a:ext cx="312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Seq 1. </a:t>
            </a:r>
            <a:r>
              <a:rPr lang="zh-CN" altLang="en-US" sz="1600" dirty="0">
                <a:solidFill>
                  <a:srgbClr val="C00000"/>
                </a:solidFill>
              </a:rPr>
              <a:t>反推顺序：数据形状变化</a:t>
            </a: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82F7A599-62F4-AFEF-721D-EE1F831D0B99}"/>
              </a:ext>
            </a:extLst>
          </p:cNvPr>
          <p:cNvSpPr txBox="1"/>
          <p:nvPr/>
        </p:nvSpPr>
        <p:spPr>
          <a:xfrm>
            <a:off x="3958486" y="5673392"/>
            <a:ext cx="3104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Seq 2. </a:t>
            </a:r>
            <a:r>
              <a:rPr lang="zh-CN" altLang="en-US" sz="1600" dirty="0">
                <a:solidFill>
                  <a:srgbClr val="C00000"/>
                </a:solidFill>
              </a:rPr>
              <a:t>计算顺序：逐层卷积流动</a:t>
            </a:r>
          </a:p>
        </p:txBody>
      </p:sp>
      <p:sp>
        <p:nvSpPr>
          <p:cNvPr id="3" name="右箭头 629">
            <a:extLst>
              <a:ext uri="{FF2B5EF4-FFF2-40B4-BE49-F238E27FC236}">
                <a16:creationId xmlns:a16="http://schemas.microsoft.com/office/drawing/2014/main" id="{AD1F6E86-BA31-507A-44D8-5F28E065885E}"/>
              </a:ext>
            </a:extLst>
          </p:cNvPr>
          <p:cNvSpPr/>
          <p:nvPr/>
        </p:nvSpPr>
        <p:spPr>
          <a:xfrm>
            <a:off x="7120253" y="5351645"/>
            <a:ext cx="573791" cy="187164"/>
          </a:xfrm>
          <a:prstGeom prst="rightArrow">
            <a:avLst/>
          </a:prstGeom>
          <a:solidFill>
            <a:srgbClr val="EDEDED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3" name="右箭头 629">
            <a:extLst>
              <a:ext uri="{FF2B5EF4-FFF2-40B4-BE49-F238E27FC236}">
                <a16:creationId xmlns:a16="http://schemas.microsoft.com/office/drawing/2014/main" id="{5B9F84A8-E81B-417C-EA4A-6659D55F46CC}"/>
              </a:ext>
            </a:extLst>
          </p:cNvPr>
          <p:cNvSpPr/>
          <p:nvPr/>
        </p:nvSpPr>
        <p:spPr>
          <a:xfrm>
            <a:off x="8652800" y="5356693"/>
            <a:ext cx="571217" cy="168904"/>
          </a:xfrm>
          <a:prstGeom prst="rightArrow">
            <a:avLst/>
          </a:prstGeom>
          <a:solidFill>
            <a:srgbClr val="E2F0D9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841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</TotalTime>
  <Words>128</Words>
  <Application>Microsoft Office PowerPoint</Application>
  <PresentationFormat>自定义</PresentationFormat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峻 冯</dc:creator>
  <cp:lastModifiedBy>峻 冯</cp:lastModifiedBy>
  <cp:revision>4</cp:revision>
  <dcterms:created xsi:type="dcterms:W3CDTF">2026-05-12T04:26:21Z</dcterms:created>
  <dcterms:modified xsi:type="dcterms:W3CDTF">2026-05-12T08:19:21Z</dcterms:modified>
</cp:coreProperties>
</file>