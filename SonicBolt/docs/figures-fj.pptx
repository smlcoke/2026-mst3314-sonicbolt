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  <p:sldId id="326" r:id="rId66"/>
    <p:sldId id="327" r:id="rId67"/>
    <p:sldId id="328" r:id="rId6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  <p14:section name="SonicBolt v5.4" id="{258869CE-E40A-4A94-B14D-24E7BDE923F0}">
          <p14:sldIdLst>
            <p14:sldId id="326"/>
            <p14:sldId id="327"/>
          </p14:sldIdLst>
        </p14:section>
        <p14:section name="SonicBolt-PD-v1.3" id="{B5EA3C30-2AF8-460D-8A14-06ABFC1AB98B}">
          <p14:sldIdLst>
            <p14:sldId id="32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5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EA290-3C2F-F625-B9E3-E88BE9CBD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42CE70-1419-9B56-059B-B15994F4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83AE46F-F5D1-06DE-65FF-5944A2847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E5ECD6-0C39-57C1-EA77-80B94CD37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5501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E824A-4BC0-7B3F-EE09-3E5AF72C2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F90085-431B-3CC0-9F49-A0D4D2E44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549D6C-7CD7-917D-A13D-0C77EC88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E895CB-6E6F-24B7-B31C-9CE61D65E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362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065864"/>
              </p:ext>
            </p:extLst>
          </p:nvPr>
        </p:nvGraphicFramePr>
        <p:xfrm>
          <a:off x="626647" y="1634066"/>
          <a:ext cx="36000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4804675" y="225468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883112" y="360164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374818" y="3006304"/>
            <a:ext cx="840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CB4921AA-939E-30BE-0103-203F5626BABD}"/>
              </a:ext>
            </a:extLst>
          </p:cNvPr>
          <p:cNvSpPr txBox="1"/>
          <p:nvPr/>
        </p:nvSpPr>
        <p:spPr>
          <a:xfrm>
            <a:off x="540047" y="362078"/>
            <a:ext cx="6063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v2.7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架构分析：半窗缓存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CEF92A-1E5F-8EFC-0B05-4C0893750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051839"/>
              </p:ext>
            </p:extLst>
          </p:nvPr>
        </p:nvGraphicFramePr>
        <p:xfrm>
          <a:off x="1271345" y="83312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AC5359-196C-C5C3-762F-51981E550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6467861"/>
              </p:ext>
            </p:extLst>
          </p:nvPr>
        </p:nvGraphicFramePr>
        <p:xfrm>
          <a:off x="6096000" y="158646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CBA5D13-084D-1C50-18D1-682F660955BD}"/>
              </a:ext>
            </a:extLst>
          </p:cNvPr>
          <p:cNvCxnSpPr>
            <a:cxnSpLocks/>
          </p:cNvCxnSpPr>
          <p:nvPr/>
        </p:nvCxnSpPr>
        <p:spPr>
          <a:xfrm>
            <a:off x="975769" y="833120"/>
            <a:ext cx="0" cy="519176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AC2F6F1B-8BB9-E840-76C8-59EB6199FFF2}"/>
              </a:ext>
            </a:extLst>
          </p:cNvPr>
          <p:cNvSpPr txBox="1"/>
          <p:nvPr/>
        </p:nvSpPr>
        <p:spPr>
          <a:xfrm>
            <a:off x="461558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A1E4754-B773-AE82-A3AA-A8CA6FB65C54}"/>
              </a:ext>
            </a:extLst>
          </p:cNvPr>
          <p:cNvCxnSpPr>
            <a:cxnSpLocks/>
          </p:cNvCxnSpPr>
          <p:nvPr/>
        </p:nvCxnSpPr>
        <p:spPr>
          <a:xfrm flipH="1">
            <a:off x="1271345" y="6177280"/>
            <a:ext cx="370800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66945953-2D07-B507-1EBA-1AB40977D19B}"/>
              </a:ext>
            </a:extLst>
          </p:cNvPr>
          <p:cNvSpPr txBox="1"/>
          <p:nvPr/>
        </p:nvSpPr>
        <p:spPr>
          <a:xfrm>
            <a:off x="2825957" y="6177280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E6DA860-477C-87A8-B8B4-7F16469E4B7D}"/>
              </a:ext>
            </a:extLst>
          </p:cNvPr>
          <p:cNvCxnSpPr>
            <a:cxnSpLocks/>
          </p:cNvCxnSpPr>
          <p:nvPr/>
        </p:nvCxnSpPr>
        <p:spPr>
          <a:xfrm>
            <a:off x="5142117" y="158646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167B440-1FAF-CEF9-8201-B80CB9CBEE5E}"/>
              </a:ext>
            </a:extLst>
          </p:cNvPr>
          <p:cNvCxnSpPr>
            <a:cxnSpLocks/>
          </p:cNvCxnSpPr>
          <p:nvPr/>
        </p:nvCxnSpPr>
        <p:spPr>
          <a:xfrm>
            <a:off x="5142117" y="601114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A093C3E9-7EA4-1835-77A1-31B3D6773C33}"/>
              </a:ext>
            </a:extLst>
          </p:cNvPr>
          <p:cNvSpPr/>
          <p:nvPr/>
        </p:nvSpPr>
        <p:spPr>
          <a:xfrm>
            <a:off x="11684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49902AF-BE41-98C7-EFCB-1055000D4185}"/>
              </a:ext>
            </a:extLst>
          </p:cNvPr>
          <p:cNvSpPr/>
          <p:nvPr/>
        </p:nvSpPr>
        <p:spPr>
          <a:xfrm>
            <a:off x="60325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4703B7-9315-5723-363A-4DAA54BA8787}"/>
              </a:ext>
            </a:extLst>
          </p:cNvPr>
          <p:cNvCxnSpPr>
            <a:cxnSpLocks/>
          </p:cNvCxnSpPr>
          <p:nvPr/>
        </p:nvCxnSpPr>
        <p:spPr>
          <a:xfrm>
            <a:off x="5693819" y="1689100"/>
            <a:ext cx="0" cy="424053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712FC17B-8136-73F9-F2DF-352F2A4940F4}"/>
              </a:ext>
            </a:extLst>
          </p:cNvPr>
          <p:cNvSpPr txBox="1"/>
          <p:nvPr/>
        </p:nvSpPr>
        <p:spPr>
          <a:xfrm>
            <a:off x="5222713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9650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FD36-274C-4BD2-DF50-E301178E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120584-4BD1-9283-FB8A-3879FA392F3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12CA19-4B69-AF53-DE52-19C08077A9A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55D0E-73FF-E4B2-7829-554F20FF688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4BC73E-C4ED-0A62-E0D3-415ED35FC69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7249F907-DD36-7EAC-6AF9-96F4D4E6D443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F1C47E0-9154-2492-DCF9-7D74EDE2E32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4D8B8D-3DEF-1AD7-C872-FA0304D62BD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53F8F135-EDD6-FDF4-BB98-5FC488968F4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2DC8A6-52E5-D4C5-DD1D-9E0458A8118D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4BA6AE-A380-1C5A-DBDD-92CD7434045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380CA7-8501-B1D7-C4B1-70BA5B07E163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AF5384F-4BA5-CED6-CA0E-47AE406238CF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E7DDDA9-D925-1133-7C34-F3FF0F72B16C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A0441FA-5D03-EDC4-E56B-C06C985B2720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7B7B3B4-D7B1-8DCD-DBCF-2D7A96112DA1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52C67A3-77E7-8136-6A5B-F47B2294AEB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1F496B0-C907-A015-6B48-520A4B016CB7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52D2FF-C193-01ED-23A2-0456BE02200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EAC945F-5D52-BA28-E449-D1ECC70A17D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CB090A-F1CB-F768-9405-169A456D1984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5341DFD-A2AC-7A9C-2F35-743CEB1BA07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90FF4228-9869-0446-8A28-0490A52BCA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59999CD-C66D-F2D0-45B6-B50D3E508A5D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DA17627-8CDD-A459-8652-C6BF464158F3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55CD019-22C0-8DB2-3AFF-6709808AE238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E91F8C8-4C54-E846-E2BF-B98C11008623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4A3BE5E1-D412-D0B7-107E-2AB800D6396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5FD0823-04AB-1ECC-EFA5-580950696BC0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1024142-3BCB-275D-AAED-A95A57AA538E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74A1409-750A-A611-64C2-EE0DDCD3A2AD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BF2F3C4-0805-D4EC-ACD5-CCB0E151905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0D5A281-EFDB-1174-57A8-BEA5B8790F5E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50065D8-DB2F-0776-14B6-22DABC4C9346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66FCEA-5E14-98D6-C7B7-B52D3C37C948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BF200598-5DB1-4932-26B3-56F78F81971F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4F64ECA8-5873-CA24-7AFA-4EB8879906F6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19B2D704-AE19-868E-FB6A-967412D65393}"/>
              </a:ext>
            </a:extLst>
          </p:cNvPr>
          <p:cNvSpPr txBox="1"/>
          <p:nvPr/>
        </p:nvSpPr>
        <p:spPr>
          <a:xfrm>
            <a:off x="11240432" y="2837452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40DBA84-3F05-ADDB-3479-D60290E29E0B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231E233C-31EF-D672-870B-5A36FF043B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6490572-996A-9C2F-649E-C3E53F46A7A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14B7FA2-8490-3546-6416-177344DFE3FD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0496113-4728-10FA-96F3-8A881747B6FB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170C26-2E3A-0A1F-9F94-760E21CF7745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E6D4F5F-799D-BD97-2572-29A4F2EEF49F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177A226-72ED-CA7C-DB01-3F11F0D3CA4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4848756-DEF0-3F30-3C37-FA1F5CA59A58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B0DE69-DCB2-692D-DF4D-F848961CA7A9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61021A-8AB8-EBDE-8989-831B604D9069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3A48D1E-4678-8CF8-5C5C-76C73BA30EA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59C403D-ADBF-A196-126C-EE5F4338BAC5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2857467-30DF-46AE-551B-FA3A3079FEE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FC40C3-6D84-E214-5B75-BFEC9386F95D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1FAA250-1A82-7C56-75B5-3F570BFDEAD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BA1A059-BDBB-7715-A4CB-B81E6D7B58BF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266DA501-9F54-C1B8-BC26-B69F8C208C24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673BC986-1DC9-64CC-F28E-3A6AA1386FA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6DF0913-BCB5-7B20-7F71-5D02D9E40EDF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E04C827-9024-EB1C-2445-ACD3E18D0DAD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AF9F443-6E09-9367-C54A-4D56AF8034D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8B8790A-D777-7F2C-0422-A75C9E717C4B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C4C0D7-470F-AED9-ADB1-76113C2C300A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9D4FCD50-BFE8-4152-8FEA-EC85872CC991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990D301-9388-E3E6-A9FD-4EAB448AF850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D610714-1908-C4FA-3E50-B5A87666482B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24DBA3C-3FA8-900B-04A9-1A6FC38986B6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B8B7A1A-13AD-0AB0-AFE8-2127E93D0368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6F81C3C-3702-44D4-5FD8-241DB9CDE690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DB8E5B4F-7F22-49DC-0906-F178D16EE4DE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35800D5A-A035-A363-17B3-6E9E803BBF9A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C4E99-9C71-A651-D681-F2FBCFCC8445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F20FE4-0379-D5A5-CA7C-BEC39FB33F7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745B88-74E4-0FCB-CE36-5A549B9FA2E5}"/>
              </a:ext>
            </a:extLst>
          </p:cNvPr>
          <p:cNvSpPr/>
          <p:nvPr/>
        </p:nvSpPr>
        <p:spPr>
          <a:xfrm>
            <a:off x="9665298" y="4187681"/>
            <a:ext cx="1659282" cy="5478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window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AF51197-3110-08C2-E8A9-D9ACF1E3C00A}"/>
              </a:ext>
            </a:extLst>
          </p:cNvPr>
          <p:cNvCxnSpPr>
            <a:cxnSpLocks/>
            <a:stCxn id="204" idx="0"/>
            <a:endCxn id="18" idx="0"/>
          </p:cNvCxnSpPr>
          <p:nvPr/>
        </p:nvCxnSpPr>
        <p:spPr>
          <a:xfrm flipH="1">
            <a:off x="10494939" y="3196461"/>
            <a:ext cx="655476" cy="991220"/>
          </a:xfrm>
          <a:prstGeom prst="bentConnector4">
            <a:avLst>
              <a:gd name="adj1" fmla="val -63938"/>
              <a:gd name="adj2" fmla="val 7844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8191946-8844-1932-80DA-F25CFA21A7B2}"/>
              </a:ext>
            </a:extLst>
          </p:cNvPr>
          <p:cNvCxnSpPr>
            <a:stCxn id="18" idx="3"/>
          </p:cNvCxnSpPr>
          <p:nvPr/>
        </p:nvCxnSpPr>
        <p:spPr>
          <a:xfrm flipV="1">
            <a:off x="11324580" y="4461608"/>
            <a:ext cx="328139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2B4CAED7-E533-D856-41BB-37DFBA9C2C01}"/>
              </a:ext>
            </a:extLst>
          </p:cNvPr>
          <p:cNvSpPr txBox="1"/>
          <p:nvPr/>
        </p:nvSpPr>
        <p:spPr>
          <a:xfrm>
            <a:off x="11275357" y="4124779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</p:spTree>
    <p:extLst>
      <p:ext uri="{BB962C8B-B14F-4D97-AF65-F5344CB8AC3E}">
        <p14:creationId xmlns:p14="http://schemas.microsoft.com/office/powerpoint/2010/main" val="41356516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CFF0-4250-161A-930C-08F7CA452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矩形 260">
            <a:extLst>
              <a:ext uri="{FF2B5EF4-FFF2-40B4-BE49-F238E27FC236}">
                <a16:creationId xmlns:a16="http://schemas.microsoft.com/office/drawing/2014/main" id="{0C0D9B95-10C0-B7A1-9AC7-0F513DF39BAA}"/>
              </a:ext>
            </a:extLst>
          </p:cNvPr>
          <p:cNvSpPr/>
          <p:nvPr/>
        </p:nvSpPr>
        <p:spPr>
          <a:xfrm>
            <a:off x="216724" y="3362647"/>
            <a:ext cx="3132725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39C894-9075-0FCD-EB56-B90EB4A43D12}"/>
              </a:ext>
            </a:extLst>
          </p:cNvPr>
          <p:cNvSpPr/>
          <p:nvPr/>
        </p:nvSpPr>
        <p:spPr>
          <a:xfrm>
            <a:off x="153423" y="239340"/>
            <a:ext cx="4242332" cy="1859217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78F076F-8B1D-0CDC-56DC-2C43D2527499}"/>
              </a:ext>
            </a:extLst>
          </p:cNvPr>
          <p:cNvSpPr/>
          <p:nvPr/>
        </p:nvSpPr>
        <p:spPr>
          <a:xfrm>
            <a:off x="1523865" y="673299"/>
            <a:ext cx="1125067" cy="38219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E07B9E89-0F5C-4ED7-888C-4B72C981FA94}"/>
              </a:ext>
            </a:extLst>
          </p:cNvPr>
          <p:cNvSpPr/>
          <p:nvPr/>
        </p:nvSpPr>
        <p:spPr>
          <a:xfrm rot="16200000">
            <a:off x="2590036" y="1129075"/>
            <a:ext cx="985838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A1693B8-3974-FD0C-4C32-8A3C77BB27FF}"/>
              </a:ext>
            </a:extLst>
          </p:cNvPr>
          <p:cNvCxnSpPr>
            <a:cxnSpLocks/>
            <a:stCxn id="5" idx="2"/>
            <a:endCxn id="52" idx="1"/>
          </p:cNvCxnSpPr>
          <p:nvPr/>
        </p:nvCxnSpPr>
        <p:spPr>
          <a:xfrm flipV="1">
            <a:off x="3229402" y="1272991"/>
            <a:ext cx="187397" cy="2531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D5B03-41F3-DC8B-E863-189B72AEFAB6}"/>
              </a:ext>
            </a:extLst>
          </p:cNvPr>
          <p:cNvSpPr txBox="1"/>
          <p:nvPr/>
        </p:nvSpPr>
        <p:spPr>
          <a:xfrm rot="5400000">
            <a:off x="2871041" y="730260"/>
            <a:ext cx="9038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48BB5E-2B2D-0F02-3C28-36D1BA3B75E6}"/>
              </a:ext>
            </a:extLst>
          </p:cNvPr>
          <p:cNvSpPr/>
          <p:nvPr/>
        </p:nvSpPr>
        <p:spPr>
          <a:xfrm>
            <a:off x="1522915" y="1117745"/>
            <a:ext cx="1125067" cy="3155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F40D596-460D-830B-E4E2-1F4DDC83F91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648932" y="864399"/>
            <a:ext cx="287576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8E5DC8F-1499-9EDA-F554-4515B46369F9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 flipV="1">
            <a:off x="2647982" y="1275522"/>
            <a:ext cx="288526" cy="1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6309B9B-0778-5459-C3BD-837B0AE448D8}"/>
              </a:ext>
            </a:extLst>
          </p:cNvPr>
          <p:cNvSpPr txBox="1"/>
          <p:nvPr/>
        </p:nvSpPr>
        <p:spPr>
          <a:xfrm>
            <a:off x="1888943" y="390086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4B06D8-A7FD-1229-B090-2DE61F544D22}"/>
              </a:ext>
            </a:extLst>
          </p:cNvPr>
          <p:cNvSpPr/>
          <p:nvPr/>
        </p:nvSpPr>
        <p:spPr>
          <a:xfrm>
            <a:off x="279754" y="666956"/>
            <a:ext cx="890814" cy="378784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0C102E4-A782-6F8E-34E4-1B910ABAF830}"/>
              </a:ext>
            </a:extLst>
          </p:cNvPr>
          <p:cNvSpPr txBox="1"/>
          <p:nvPr/>
        </p:nvSpPr>
        <p:spPr>
          <a:xfrm>
            <a:off x="499482" y="986129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88647913-496B-3C47-4738-F1970378EF8B}"/>
              </a:ext>
            </a:extLst>
          </p:cNvPr>
          <p:cNvSpPr/>
          <p:nvPr/>
        </p:nvSpPr>
        <p:spPr>
          <a:xfrm>
            <a:off x="4600808" y="892685"/>
            <a:ext cx="3741059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9411F462-15C4-D926-BD5F-CA9F3725FA3C}"/>
              </a:ext>
            </a:extLst>
          </p:cNvPr>
          <p:cNvSpPr/>
          <p:nvPr/>
        </p:nvSpPr>
        <p:spPr>
          <a:xfrm>
            <a:off x="8748216" y="891851"/>
            <a:ext cx="1659283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428E163-790C-C232-90F0-317D77FD11A3}"/>
              </a:ext>
            </a:extLst>
          </p:cNvPr>
          <p:cNvSpPr txBox="1"/>
          <p:nvPr/>
        </p:nvSpPr>
        <p:spPr>
          <a:xfrm>
            <a:off x="10503704" y="58739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ADAE4606-0FE3-D65F-A1D5-8B9E729C71F7}"/>
              </a:ext>
            </a:extLst>
          </p:cNvPr>
          <p:cNvSpPr txBox="1"/>
          <p:nvPr/>
        </p:nvSpPr>
        <p:spPr>
          <a:xfrm>
            <a:off x="1631955" y="2098557"/>
            <a:ext cx="1552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4D2AF20-30B1-0905-FD18-E22202759ACA}"/>
              </a:ext>
            </a:extLst>
          </p:cNvPr>
          <p:cNvSpPr txBox="1"/>
          <p:nvPr/>
        </p:nvSpPr>
        <p:spPr>
          <a:xfrm>
            <a:off x="5515104" y="2103458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(7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916172D-ADF2-61BC-7131-2DC84E298884}"/>
              </a:ext>
            </a:extLst>
          </p:cNvPr>
          <p:cNvSpPr txBox="1"/>
          <p:nvPr/>
        </p:nvSpPr>
        <p:spPr>
          <a:xfrm>
            <a:off x="8420358" y="2122317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9DBDA8D-8A25-2992-2090-7D46C54524BF}"/>
              </a:ext>
            </a:extLst>
          </p:cNvPr>
          <p:cNvSpPr txBox="1"/>
          <p:nvPr/>
        </p:nvSpPr>
        <p:spPr>
          <a:xfrm>
            <a:off x="3691960" y="947282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BE891B8-B409-A53F-D962-29E4546FA621}"/>
              </a:ext>
            </a:extLst>
          </p:cNvPr>
          <p:cNvSpPr txBox="1"/>
          <p:nvPr/>
        </p:nvSpPr>
        <p:spPr>
          <a:xfrm>
            <a:off x="5974518" y="1120502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892C078-3E7C-103B-5F6B-F25CC83D16DD}"/>
              </a:ext>
            </a:extLst>
          </p:cNvPr>
          <p:cNvSpPr/>
          <p:nvPr/>
        </p:nvSpPr>
        <p:spPr>
          <a:xfrm>
            <a:off x="1520123" y="1491143"/>
            <a:ext cx="1125067" cy="34028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7EB7E20-EE5B-D76C-9D2E-9DCEE6B4F3AC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645190" y="1661286"/>
            <a:ext cx="291317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49134690-4F4A-69C1-81BB-E9DC3744558B}"/>
              </a:ext>
            </a:extLst>
          </p:cNvPr>
          <p:cNvSpPr/>
          <p:nvPr/>
        </p:nvSpPr>
        <p:spPr>
          <a:xfrm>
            <a:off x="271447" y="1491143"/>
            <a:ext cx="890814" cy="340285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B6AEBA9A-B904-4F06-95EC-5B2259C52511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70568" y="856348"/>
            <a:ext cx="352347" cy="419175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5DD2F0A-F3E4-A8FE-657B-28A8E6A7CFCF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1162261" y="1275523"/>
            <a:ext cx="360654" cy="385763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257910E0-680F-D0F2-504C-DAC6DD6B8C6A}"/>
              </a:ext>
            </a:extLst>
          </p:cNvPr>
          <p:cNvSpPr txBox="1"/>
          <p:nvPr/>
        </p:nvSpPr>
        <p:spPr>
          <a:xfrm>
            <a:off x="490284" y="1238320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E81C4C-666C-B262-78C7-9CC8389FEB87}"/>
              </a:ext>
            </a:extLst>
          </p:cNvPr>
          <p:cNvSpPr/>
          <p:nvPr/>
        </p:nvSpPr>
        <p:spPr>
          <a:xfrm>
            <a:off x="8748217" y="234860"/>
            <a:ext cx="1659282" cy="40464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tile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EFAC48-5F06-3E34-58E9-AAE8B82CBBCC}"/>
              </a:ext>
            </a:extLst>
          </p:cNvPr>
          <p:cNvSpPr txBox="1"/>
          <p:nvPr/>
        </p:nvSpPr>
        <p:spPr>
          <a:xfrm>
            <a:off x="11251668" y="101461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B29B905-7935-7E2D-F132-DDD88DEC9BB8}"/>
              </a:ext>
            </a:extLst>
          </p:cNvPr>
          <p:cNvSpPr/>
          <p:nvPr/>
        </p:nvSpPr>
        <p:spPr>
          <a:xfrm>
            <a:off x="4809318" y="104211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8510FB9-7959-707E-33B1-8A2DB612DE3F}"/>
              </a:ext>
            </a:extLst>
          </p:cNvPr>
          <p:cNvSpPr/>
          <p:nvPr/>
        </p:nvSpPr>
        <p:spPr>
          <a:xfrm>
            <a:off x="5714904" y="104048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494115E-8E26-0080-19B5-F1E288121DB9}"/>
              </a:ext>
            </a:extLst>
          </p:cNvPr>
          <p:cNvSpPr/>
          <p:nvPr/>
        </p:nvSpPr>
        <p:spPr>
          <a:xfrm>
            <a:off x="6723250" y="1034988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行归约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6F0ABB7-6596-B678-EAAF-836FA49A9E16}"/>
              </a:ext>
            </a:extLst>
          </p:cNvPr>
          <p:cNvSpPr/>
          <p:nvPr/>
        </p:nvSpPr>
        <p:spPr>
          <a:xfrm>
            <a:off x="7810179" y="1033586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列归约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739F001-707F-A771-3908-2238A0F27564}"/>
              </a:ext>
            </a:extLst>
          </p:cNvPr>
          <p:cNvSpPr/>
          <p:nvPr/>
        </p:nvSpPr>
        <p:spPr>
          <a:xfrm>
            <a:off x="3416799" y="884696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输出寄存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8DCE7F2-E569-A1F5-EF57-0E454416857B}"/>
              </a:ext>
            </a:extLst>
          </p:cNvPr>
          <p:cNvSpPr txBox="1"/>
          <p:nvPr/>
        </p:nvSpPr>
        <p:spPr>
          <a:xfrm>
            <a:off x="4622808" y="1829624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BF1CDB63-610D-6F5C-F312-C7B9C33BA01A}"/>
              </a:ext>
            </a:extLst>
          </p:cNvPr>
          <p:cNvSpPr txBox="1"/>
          <p:nvPr/>
        </p:nvSpPr>
        <p:spPr>
          <a:xfrm>
            <a:off x="5520266" y="1818697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42C80A4-936D-52E0-4258-6E8C8A95DED2}"/>
              </a:ext>
            </a:extLst>
          </p:cNvPr>
          <p:cNvSpPr txBox="1"/>
          <p:nvPr/>
        </p:nvSpPr>
        <p:spPr>
          <a:xfrm>
            <a:off x="6405049" y="1814743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 4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CD3751F3-225F-4799-11D4-09E3C82B7AA8}"/>
              </a:ext>
            </a:extLst>
          </p:cNvPr>
          <p:cNvSpPr txBox="1"/>
          <p:nvPr/>
        </p:nvSpPr>
        <p:spPr>
          <a:xfrm>
            <a:off x="7407348" y="1827999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5,6,7</a:t>
            </a: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DAA5EC3A-ECA2-F756-F43D-BA9CAEC7A7CB}"/>
              </a:ext>
            </a:extLst>
          </p:cNvPr>
          <p:cNvSpPr/>
          <p:nvPr/>
        </p:nvSpPr>
        <p:spPr>
          <a:xfrm>
            <a:off x="4590446" y="234861"/>
            <a:ext cx="3751421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SRAM(22x(32x112bit)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37E82826-05F9-40B2-AB7C-495AABA85E21}"/>
              </a:ext>
            </a:extLst>
          </p:cNvPr>
          <p:cNvCxnSpPr>
            <a:cxnSpLocks/>
            <a:stCxn id="115" idx="2"/>
            <a:endCxn id="40" idx="0"/>
          </p:cNvCxnSpPr>
          <p:nvPr/>
        </p:nvCxnSpPr>
        <p:spPr>
          <a:xfrm rot="5400000">
            <a:off x="5960901" y="535226"/>
            <a:ext cx="405513" cy="605000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8AD806F8-CC07-8CA1-B13C-0910F62AD21C}"/>
              </a:ext>
            </a:extLst>
          </p:cNvPr>
          <p:cNvCxnSpPr>
            <a:cxnSpLocks/>
            <a:stCxn id="115" idx="2"/>
            <a:endCxn id="44" idx="0"/>
          </p:cNvCxnSpPr>
          <p:nvPr/>
        </p:nvCxnSpPr>
        <p:spPr>
          <a:xfrm rot="16200000" flipH="1">
            <a:off x="7011986" y="89140"/>
            <a:ext cx="398616" cy="1490275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FDCA9F69-4896-5FB3-7CBB-38E5ED091CA8}"/>
              </a:ext>
            </a:extLst>
          </p:cNvPr>
          <p:cNvCxnSpPr>
            <a:cxnSpLocks/>
            <a:stCxn id="52" idx="3"/>
            <a:endCxn id="39" idx="1"/>
          </p:cNvCxnSpPr>
          <p:nvPr/>
        </p:nvCxnSpPr>
        <p:spPr>
          <a:xfrm>
            <a:off x="3709305" y="1272991"/>
            <a:ext cx="1100013" cy="157414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FBF7968C-B104-DC6E-60C0-79674E368CF1}"/>
              </a:ext>
            </a:extLst>
          </p:cNvPr>
          <p:cNvCxnSpPr>
            <a:stCxn id="39" idx="3"/>
            <a:endCxn id="40" idx="1"/>
          </p:cNvCxnSpPr>
          <p:nvPr/>
        </p:nvCxnSpPr>
        <p:spPr>
          <a:xfrm flipV="1">
            <a:off x="5101824" y="1428778"/>
            <a:ext cx="613080" cy="162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02A3E18F-55E6-B036-F182-384B4B3CE9AD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 flipV="1">
            <a:off x="6007410" y="1423283"/>
            <a:ext cx="715840" cy="549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2B9CB7C3-DAF4-0127-C9B2-2CFEAEB6582E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 flipV="1">
            <a:off x="7015756" y="1421881"/>
            <a:ext cx="794423" cy="14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 219">
            <a:extLst>
              <a:ext uri="{FF2B5EF4-FFF2-40B4-BE49-F238E27FC236}">
                <a16:creationId xmlns:a16="http://schemas.microsoft.com/office/drawing/2014/main" id="{9E390724-9D98-D0A8-B343-E28C4C198D6B}"/>
              </a:ext>
            </a:extLst>
          </p:cNvPr>
          <p:cNvSpPr/>
          <p:nvPr/>
        </p:nvSpPr>
        <p:spPr>
          <a:xfrm>
            <a:off x="8998871" y="1028617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A1928AD2-225A-A925-A23C-D4F704B05A4D}"/>
              </a:ext>
            </a:extLst>
          </p:cNvPr>
          <p:cNvSpPr/>
          <p:nvPr/>
        </p:nvSpPr>
        <p:spPr>
          <a:xfrm>
            <a:off x="9790655" y="1022288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</a:t>
            </a:r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ED060B15-9A7E-AE21-6443-036A75D04905}"/>
              </a:ext>
            </a:extLst>
          </p:cNvPr>
          <p:cNvSpPr txBox="1"/>
          <p:nvPr/>
        </p:nvSpPr>
        <p:spPr>
          <a:xfrm>
            <a:off x="8815996" y="181707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8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56C8C092-44AE-69E3-CAC5-E355745BD991}"/>
              </a:ext>
            </a:extLst>
          </p:cNvPr>
          <p:cNvSpPr txBox="1"/>
          <p:nvPr/>
        </p:nvSpPr>
        <p:spPr>
          <a:xfrm>
            <a:off x="9557225" y="181474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9</a:t>
            </a: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06B28A25-198F-C8B9-5FD0-C596B2AFE39A}"/>
              </a:ext>
            </a:extLst>
          </p:cNvPr>
          <p:cNvCxnSpPr>
            <a:cxnSpLocks/>
            <a:stCxn id="44" idx="3"/>
            <a:endCxn id="220" idx="1"/>
          </p:cNvCxnSpPr>
          <p:nvPr/>
        </p:nvCxnSpPr>
        <p:spPr>
          <a:xfrm flipV="1">
            <a:off x="8102685" y="1416912"/>
            <a:ext cx="896186" cy="496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箭头连接符 229">
            <a:extLst>
              <a:ext uri="{FF2B5EF4-FFF2-40B4-BE49-F238E27FC236}">
                <a16:creationId xmlns:a16="http://schemas.microsoft.com/office/drawing/2014/main" id="{14728959-8133-7859-A83C-34D23419B19E}"/>
              </a:ext>
            </a:extLst>
          </p:cNvPr>
          <p:cNvCxnSpPr>
            <a:cxnSpLocks/>
            <a:stCxn id="220" idx="3"/>
            <a:endCxn id="221" idx="1"/>
          </p:cNvCxnSpPr>
          <p:nvPr/>
        </p:nvCxnSpPr>
        <p:spPr>
          <a:xfrm flipV="1">
            <a:off x="9291377" y="1410583"/>
            <a:ext cx="499278" cy="63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E347A9F1-7E9C-6D54-854F-F067287E00C9}"/>
              </a:ext>
            </a:extLst>
          </p:cNvPr>
          <p:cNvCxnSpPr>
            <a:cxnSpLocks/>
            <a:stCxn id="221" idx="0"/>
            <a:endCxn id="18" idx="2"/>
          </p:cNvCxnSpPr>
          <p:nvPr/>
        </p:nvCxnSpPr>
        <p:spPr>
          <a:xfrm rot="16200000" flipV="1">
            <a:off x="9565993" y="651373"/>
            <a:ext cx="382781" cy="359050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连接符: 肘形 240">
            <a:extLst>
              <a:ext uri="{FF2B5EF4-FFF2-40B4-BE49-F238E27FC236}">
                <a16:creationId xmlns:a16="http://schemas.microsoft.com/office/drawing/2014/main" id="{53E1383F-3544-0677-B89F-EAC6931E2DF6}"/>
              </a:ext>
            </a:extLst>
          </p:cNvPr>
          <p:cNvCxnSpPr>
            <a:cxnSpLocks/>
            <a:stCxn id="18" idx="3"/>
            <a:endCxn id="245" idx="0"/>
          </p:cNvCxnSpPr>
          <p:nvPr/>
        </p:nvCxnSpPr>
        <p:spPr>
          <a:xfrm>
            <a:off x="10407499" y="437184"/>
            <a:ext cx="642723" cy="859098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273E4B37-C280-F402-0718-9E9ECBCE5233}"/>
              </a:ext>
            </a:extLst>
          </p:cNvPr>
          <p:cNvSpPr/>
          <p:nvPr/>
        </p:nvSpPr>
        <p:spPr>
          <a:xfrm>
            <a:off x="10686155" y="1296282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concat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AA375085-1D27-5CA2-5764-DE3C788B0BC8}"/>
              </a:ext>
            </a:extLst>
          </p:cNvPr>
          <p:cNvCxnSpPr>
            <a:cxnSpLocks/>
            <a:stCxn id="221" idx="3"/>
            <a:endCxn id="245" idx="1"/>
          </p:cNvCxnSpPr>
          <p:nvPr/>
        </p:nvCxnSpPr>
        <p:spPr>
          <a:xfrm flipV="1">
            <a:off x="10083161" y="1410582"/>
            <a:ext cx="602994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FD9DF7DD-C0B0-BAC1-9DB7-0DD181FB862B}"/>
              </a:ext>
            </a:extLst>
          </p:cNvPr>
          <p:cNvSpPr txBox="1"/>
          <p:nvPr/>
        </p:nvSpPr>
        <p:spPr>
          <a:xfrm>
            <a:off x="8186936" y="1111169"/>
            <a:ext cx="798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472856BF-E5E2-E5A3-E973-B5E9CF6CF73F}"/>
              </a:ext>
            </a:extLst>
          </p:cNvPr>
          <p:cNvSpPr txBox="1"/>
          <p:nvPr/>
        </p:nvSpPr>
        <p:spPr>
          <a:xfrm>
            <a:off x="10069311" y="113991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DA5E0C18-6289-90C5-DDD4-1BCAB0496C7F}"/>
              </a:ext>
            </a:extLst>
          </p:cNvPr>
          <p:cNvSpPr txBox="1"/>
          <p:nvPr/>
        </p:nvSpPr>
        <p:spPr>
          <a:xfrm>
            <a:off x="732693" y="4585885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(4 stage)</a:t>
            </a:r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7923D6E8-BE37-94D2-CB2D-0585F6D860F2}"/>
              </a:ext>
            </a:extLst>
          </p:cNvPr>
          <p:cNvSpPr/>
          <p:nvPr/>
        </p:nvSpPr>
        <p:spPr>
          <a:xfrm>
            <a:off x="385649" y="350208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D625C0E6-B7C4-C505-A623-3FD01026AFF9}"/>
              </a:ext>
            </a:extLst>
          </p:cNvPr>
          <p:cNvSpPr/>
          <p:nvPr/>
        </p:nvSpPr>
        <p:spPr>
          <a:xfrm>
            <a:off x="1214741" y="350208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B444490F-87CB-BA98-C7D2-0CA828F2935F}"/>
              </a:ext>
            </a:extLst>
          </p:cNvPr>
          <p:cNvSpPr/>
          <p:nvPr/>
        </p:nvSpPr>
        <p:spPr>
          <a:xfrm>
            <a:off x="2105272" y="3496617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行归约</a:t>
            </a:r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03B1980D-9243-F531-7173-9458D66AD0AE}"/>
              </a:ext>
            </a:extLst>
          </p:cNvPr>
          <p:cNvSpPr/>
          <p:nvPr/>
        </p:nvSpPr>
        <p:spPr>
          <a:xfrm>
            <a:off x="2824710" y="3496617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列归约</a:t>
            </a: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D580DDCA-C0EC-A2F7-3E01-AB2E9F2FD59A}"/>
              </a:ext>
            </a:extLst>
          </p:cNvPr>
          <p:cNvSpPr txBox="1"/>
          <p:nvPr/>
        </p:nvSpPr>
        <p:spPr>
          <a:xfrm>
            <a:off x="238724" y="4299586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780BDDA6-05D0-BF61-A059-CE134DEEE280}"/>
              </a:ext>
            </a:extLst>
          </p:cNvPr>
          <p:cNvSpPr txBox="1"/>
          <p:nvPr/>
        </p:nvSpPr>
        <p:spPr>
          <a:xfrm>
            <a:off x="859658" y="4294669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87D86444-B488-B332-06C1-9497FCCA4E79}"/>
              </a:ext>
            </a:extLst>
          </p:cNvPr>
          <p:cNvSpPr txBox="1"/>
          <p:nvPr/>
        </p:nvSpPr>
        <p:spPr>
          <a:xfrm>
            <a:off x="1531535" y="4293899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505C249A-0BA2-176E-542D-0C0A0379ED37}"/>
              </a:ext>
            </a:extLst>
          </p:cNvPr>
          <p:cNvSpPr txBox="1"/>
          <p:nvPr/>
        </p:nvSpPr>
        <p:spPr>
          <a:xfrm>
            <a:off x="2215964" y="4293898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C3384AE6-08E5-CB16-87CE-FC7E2408EB82}"/>
              </a:ext>
            </a:extLst>
          </p:cNvPr>
          <p:cNvSpPr/>
          <p:nvPr/>
        </p:nvSpPr>
        <p:spPr>
          <a:xfrm>
            <a:off x="238724" y="2743021"/>
            <a:ext cx="2938303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SRAM(3x(32x96bit)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3" name="连接符: 肘形 272">
            <a:extLst>
              <a:ext uri="{FF2B5EF4-FFF2-40B4-BE49-F238E27FC236}">
                <a16:creationId xmlns:a16="http://schemas.microsoft.com/office/drawing/2014/main" id="{FC94C5DC-4BE4-2C35-58E4-1DCC2645AB39}"/>
              </a:ext>
            </a:extLst>
          </p:cNvPr>
          <p:cNvCxnSpPr>
            <a:cxnSpLocks/>
            <a:stCxn id="272" idx="2"/>
            <a:endCxn id="265" idx="0"/>
          </p:cNvCxnSpPr>
          <p:nvPr/>
        </p:nvCxnSpPr>
        <p:spPr>
          <a:xfrm rot="5400000">
            <a:off x="1354960" y="3149164"/>
            <a:ext cx="358950" cy="346882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连接符: 肘形 273">
            <a:extLst>
              <a:ext uri="{FF2B5EF4-FFF2-40B4-BE49-F238E27FC236}">
                <a16:creationId xmlns:a16="http://schemas.microsoft.com/office/drawing/2014/main" id="{4CF08D92-356B-070C-13C3-31021F1BF427}"/>
              </a:ext>
            </a:extLst>
          </p:cNvPr>
          <p:cNvCxnSpPr>
            <a:cxnSpLocks/>
            <a:stCxn id="272" idx="2"/>
            <a:endCxn id="267" idx="0"/>
          </p:cNvCxnSpPr>
          <p:nvPr/>
        </p:nvCxnSpPr>
        <p:spPr>
          <a:xfrm rot="16200000" flipH="1">
            <a:off x="2162676" y="2688329"/>
            <a:ext cx="353487" cy="1263087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接箭头连接符 274">
            <a:extLst>
              <a:ext uri="{FF2B5EF4-FFF2-40B4-BE49-F238E27FC236}">
                <a16:creationId xmlns:a16="http://schemas.microsoft.com/office/drawing/2014/main" id="{395FFD68-810F-24F7-886C-99C7A6CD663B}"/>
              </a:ext>
            </a:extLst>
          </p:cNvPr>
          <p:cNvCxnSpPr>
            <a:stCxn id="264" idx="3"/>
            <a:endCxn id="265" idx="1"/>
          </p:cNvCxnSpPr>
          <p:nvPr/>
        </p:nvCxnSpPr>
        <p:spPr>
          <a:xfrm>
            <a:off x="678155" y="3890375"/>
            <a:ext cx="53658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直接箭头连接符 275">
            <a:extLst>
              <a:ext uri="{FF2B5EF4-FFF2-40B4-BE49-F238E27FC236}">
                <a16:creationId xmlns:a16="http://schemas.microsoft.com/office/drawing/2014/main" id="{0FFE483A-D475-EBDB-E7EC-A124977D9E34}"/>
              </a:ext>
            </a:extLst>
          </p:cNvPr>
          <p:cNvCxnSpPr>
            <a:cxnSpLocks/>
            <a:stCxn id="265" idx="3"/>
            <a:endCxn id="266" idx="1"/>
          </p:cNvCxnSpPr>
          <p:nvPr/>
        </p:nvCxnSpPr>
        <p:spPr>
          <a:xfrm flipV="1">
            <a:off x="1507247" y="3884912"/>
            <a:ext cx="598025" cy="546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箭头连接符 276">
            <a:extLst>
              <a:ext uri="{FF2B5EF4-FFF2-40B4-BE49-F238E27FC236}">
                <a16:creationId xmlns:a16="http://schemas.microsoft.com/office/drawing/2014/main" id="{BF813135-C1A0-B34F-9F35-E35B35AD64EB}"/>
              </a:ext>
            </a:extLst>
          </p:cNvPr>
          <p:cNvCxnSpPr>
            <a:cxnSpLocks/>
            <a:stCxn id="266" idx="3"/>
            <a:endCxn id="267" idx="1"/>
          </p:cNvCxnSpPr>
          <p:nvPr/>
        </p:nvCxnSpPr>
        <p:spPr>
          <a:xfrm>
            <a:off x="2397778" y="3884912"/>
            <a:ext cx="42693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文本框 279">
            <a:extLst>
              <a:ext uri="{FF2B5EF4-FFF2-40B4-BE49-F238E27FC236}">
                <a16:creationId xmlns:a16="http://schemas.microsoft.com/office/drawing/2014/main" id="{B0049002-1DCA-6EAC-A6A8-7EC8045F05FD}"/>
              </a:ext>
            </a:extLst>
          </p:cNvPr>
          <p:cNvSpPr txBox="1"/>
          <p:nvPr/>
        </p:nvSpPr>
        <p:spPr>
          <a:xfrm>
            <a:off x="1427267" y="3607913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3x192bit</a:t>
            </a: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8FC28E0D-CD7D-23FC-28F1-46E6EBCC15E6}"/>
              </a:ext>
            </a:extLst>
          </p:cNvPr>
          <p:cNvSpPr/>
          <p:nvPr/>
        </p:nvSpPr>
        <p:spPr>
          <a:xfrm>
            <a:off x="3886035" y="3355778"/>
            <a:ext cx="1659283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21ADD11E-DCD8-9D58-C972-03BCA1B8F5DA}"/>
              </a:ext>
            </a:extLst>
          </p:cNvPr>
          <p:cNvSpPr/>
          <p:nvPr/>
        </p:nvSpPr>
        <p:spPr>
          <a:xfrm>
            <a:off x="4136690" y="3492544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CC63F59A-53C1-EAB2-6CFF-A5509229091D}"/>
              </a:ext>
            </a:extLst>
          </p:cNvPr>
          <p:cNvSpPr/>
          <p:nvPr/>
        </p:nvSpPr>
        <p:spPr>
          <a:xfrm>
            <a:off x="4889172" y="3489656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</a:t>
            </a:r>
          </a:p>
        </p:txBody>
      </p:sp>
      <p:sp>
        <p:nvSpPr>
          <p:cNvPr id="294" name="文本框 293">
            <a:extLst>
              <a:ext uri="{FF2B5EF4-FFF2-40B4-BE49-F238E27FC236}">
                <a16:creationId xmlns:a16="http://schemas.microsoft.com/office/drawing/2014/main" id="{A91702D4-852C-99E6-8E15-B5B549A3B716}"/>
              </a:ext>
            </a:extLst>
          </p:cNvPr>
          <p:cNvSpPr txBox="1"/>
          <p:nvPr/>
        </p:nvSpPr>
        <p:spPr>
          <a:xfrm>
            <a:off x="3953815" y="4280999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5</a:t>
            </a:r>
          </a:p>
        </p:txBody>
      </p:sp>
      <p:sp>
        <p:nvSpPr>
          <p:cNvPr id="295" name="文本框 294">
            <a:extLst>
              <a:ext uri="{FF2B5EF4-FFF2-40B4-BE49-F238E27FC236}">
                <a16:creationId xmlns:a16="http://schemas.microsoft.com/office/drawing/2014/main" id="{D301A4F5-9E97-F9CB-4B42-DC2801B69180}"/>
              </a:ext>
            </a:extLst>
          </p:cNvPr>
          <p:cNvSpPr txBox="1"/>
          <p:nvPr/>
        </p:nvSpPr>
        <p:spPr>
          <a:xfrm>
            <a:off x="4695044" y="4278669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6</a:t>
            </a:r>
          </a:p>
        </p:txBody>
      </p:sp>
      <p:cxnSp>
        <p:nvCxnSpPr>
          <p:cNvPr id="296" name="直接箭头连接符 295">
            <a:extLst>
              <a:ext uri="{FF2B5EF4-FFF2-40B4-BE49-F238E27FC236}">
                <a16:creationId xmlns:a16="http://schemas.microsoft.com/office/drawing/2014/main" id="{8AEA3992-AC73-5D82-B561-4EE368150141}"/>
              </a:ext>
            </a:extLst>
          </p:cNvPr>
          <p:cNvCxnSpPr>
            <a:cxnSpLocks/>
            <a:stCxn id="292" idx="3"/>
            <a:endCxn id="293" idx="1"/>
          </p:cNvCxnSpPr>
          <p:nvPr/>
        </p:nvCxnSpPr>
        <p:spPr>
          <a:xfrm flipV="1">
            <a:off x="4429196" y="3877951"/>
            <a:ext cx="459976" cy="288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文本框 297">
            <a:extLst>
              <a:ext uri="{FF2B5EF4-FFF2-40B4-BE49-F238E27FC236}">
                <a16:creationId xmlns:a16="http://schemas.microsoft.com/office/drawing/2014/main" id="{4850471B-3907-6D6B-9EB9-565269694FFA}"/>
              </a:ext>
            </a:extLst>
          </p:cNvPr>
          <p:cNvSpPr txBox="1"/>
          <p:nvPr/>
        </p:nvSpPr>
        <p:spPr>
          <a:xfrm>
            <a:off x="5236609" y="385695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99" name="文本框 298">
            <a:extLst>
              <a:ext uri="{FF2B5EF4-FFF2-40B4-BE49-F238E27FC236}">
                <a16:creationId xmlns:a16="http://schemas.microsoft.com/office/drawing/2014/main" id="{9C02BD29-A3AD-23B4-ECC3-07F600C561FC}"/>
              </a:ext>
            </a:extLst>
          </p:cNvPr>
          <p:cNvSpPr txBox="1"/>
          <p:nvPr/>
        </p:nvSpPr>
        <p:spPr>
          <a:xfrm>
            <a:off x="3447136" y="4588875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cxnSp>
        <p:nvCxnSpPr>
          <p:cNvPr id="302" name="连接符: 肘形 301">
            <a:extLst>
              <a:ext uri="{FF2B5EF4-FFF2-40B4-BE49-F238E27FC236}">
                <a16:creationId xmlns:a16="http://schemas.microsoft.com/office/drawing/2014/main" id="{B9212545-DA6B-53D4-E670-04FF8234FEEB}"/>
              </a:ext>
            </a:extLst>
          </p:cNvPr>
          <p:cNvCxnSpPr>
            <a:cxnSpLocks/>
            <a:stCxn id="245" idx="3"/>
            <a:endCxn id="261" idx="1"/>
          </p:cNvCxnSpPr>
          <p:nvPr/>
        </p:nvCxnSpPr>
        <p:spPr>
          <a:xfrm flipH="1">
            <a:off x="216724" y="1410582"/>
            <a:ext cx="11197564" cy="2558222"/>
          </a:xfrm>
          <a:prstGeom prst="bentConnector5">
            <a:avLst>
              <a:gd name="adj1" fmla="val -2042"/>
              <a:gd name="adj2" fmla="val 46144"/>
              <a:gd name="adj3" fmla="val 101384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箭头连接符 306">
            <a:extLst>
              <a:ext uri="{FF2B5EF4-FFF2-40B4-BE49-F238E27FC236}">
                <a16:creationId xmlns:a16="http://schemas.microsoft.com/office/drawing/2014/main" id="{C532A3A8-6D6A-87B5-ADE6-ADE9E999676C}"/>
              </a:ext>
            </a:extLst>
          </p:cNvPr>
          <p:cNvCxnSpPr>
            <a:cxnSpLocks/>
            <a:stCxn id="267" idx="3"/>
            <a:endCxn id="292" idx="1"/>
          </p:cNvCxnSpPr>
          <p:nvPr/>
        </p:nvCxnSpPr>
        <p:spPr>
          <a:xfrm flipV="1">
            <a:off x="3117216" y="3880839"/>
            <a:ext cx="1019474" cy="407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文本框 309">
            <a:extLst>
              <a:ext uri="{FF2B5EF4-FFF2-40B4-BE49-F238E27FC236}">
                <a16:creationId xmlns:a16="http://schemas.microsoft.com/office/drawing/2014/main" id="{FDEA2FAB-C10C-35C4-9B7B-919743586D27}"/>
              </a:ext>
            </a:extLst>
          </p:cNvPr>
          <p:cNvSpPr txBox="1"/>
          <p:nvPr/>
        </p:nvSpPr>
        <p:spPr>
          <a:xfrm>
            <a:off x="3318775" y="3607913"/>
            <a:ext cx="600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9DAAF72F-B81F-5EDC-8963-97DA43B7E107}"/>
              </a:ext>
            </a:extLst>
          </p:cNvPr>
          <p:cNvSpPr/>
          <p:nvPr/>
        </p:nvSpPr>
        <p:spPr>
          <a:xfrm>
            <a:off x="5864346" y="2934627"/>
            <a:ext cx="2611411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154254E0-405E-EF3C-DF87-F083C0593619}"/>
              </a:ext>
            </a:extLst>
          </p:cNvPr>
          <p:cNvSpPr/>
          <p:nvPr/>
        </p:nvSpPr>
        <p:spPr>
          <a:xfrm>
            <a:off x="6601504" y="321300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BE0B45A8-63B0-F8E2-DE37-68BB901A7C86}"/>
              </a:ext>
            </a:extLst>
          </p:cNvPr>
          <p:cNvSpPr/>
          <p:nvPr/>
        </p:nvSpPr>
        <p:spPr>
          <a:xfrm>
            <a:off x="6601504" y="388977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5" name="流程图: 手动操作 314">
            <a:extLst>
              <a:ext uri="{FF2B5EF4-FFF2-40B4-BE49-F238E27FC236}">
                <a16:creationId xmlns:a16="http://schemas.microsoft.com/office/drawing/2014/main" id="{362D124C-203F-AFC0-C6B2-CAFFD99239CE}"/>
              </a:ext>
            </a:extLst>
          </p:cNvPr>
          <p:cNvSpPr/>
          <p:nvPr/>
        </p:nvSpPr>
        <p:spPr>
          <a:xfrm rot="5400000">
            <a:off x="5691985" y="3604142"/>
            <a:ext cx="937212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6" name="直接连接符 315">
            <a:extLst>
              <a:ext uri="{FF2B5EF4-FFF2-40B4-BE49-F238E27FC236}">
                <a16:creationId xmlns:a16="http://schemas.microsoft.com/office/drawing/2014/main" id="{D42702FD-2FB9-194E-305C-F39C68DEAACA}"/>
              </a:ext>
            </a:extLst>
          </p:cNvPr>
          <p:cNvCxnSpPr>
            <a:cxnSpLocks/>
            <a:endCxn id="315" idx="1"/>
          </p:cNvCxnSpPr>
          <p:nvPr/>
        </p:nvCxnSpPr>
        <p:spPr>
          <a:xfrm>
            <a:off x="6160591" y="3214497"/>
            <a:ext cx="0" cy="1612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7" name="文本框 316">
            <a:extLst>
              <a:ext uri="{FF2B5EF4-FFF2-40B4-BE49-F238E27FC236}">
                <a16:creationId xmlns:a16="http://schemas.microsoft.com/office/drawing/2014/main" id="{12DE5B0B-5752-5FE6-41B4-277189F78128}"/>
              </a:ext>
            </a:extLst>
          </p:cNvPr>
          <p:cNvSpPr txBox="1"/>
          <p:nvPr/>
        </p:nvSpPr>
        <p:spPr>
          <a:xfrm>
            <a:off x="5818090" y="2906720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319" name="连接符: 肘形 318">
            <a:extLst>
              <a:ext uri="{FF2B5EF4-FFF2-40B4-BE49-F238E27FC236}">
                <a16:creationId xmlns:a16="http://schemas.microsoft.com/office/drawing/2014/main" id="{57803F6B-BF8C-4A80-7CE2-5F211399FD85}"/>
              </a:ext>
            </a:extLst>
          </p:cNvPr>
          <p:cNvCxnSpPr>
            <a:cxnSpLocks/>
            <a:stCxn id="313" idx="3"/>
            <a:endCxn id="322" idx="0"/>
          </p:cNvCxnSpPr>
          <p:nvPr/>
        </p:nvCxnSpPr>
        <p:spPr>
          <a:xfrm>
            <a:off x="7726571" y="3413030"/>
            <a:ext cx="328581" cy="330662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箭头连接符 319">
            <a:extLst>
              <a:ext uri="{FF2B5EF4-FFF2-40B4-BE49-F238E27FC236}">
                <a16:creationId xmlns:a16="http://schemas.microsoft.com/office/drawing/2014/main" id="{3A6E1CE5-0A69-0A80-653E-C518CE509DF7}"/>
              </a:ext>
            </a:extLst>
          </p:cNvPr>
          <p:cNvCxnSpPr>
            <a:cxnSpLocks/>
            <a:endCxn id="313" idx="1"/>
          </p:cNvCxnSpPr>
          <p:nvPr/>
        </p:nvCxnSpPr>
        <p:spPr>
          <a:xfrm>
            <a:off x="6316696" y="3413030"/>
            <a:ext cx="284808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D25F4A5C-5244-3E4F-09AC-B6B0794531A5}"/>
              </a:ext>
            </a:extLst>
          </p:cNvPr>
          <p:cNvCxnSpPr>
            <a:cxnSpLocks/>
            <a:endCxn id="314" idx="1"/>
          </p:cNvCxnSpPr>
          <p:nvPr/>
        </p:nvCxnSpPr>
        <p:spPr>
          <a:xfrm>
            <a:off x="6316696" y="4089803"/>
            <a:ext cx="284808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流程图: 手动操作 321">
            <a:extLst>
              <a:ext uri="{FF2B5EF4-FFF2-40B4-BE49-F238E27FC236}">
                <a16:creationId xmlns:a16="http://schemas.microsoft.com/office/drawing/2014/main" id="{A549B979-C072-CE28-C887-B2AD200AD27F}"/>
              </a:ext>
            </a:extLst>
          </p:cNvPr>
          <p:cNvSpPr/>
          <p:nvPr/>
        </p:nvSpPr>
        <p:spPr>
          <a:xfrm rot="16200000">
            <a:off x="7727323" y="3597245"/>
            <a:ext cx="948552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23" name="连接符: 肘形 322">
            <a:extLst>
              <a:ext uri="{FF2B5EF4-FFF2-40B4-BE49-F238E27FC236}">
                <a16:creationId xmlns:a16="http://schemas.microsoft.com/office/drawing/2014/main" id="{C3196BEB-C3A2-D0A9-2A42-F893CAE0B4CA}"/>
              </a:ext>
            </a:extLst>
          </p:cNvPr>
          <p:cNvCxnSpPr>
            <a:cxnSpLocks/>
            <a:stCxn id="314" idx="3"/>
            <a:endCxn id="322" idx="0"/>
          </p:cNvCxnSpPr>
          <p:nvPr/>
        </p:nvCxnSpPr>
        <p:spPr>
          <a:xfrm flipV="1">
            <a:off x="7726571" y="3743692"/>
            <a:ext cx="328581" cy="346111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连接符: 肘形 333">
            <a:extLst>
              <a:ext uri="{FF2B5EF4-FFF2-40B4-BE49-F238E27FC236}">
                <a16:creationId xmlns:a16="http://schemas.microsoft.com/office/drawing/2014/main" id="{72E87B41-1F41-DF5E-8E50-E0EA0E7AE546}"/>
              </a:ext>
            </a:extLst>
          </p:cNvPr>
          <p:cNvCxnSpPr>
            <a:cxnSpLocks/>
            <a:stCxn id="293" idx="3"/>
            <a:endCxn id="315" idx="2"/>
          </p:cNvCxnSpPr>
          <p:nvPr/>
        </p:nvCxnSpPr>
        <p:spPr>
          <a:xfrm flipV="1">
            <a:off x="5181678" y="3750589"/>
            <a:ext cx="832466" cy="127362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文本框 342">
            <a:extLst>
              <a:ext uri="{FF2B5EF4-FFF2-40B4-BE49-F238E27FC236}">
                <a16:creationId xmlns:a16="http://schemas.microsoft.com/office/drawing/2014/main" id="{CD913420-50BD-24B5-20EF-5212BAF79C4C}"/>
              </a:ext>
            </a:extLst>
          </p:cNvPr>
          <p:cNvSpPr txBox="1"/>
          <p:nvPr/>
        </p:nvSpPr>
        <p:spPr>
          <a:xfrm>
            <a:off x="6314079" y="4579016"/>
            <a:ext cx="18915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Input Buffer</a:t>
            </a:r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67221B49-B9BB-D1F2-6B5F-31195CB294F3}"/>
              </a:ext>
            </a:extLst>
          </p:cNvPr>
          <p:cNvSpPr/>
          <p:nvPr/>
        </p:nvSpPr>
        <p:spPr>
          <a:xfrm>
            <a:off x="8740775" y="3350224"/>
            <a:ext cx="3050692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4E0B72FA-C23B-B597-7D5D-9AC1AC053384}"/>
              </a:ext>
            </a:extLst>
          </p:cNvPr>
          <p:cNvSpPr/>
          <p:nvPr/>
        </p:nvSpPr>
        <p:spPr>
          <a:xfrm>
            <a:off x="9018380" y="3511622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363" name="矩形 362">
            <a:extLst>
              <a:ext uri="{FF2B5EF4-FFF2-40B4-BE49-F238E27FC236}">
                <a16:creationId xmlns:a16="http://schemas.microsoft.com/office/drawing/2014/main" id="{9F70F073-0C5C-FEFF-E3EA-EA3268F01079}"/>
              </a:ext>
            </a:extLst>
          </p:cNvPr>
          <p:cNvSpPr/>
          <p:nvPr/>
        </p:nvSpPr>
        <p:spPr>
          <a:xfrm>
            <a:off x="10006330" y="351375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364" name="矩形 363">
            <a:extLst>
              <a:ext uri="{FF2B5EF4-FFF2-40B4-BE49-F238E27FC236}">
                <a16:creationId xmlns:a16="http://schemas.microsoft.com/office/drawing/2014/main" id="{448293B5-F5A9-F4D9-628F-10F0DE31D680}"/>
              </a:ext>
            </a:extLst>
          </p:cNvPr>
          <p:cNvSpPr/>
          <p:nvPr/>
        </p:nvSpPr>
        <p:spPr>
          <a:xfrm>
            <a:off x="11083192" y="351375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四级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归约</a:t>
            </a: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3E3F3B0-51A1-E271-44AD-0A818F84619B}"/>
              </a:ext>
            </a:extLst>
          </p:cNvPr>
          <p:cNvSpPr txBox="1"/>
          <p:nvPr/>
        </p:nvSpPr>
        <p:spPr>
          <a:xfrm>
            <a:off x="8825271" y="4297961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391" name="文本框 390">
            <a:extLst>
              <a:ext uri="{FF2B5EF4-FFF2-40B4-BE49-F238E27FC236}">
                <a16:creationId xmlns:a16="http://schemas.microsoft.com/office/drawing/2014/main" id="{4B807301-A875-B049-861B-B4E912E0ED02}"/>
              </a:ext>
            </a:extLst>
          </p:cNvPr>
          <p:cNvSpPr txBox="1"/>
          <p:nvPr/>
        </p:nvSpPr>
        <p:spPr>
          <a:xfrm>
            <a:off x="9747948" y="428506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1CF9CDB2-9575-34D6-C9C1-00C762593580}"/>
              </a:ext>
            </a:extLst>
          </p:cNvPr>
          <p:cNvSpPr txBox="1"/>
          <p:nvPr/>
        </p:nvSpPr>
        <p:spPr>
          <a:xfrm>
            <a:off x="10631307" y="4297961"/>
            <a:ext cx="11094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3,4,5,6</a:t>
            </a:r>
          </a:p>
        </p:txBody>
      </p:sp>
      <p:sp>
        <p:nvSpPr>
          <p:cNvPr id="393" name="矩形 392">
            <a:extLst>
              <a:ext uri="{FF2B5EF4-FFF2-40B4-BE49-F238E27FC236}">
                <a16:creationId xmlns:a16="http://schemas.microsoft.com/office/drawing/2014/main" id="{91D59E8F-BE34-D7C6-E7C5-DB72FEDAD36A}"/>
              </a:ext>
            </a:extLst>
          </p:cNvPr>
          <p:cNvSpPr/>
          <p:nvPr/>
        </p:nvSpPr>
        <p:spPr>
          <a:xfrm>
            <a:off x="8740774" y="2743019"/>
            <a:ext cx="3059204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SRAM(8x(32x128bit)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94" name="连接符: 肘形 393">
            <a:extLst>
              <a:ext uri="{FF2B5EF4-FFF2-40B4-BE49-F238E27FC236}">
                <a16:creationId xmlns:a16="http://schemas.microsoft.com/office/drawing/2014/main" id="{82B961D6-6BB8-4E53-325F-CFBBA1138FC9}"/>
              </a:ext>
            </a:extLst>
          </p:cNvPr>
          <p:cNvCxnSpPr>
            <a:cxnSpLocks/>
            <a:stCxn id="393" idx="2"/>
            <a:endCxn id="363" idx="0"/>
          </p:cNvCxnSpPr>
          <p:nvPr/>
        </p:nvCxnSpPr>
        <p:spPr>
          <a:xfrm rot="5400000">
            <a:off x="10026169" y="3269543"/>
            <a:ext cx="370622" cy="117793"/>
          </a:xfrm>
          <a:prstGeom prst="bentConnector3">
            <a:avLst>
              <a:gd name="adj1" fmla="val 40064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连接符: 肘形 396">
            <a:extLst>
              <a:ext uri="{FF2B5EF4-FFF2-40B4-BE49-F238E27FC236}">
                <a16:creationId xmlns:a16="http://schemas.microsoft.com/office/drawing/2014/main" id="{4D8CC397-13B9-7ECB-D287-9DEEE37D0096}"/>
              </a:ext>
            </a:extLst>
          </p:cNvPr>
          <p:cNvCxnSpPr>
            <a:cxnSpLocks/>
            <a:stCxn id="393" idx="2"/>
            <a:endCxn id="364" idx="0"/>
          </p:cNvCxnSpPr>
          <p:nvPr/>
        </p:nvCxnSpPr>
        <p:spPr>
          <a:xfrm rot="16200000" flipH="1">
            <a:off x="10564599" y="2848904"/>
            <a:ext cx="370622" cy="959069"/>
          </a:xfrm>
          <a:prstGeom prst="bentConnector3">
            <a:avLst>
              <a:gd name="adj1" fmla="val 3840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直接箭头连接符 399">
            <a:extLst>
              <a:ext uri="{FF2B5EF4-FFF2-40B4-BE49-F238E27FC236}">
                <a16:creationId xmlns:a16="http://schemas.microsoft.com/office/drawing/2014/main" id="{04A03A0B-DE83-92CE-901A-3CF017B0CA61}"/>
              </a:ext>
            </a:extLst>
          </p:cNvPr>
          <p:cNvCxnSpPr>
            <a:cxnSpLocks/>
            <a:stCxn id="362" idx="3"/>
            <a:endCxn id="363" idx="1"/>
          </p:cNvCxnSpPr>
          <p:nvPr/>
        </p:nvCxnSpPr>
        <p:spPr>
          <a:xfrm>
            <a:off x="9310886" y="3899917"/>
            <a:ext cx="695444" cy="212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直接箭头连接符 402">
            <a:extLst>
              <a:ext uri="{FF2B5EF4-FFF2-40B4-BE49-F238E27FC236}">
                <a16:creationId xmlns:a16="http://schemas.microsoft.com/office/drawing/2014/main" id="{8DD87AD1-3481-0CE9-BF24-56E9A57D212C}"/>
              </a:ext>
            </a:extLst>
          </p:cNvPr>
          <p:cNvCxnSpPr>
            <a:cxnSpLocks/>
            <a:stCxn id="363" idx="3"/>
            <a:endCxn id="364" idx="1"/>
          </p:cNvCxnSpPr>
          <p:nvPr/>
        </p:nvCxnSpPr>
        <p:spPr>
          <a:xfrm>
            <a:off x="10298836" y="3902045"/>
            <a:ext cx="78435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连接符: 肘形 410">
            <a:extLst>
              <a:ext uri="{FF2B5EF4-FFF2-40B4-BE49-F238E27FC236}">
                <a16:creationId xmlns:a16="http://schemas.microsoft.com/office/drawing/2014/main" id="{43AF64CB-0B23-B03B-673B-410B2204A1AC}"/>
              </a:ext>
            </a:extLst>
          </p:cNvPr>
          <p:cNvCxnSpPr>
            <a:cxnSpLocks/>
            <a:stCxn id="322" idx="2"/>
            <a:endCxn id="362" idx="1"/>
          </p:cNvCxnSpPr>
          <p:nvPr/>
        </p:nvCxnSpPr>
        <p:spPr>
          <a:xfrm>
            <a:off x="8348046" y="3743692"/>
            <a:ext cx="670334" cy="156225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文本框 413">
            <a:extLst>
              <a:ext uri="{FF2B5EF4-FFF2-40B4-BE49-F238E27FC236}">
                <a16:creationId xmlns:a16="http://schemas.microsoft.com/office/drawing/2014/main" id="{1751EA8B-C2C4-AB0E-8A28-7C5BAF534C88}"/>
              </a:ext>
            </a:extLst>
          </p:cNvPr>
          <p:cNvSpPr txBox="1"/>
          <p:nvPr/>
        </p:nvSpPr>
        <p:spPr>
          <a:xfrm>
            <a:off x="9093413" y="4585885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(6 stage)</a:t>
            </a:r>
          </a:p>
        </p:txBody>
      </p:sp>
    </p:spTree>
    <p:extLst>
      <p:ext uri="{BB962C8B-B14F-4D97-AF65-F5344CB8AC3E}">
        <p14:creationId xmlns:p14="http://schemas.microsoft.com/office/powerpoint/2010/main" val="41269647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2837</TotalTime>
  <Words>9661</Words>
  <Application>Microsoft Office PowerPoint</Application>
  <PresentationFormat>宽屏</PresentationFormat>
  <Paragraphs>2135</Paragraphs>
  <Slides>67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67</vt:i4>
      </vt:variant>
    </vt:vector>
  </HeadingPairs>
  <TitlesOfParts>
    <vt:vector size="75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550</cp:revision>
  <dcterms:created xsi:type="dcterms:W3CDTF">2026-03-04T04:19:03Z</dcterms:created>
  <dcterms:modified xsi:type="dcterms:W3CDTF">2026-05-15T02:14:16Z</dcterms:modified>
</cp:coreProperties>
</file>