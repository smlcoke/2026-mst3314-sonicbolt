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6" r:id="rId55"/>
    <p:sldId id="317" r:id="rId5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6"/>
          </p14:sldIdLst>
        </p14:section>
        <p14:section name="SonicBolt v5.0" id="{3A30FEF8-1F38-4E60-89EC-4F8A90D7FD64}">
          <p14:sldIdLst>
            <p14:sldId id="31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2026/4/5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8115</Words>
  <Application>Microsoft Office PowerPoint</Application>
  <PresentationFormat>宽屏</PresentationFormat>
  <Paragraphs>1439</Paragraphs>
  <Slides>55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63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422</cp:revision>
  <dcterms:created xsi:type="dcterms:W3CDTF">2026-03-04T04:19:03Z</dcterms:created>
  <dcterms:modified xsi:type="dcterms:W3CDTF">2026-04-05T13:08:00Z</dcterms:modified>
</cp:coreProperties>
</file>