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  <p:sldId id="325" r:id="rId6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  <p14:section name="SonicBolt v5.3" id="{23B9BA6F-756D-42CB-B1B9-F0C9B012D48B}">
          <p14:sldIdLst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3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4B07-D64A-E749-CC47-CFA6A135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7ACD7-49D6-4CB2-C692-41F86F1AD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830E4C-6BBE-5C01-9685-5ED15834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0193A-3E4F-937C-53E9-747F6D666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739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CD88-8BD5-80C1-BDC7-90C0A2B7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>
            <a:extLst>
              <a:ext uri="{FF2B5EF4-FFF2-40B4-BE49-F238E27FC236}">
                <a16:creationId xmlns:a16="http://schemas.microsoft.com/office/drawing/2014/main" id="{D441FADA-CC54-80FA-FB79-2F996366BDD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A469017-8839-CCD5-0517-751EF8C88F9A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0627DF8-74F1-D340-C24F-CFD623D440C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751662-2E2E-AC39-BAA7-B32F05688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3" y="1791979"/>
            <a:ext cx="12072094" cy="36044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83765B8-9AF7-0519-73D8-8588CC5378EA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调度核心的有限状态机化设计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A3F0A17-5778-1BB4-B046-988A4EC00139}"/>
              </a:ext>
            </a:extLst>
          </p:cNvPr>
          <p:cNvCxnSpPr>
            <a:cxnSpLocks/>
          </p:cNvCxnSpPr>
          <p:nvPr/>
        </p:nvCxnSpPr>
        <p:spPr>
          <a:xfrm>
            <a:off x="3326825" y="29467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BCEBC33-CCD3-9A9A-607A-274F186D965B}"/>
              </a:ext>
            </a:extLst>
          </p:cNvPr>
          <p:cNvSpPr txBox="1"/>
          <p:nvPr/>
        </p:nvSpPr>
        <p:spPr>
          <a:xfrm>
            <a:off x="2729788" y="4165432"/>
            <a:ext cx="1418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next_state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=busy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EED4ED-1D56-282E-C1CB-6E9B5F14AB2B}"/>
              </a:ext>
            </a:extLst>
          </p:cNvPr>
          <p:cNvSpPr txBox="1"/>
          <p:nvPr/>
        </p:nvSpPr>
        <p:spPr>
          <a:xfrm>
            <a:off x="2667395" y="4473209"/>
            <a:ext cx="33345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该周期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使能信号有效，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，下一个时钟周期准备读出第一个地址的权重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9399BF-D06A-457C-F1FA-280AD4BB19DA}"/>
              </a:ext>
            </a:extLst>
          </p:cNvPr>
          <p:cNvCxnSpPr>
            <a:cxnSpLocks/>
          </p:cNvCxnSpPr>
          <p:nvPr/>
        </p:nvCxnSpPr>
        <p:spPr>
          <a:xfrm>
            <a:off x="6756741" y="30004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CA4C035-60EC-A756-7BB9-AE653C28C8DF}"/>
              </a:ext>
            </a:extLst>
          </p:cNvPr>
          <p:cNvSpPr txBox="1"/>
          <p:nvPr/>
        </p:nvSpPr>
        <p:spPr>
          <a:xfrm>
            <a:off x="6440636" y="4119825"/>
            <a:ext cx="320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输入数据仍然无效！同时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正在给出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的数据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0045A2-2315-DD61-D629-67F97767F385}"/>
              </a:ext>
            </a:extLst>
          </p:cNvPr>
          <p:cNvSpPr txBox="1"/>
          <p:nvPr/>
        </p:nvSpPr>
        <p:spPr>
          <a:xfrm>
            <a:off x="6440636" y="4665069"/>
            <a:ext cx="3605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此时采样时，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current_state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仍为旧值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必须等于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，以便下一个时钟上升沿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读取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84AD1F-7E93-6933-F9AC-911DB24610F2}"/>
              </a:ext>
            </a:extLst>
          </p:cNvPr>
          <p:cNvCxnSpPr>
            <a:cxnSpLocks/>
          </p:cNvCxnSpPr>
          <p:nvPr/>
        </p:nvCxnSpPr>
        <p:spPr>
          <a:xfrm>
            <a:off x="10137157" y="2569890"/>
            <a:ext cx="0" cy="1595542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81AE6D2-2C51-EDE8-58FA-0DD1CD72BB9C}"/>
              </a:ext>
            </a:extLst>
          </p:cNvPr>
          <p:cNvSpPr txBox="1"/>
          <p:nvPr/>
        </p:nvSpPr>
        <p:spPr>
          <a:xfrm>
            <a:off x="9733658" y="4141849"/>
            <a:ext cx="2297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打拍断开，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SARM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正在读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90721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2592</TotalTime>
  <Words>9280</Words>
  <Application>Microsoft Office PowerPoint</Application>
  <PresentationFormat>宽屏</PresentationFormat>
  <Paragraphs>1981</Paragraphs>
  <Slides>64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2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526</cp:revision>
  <dcterms:created xsi:type="dcterms:W3CDTF">2026-03-04T04:19:03Z</dcterms:created>
  <dcterms:modified xsi:type="dcterms:W3CDTF">2026-04-08T16:14:41Z</dcterms:modified>
</cp:coreProperties>
</file>