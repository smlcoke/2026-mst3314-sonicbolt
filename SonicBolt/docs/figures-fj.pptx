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4660"/>
  </p:normalViewPr>
  <p:slideViewPr>
    <p:cSldViewPr snapToGrid="0">
      <p:cViewPr>
        <p:scale>
          <a:sx n="100" d="100"/>
          <a:sy n="100" d="100"/>
        </p:scale>
        <p:origin x="392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2541</TotalTime>
  <Words>9167</Words>
  <Application>Microsoft Office PowerPoint</Application>
  <PresentationFormat>宽屏</PresentationFormat>
  <Paragraphs>1971</Paragraphs>
  <Slides>63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1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509</cp:revision>
  <dcterms:created xsi:type="dcterms:W3CDTF">2026-03-04T04:19:03Z</dcterms:created>
  <dcterms:modified xsi:type="dcterms:W3CDTF">2026-04-08T06:41:09Z</dcterms:modified>
</cp:coreProperties>
</file>