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9" r:id="rId4"/>
    <p:sldId id="260" r:id="rId5"/>
    <p:sldId id="264" r:id="rId6"/>
    <p:sldId id="261" r:id="rId7"/>
    <p:sldId id="262" r:id="rId8"/>
    <p:sldId id="263" r:id="rId9"/>
    <p:sldId id="265" r:id="rId10"/>
    <p:sldId id="270" r:id="rId11"/>
    <p:sldId id="267" r:id="rId12"/>
    <p:sldId id="266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91" r:id="rId25"/>
    <p:sldId id="282" r:id="rId26"/>
    <p:sldId id="284" r:id="rId27"/>
    <p:sldId id="283" r:id="rId28"/>
    <p:sldId id="285" r:id="rId29"/>
    <p:sldId id="286" r:id="rId30"/>
    <p:sldId id="287" r:id="rId31"/>
    <p:sldId id="288" r:id="rId32"/>
    <p:sldId id="290" r:id="rId33"/>
    <p:sldId id="292" r:id="rId34"/>
    <p:sldId id="293" r:id="rId35"/>
    <p:sldId id="294" r:id="rId36"/>
    <p:sldId id="295" r:id="rId37"/>
    <p:sldId id="296" r:id="rId38"/>
    <p:sldId id="299" r:id="rId39"/>
    <p:sldId id="300" r:id="rId40"/>
    <p:sldId id="303" r:id="rId41"/>
    <p:sldId id="302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8" r:id="rId55"/>
    <p:sldId id="268" r:id="rId56"/>
    <p:sldId id="316" r:id="rId57"/>
    <p:sldId id="319" r:id="rId58"/>
    <p:sldId id="320" r:id="rId59"/>
    <p:sldId id="321" r:id="rId60"/>
    <p:sldId id="317" r:id="rId61"/>
    <p:sldId id="322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ne Buffer" id="{9EFF237C-55E1-40EB-9FCF-31880776475C}">
          <p14:sldIdLst>
            <p14:sldId id="256"/>
            <p14:sldId id="257"/>
            <p14:sldId id="259"/>
          </p14:sldIdLst>
        </p14:section>
        <p14:section name="Conv1-demo3" id="{9E2183DF-6FFD-4A9D-ACFD-39D410F5F99A}">
          <p14:sldIdLst>
            <p14:sldId id="260"/>
            <p14:sldId id="264"/>
            <p14:sldId id="261"/>
            <p14:sldId id="262"/>
            <p14:sldId id="263"/>
          </p14:sldIdLst>
        </p14:section>
        <p14:section name="MiniCNN" id="{BD89A922-CDE3-4331-A784-366741475946}">
          <p14:sldIdLst>
            <p14:sldId id="265"/>
            <p14:sldId id="270"/>
            <p14:sldId id="267"/>
            <p14:sldId id="266"/>
            <p14:sldId id="271"/>
            <p14:sldId id="272"/>
            <p14:sldId id="273"/>
            <p14:sldId id="274"/>
          </p14:sldIdLst>
        </p14:section>
        <p14:section name="SonicBolt v1" id="{AC20D1EF-D56C-4801-B226-B4F25FC59884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SonicBolt v2.0 mini" id="{FB7ED345-779A-4E52-B934-C6349AA566C8}">
          <p14:sldIdLst>
            <p14:sldId id="291"/>
            <p14:sldId id="282"/>
            <p14:sldId id="284"/>
            <p14:sldId id="283"/>
            <p14:sldId id="285"/>
            <p14:sldId id="286"/>
            <p14:sldId id="287"/>
            <p14:sldId id="288"/>
            <p14:sldId id="290"/>
            <p14:sldId id="292"/>
          </p14:sldIdLst>
        </p14:section>
        <p14:section name="SonicBolt v2.0" id="{A4D07D7E-D6F1-4920-A2C2-06569C55A482}">
          <p14:sldIdLst>
            <p14:sldId id="293"/>
            <p14:sldId id="294"/>
            <p14:sldId id="295"/>
            <p14:sldId id="296"/>
            <p14:sldId id="299"/>
            <p14:sldId id="300"/>
            <p14:sldId id="303"/>
            <p14:sldId id="302"/>
          </p14:sldIdLst>
        </p14:section>
        <p14:section name="SonicBolt v2.1" id="{5E8A760C-0F94-4CAC-A207-EA61DC7ED8F5}">
          <p14:sldIdLst>
            <p14:sldId id="304"/>
            <p14:sldId id="305"/>
            <p14:sldId id="306"/>
            <p14:sldId id="307"/>
          </p14:sldIdLst>
        </p14:section>
        <p14:section name="SonicBolt v2.2" id="{7523E9C5-AD5C-4137-8801-ACD11218543B}">
          <p14:sldIdLst>
            <p14:sldId id="308"/>
            <p14:sldId id="309"/>
          </p14:sldIdLst>
        </p14:section>
        <p14:section name="SonicBolt v3.0" id="{7E98B12A-C008-47E2-AD4E-1CF3B164378B}">
          <p14:sldIdLst>
            <p14:sldId id="310"/>
            <p14:sldId id="311"/>
            <p14:sldId id="312"/>
            <p14:sldId id="313"/>
          </p14:sldIdLst>
        </p14:section>
        <p14:section name="SonicBolt v4.0" id="{5AFD2444-A68B-4FBC-92FD-702DBDB5720B}">
          <p14:sldIdLst>
            <p14:sldId id="314"/>
            <p14:sldId id="315"/>
            <p14:sldId id="318"/>
            <p14:sldId id="268"/>
            <p14:sldId id="316"/>
          </p14:sldIdLst>
        </p14:section>
        <p14:section name="SonicBolt v5.0" id="{3A30FEF8-1F38-4E60-89EC-4F8A90D7FD64}">
          <p14:sldIdLst>
            <p14:sldId id="319"/>
            <p14:sldId id="320"/>
            <p14:sldId id="321"/>
            <p14:sldId id="317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1" autoAdjust="0"/>
    <p:restoredTop sz="94660"/>
  </p:normalViewPr>
  <p:slideViewPr>
    <p:cSldViewPr snapToGrid="0">
      <p:cViewPr>
        <p:scale>
          <a:sx n="100" d="100"/>
          <a:sy n="100" d="100"/>
        </p:scale>
        <p:origin x="3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6ECAD-1984-422A-AAC4-7AC2546F8D9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BB9A7-35F7-464F-9BC7-0C36A7003C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268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52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5BAD-4621-F677-822F-55CE4260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023369-4D33-30D8-0DA9-855696DE3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3FDB36-67B9-ADBC-0768-43B4BF02D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24CF35-FC90-23AA-74BB-A3599CE2E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997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09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432D-DB50-65BA-886D-18547D65C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882EDD-5F88-7847-C770-E02D7B624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B47943-77B3-EC59-A7FA-1A861A53F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FF80CF-A01D-64BE-9CE4-67781A61C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696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DE01-A515-697B-0F05-361B4CF1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82E4EB-9E1A-729F-EE50-656DE5BBC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223115-AB65-7348-3F69-D1065E53D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DC08BC-B48B-0A89-FC63-268957E18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118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54B1-163A-C0E4-CF33-497CED376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439DFC-60DE-D858-2BB0-1E7ACD158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B674DF-975C-C83E-0E3A-C087150BB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60EDF9-B772-A93E-955B-48D568B96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136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D62E5-1F25-1382-B8DA-FBC98126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6F9571-A944-5533-EA44-A2203B05D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5D5ADB-525B-F010-DAD3-B3A63D908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1EA039-DE16-B2C6-AE02-89E09CF5C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126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6116-57CC-B2C1-1301-27B6B9C6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8FD0FB-861D-64D2-E338-0DB87C199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836DD4-C935-FA9C-7D8E-01B3133A6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96C386-BE56-3415-DDCC-05FCFF5C4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046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EF71-1B74-8A59-EC54-8F889260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B86689-010B-6097-E26D-6E76299AF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3E258B-E5FE-53E8-DE58-674ADB2B1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05BEB3-AECA-64C4-F60C-A1FBDC8D8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060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B6E3-064A-AB57-04F9-0FF699DB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50BE30-667C-E281-BB4D-AF9C5B0BA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5963A3-1B84-8894-2FDA-EB88B503D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38C1C2-424E-CB22-4A21-2F1C94BF5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576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17CD-BC70-37BF-9131-DA183223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F161B2-AE2F-2B05-1CD8-20D11DF94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12E717-B1B3-9F8F-6025-BF76E6AC4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E4C5CA-6452-597F-2CD9-5E5699F66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253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6D0D4-0154-0348-4368-EF233F25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0DC80B-5BA6-45D9-09F4-EDDAFCE8C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73F48F-1950-F6A9-FD72-D1263A023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407F0B-A01D-F19B-989E-E175FD667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817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0D14-D8CC-C8F2-9829-CFECF28F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32151A-5994-E057-0EF3-16BDD82B8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D45B65-C6A3-3842-38F0-88B3BB30F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B42FC3-5049-A26B-CB51-9198DA1A3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997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0A20-7CEB-68DE-50C0-B9BB140F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9DE69E-939A-E36C-D2D8-FA55D09FF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7DA2EF-8964-0115-D29B-95849F7BF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D1546C-FC75-1093-C982-FC208F45C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6290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AD7A-40A1-3EAD-641C-E25BDF91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146029-24D3-AAED-F339-B522391BC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F6AD84-29A3-0122-66CF-66FF1C78F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A8F5FD-D231-23D1-65AE-B8CDB7BA3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1896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7F25-AF98-E492-2C41-DF981A0D6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CB1F14-218A-7BC2-7079-C5C51D94B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84D160-DCAF-55ED-2275-400888DE5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C69640-3FE7-E218-1544-828CA2C9B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891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6E0A-37AC-057C-A234-AC825A4A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CA7CC1-F9F9-BA53-AD5E-3D01183C7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A7885D-E13B-ED25-AC34-AC0DDA3C3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994B4F-7E15-E275-5FCE-DD3778E16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1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6DBF-7975-5E74-C688-CDB955E9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593AE1-5646-10E5-5CCD-7D5EBDF64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16CBD0-AE6E-72C1-84F2-20DC66AC1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D59959-4C6E-ADB9-0F7E-A3A356A32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314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8A97-118B-0A5B-7187-1A141BE5B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F23371-99B8-FC7F-6249-2AD23382F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13408B-F956-6BF6-138F-27527CF70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CDD9DC-3F08-323C-DDC5-55172DE7A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609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35715-FEBD-C17C-A8F7-692790014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85CE91-986F-7381-1522-A4CEE8272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671B9C-BFEC-8E7F-3A85-B7A0F7B39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5A8FB-D2BC-7DC2-C83E-2BB9E3C6C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5863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FF881-E0A7-F916-29BE-34E6AC244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F60320-E538-A65D-C165-E31BC29A8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78E5A3-F2F8-44CB-70F6-49B59E9DC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77F941-4AD0-69DE-1021-4D6EE883E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42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52F12-58B9-976C-85C7-8FC704BE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4422BC-7144-439C-0C8E-BFFCCA3F8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0C1D90-414F-6617-46DD-BA6428DC6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C4DF1D-8050-3BD2-C7FC-AEAC18516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3609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3FD6-0916-C4B8-91CA-624C5979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17BFD7-713F-7114-6CC6-6C18685A2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0F200E-26D7-277B-4929-FC184F7F1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FD46FE-07F9-041A-C5BB-D12E45356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46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CA4F-ADC4-9F9C-BDC2-B4C4AE39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F6167C-6EC6-5454-BA6A-00548C663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3947C1-9E4B-A788-87D0-E0D8D0AF0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7EA858-F89A-5F91-CD07-B38A88805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8850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1FA89-B87B-DBBF-F21F-F64497E1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C3433B-AF14-CBDE-EDB2-D71004377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57C4F2-8C82-A280-58E7-5E4F633D3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72708B-DCAD-B273-7581-3DB4DC9F6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2679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DCA8-A5E3-18D0-EFB7-6700A4FE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D2E7C7-6540-C035-FEF5-04A628ACB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20CB71-EED1-AEF0-A69C-F185581C7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DE1FC-2F69-1320-2E84-BB208E853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3798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8760-AA24-2CC7-554F-DE2A5459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14FD84-6931-8ED6-4431-573F6477A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4624E9-6EBD-AEBA-0785-6361B6883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73E9B-F33B-FEDD-264A-5A37CB49A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578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848FB-D6F7-B228-4337-DA9827F4A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A107DB-94F0-ADC9-6DCC-A0922807E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C4BB8A-1079-94B0-A30D-608FE762F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CA061F-47E6-7E8E-7B2D-3F184B1B7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788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C034-5290-8704-9E48-6E8A5730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0A9253-B7DF-4A56-8325-D6CC64594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C31790-8C17-E3B0-738E-3C1664624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A651C1-549C-64DE-CBB1-87B7A36E9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B9A7-35F7-464F-9BC7-0C36A7003C8A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647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974FC-D026-2CFE-B240-153BEA7AB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F2EFB2-CE78-3785-62CE-96A16E552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8" indent="0" algn="ctr">
              <a:buNone/>
              <a:defRPr sz="2000"/>
            </a:lvl2pPr>
            <a:lvl3pPr marL="914375" indent="0" algn="ctr">
              <a:buNone/>
              <a:defRPr sz="1800"/>
            </a:lvl3pPr>
            <a:lvl4pPr marL="1371563" indent="0" algn="ctr">
              <a:buNone/>
              <a:defRPr sz="1600"/>
            </a:lvl4pPr>
            <a:lvl5pPr marL="1828750" indent="0" algn="ctr">
              <a:buNone/>
              <a:defRPr sz="1600"/>
            </a:lvl5pPr>
            <a:lvl6pPr marL="2285938" indent="0" algn="ctr">
              <a:buNone/>
              <a:defRPr sz="1600"/>
            </a:lvl6pPr>
            <a:lvl7pPr marL="2743125" indent="0" algn="ctr">
              <a:buNone/>
              <a:defRPr sz="1600"/>
            </a:lvl7pPr>
            <a:lvl8pPr marL="3200312" indent="0" algn="ctr">
              <a:buNone/>
              <a:defRPr sz="1600"/>
            </a:lvl8pPr>
            <a:lvl9pPr marL="365749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FB2236-5AB8-A002-EC63-29C523DA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39F98-6AD0-4226-DBDD-16B1650A2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69E72-EB63-8620-78B7-821603C4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0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30CE9-E0F6-D5F8-378A-825EA9973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9B61F1-32C2-648D-95CC-581BE3537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05C9F1-3A22-B047-41E7-24E1B9686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D5C3A3-512A-DB21-FAEE-003A58B82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7B2027-AA8D-D016-3324-2E0E0E5DE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917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33E4B-E30E-4DB3-C7E8-C19EDFE17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6B7A5F-F442-4C2B-9347-DCB9EAD7A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9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CE1A55-54B6-A18E-D69E-1D93C21E0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9C5822-C4B2-E771-3AE1-2F1379366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9E63D9-6936-7194-D4D6-0DEBB283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63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F6060-B004-B092-9F6A-E63F3AC2A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A8517-F918-3A5C-FBCA-671EAB106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8A58DE-B60D-70B2-8B6C-31D69B3FE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38EE3E-5AE1-B50F-27D0-7826E902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F09A92-BCC1-6C5B-D0E4-5E3DD9BD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81C87C-A77A-C646-02D9-DD0E955A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111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7479D-8F1C-6342-66AE-A5386F0E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0CFF45-0EE6-0AB7-DBF3-F4A18310C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8" indent="0">
              <a:buNone/>
              <a:defRPr sz="2000" b="1"/>
            </a:lvl2pPr>
            <a:lvl3pPr marL="914375" indent="0">
              <a:buNone/>
              <a:defRPr sz="1800" b="1"/>
            </a:lvl3pPr>
            <a:lvl4pPr marL="1371563" indent="0">
              <a:buNone/>
              <a:defRPr sz="1600" b="1"/>
            </a:lvl4pPr>
            <a:lvl5pPr marL="1828750" indent="0">
              <a:buNone/>
              <a:defRPr sz="1600" b="1"/>
            </a:lvl5pPr>
            <a:lvl6pPr marL="2285938" indent="0">
              <a:buNone/>
              <a:defRPr sz="1600" b="1"/>
            </a:lvl6pPr>
            <a:lvl7pPr marL="2743125" indent="0">
              <a:buNone/>
              <a:defRPr sz="1600" b="1"/>
            </a:lvl7pPr>
            <a:lvl8pPr marL="3200312" indent="0">
              <a:buNone/>
              <a:defRPr sz="1600" b="1"/>
            </a:lvl8pPr>
            <a:lvl9pPr marL="365749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5A39F4-8984-88D3-6135-37B967972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5AD0D1-CEA3-72DD-7F5E-C13852E8C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8" indent="0">
              <a:buNone/>
              <a:defRPr sz="2000" b="1"/>
            </a:lvl2pPr>
            <a:lvl3pPr marL="914375" indent="0">
              <a:buNone/>
              <a:defRPr sz="1800" b="1"/>
            </a:lvl3pPr>
            <a:lvl4pPr marL="1371563" indent="0">
              <a:buNone/>
              <a:defRPr sz="1600" b="1"/>
            </a:lvl4pPr>
            <a:lvl5pPr marL="1828750" indent="0">
              <a:buNone/>
              <a:defRPr sz="1600" b="1"/>
            </a:lvl5pPr>
            <a:lvl6pPr marL="2285938" indent="0">
              <a:buNone/>
              <a:defRPr sz="1600" b="1"/>
            </a:lvl6pPr>
            <a:lvl7pPr marL="2743125" indent="0">
              <a:buNone/>
              <a:defRPr sz="1600" b="1"/>
            </a:lvl7pPr>
            <a:lvl8pPr marL="3200312" indent="0">
              <a:buNone/>
              <a:defRPr sz="1600" b="1"/>
            </a:lvl8pPr>
            <a:lvl9pPr marL="365749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61416F-E113-709B-F964-A031A70B0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E6DB80D-CF7D-8915-303C-F07E82159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570BCD-1F53-605B-0633-47EF4A177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5AC9A5-ADDD-90A8-1856-0086FB2BB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11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CA165-0D94-2F95-6590-98D476F8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4489C7-9810-DE9C-976A-A01C02CEA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3808DD-558B-2380-3DCA-19C1CBD4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EEF2E8-2C68-2D69-27DD-51B4E8AE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41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73F69D-F9ED-E640-5F5B-4F7D3A67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759400-F038-24FE-7CC9-F9FD61B5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71A94B-A5FF-5ED2-4E70-9A4AD380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80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DA7ED-EF9D-E8D2-E703-480253798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9A9DB2-C673-F5D7-C6BD-61F82CE7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D1F6F4-874A-E3F0-9191-B722B3607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8" indent="0">
              <a:buNone/>
              <a:defRPr sz="1400"/>
            </a:lvl2pPr>
            <a:lvl3pPr marL="914375" indent="0">
              <a:buNone/>
              <a:defRPr sz="1200"/>
            </a:lvl3pPr>
            <a:lvl4pPr marL="1371563" indent="0">
              <a:buNone/>
              <a:defRPr sz="1000"/>
            </a:lvl4pPr>
            <a:lvl5pPr marL="1828750" indent="0">
              <a:buNone/>
              <a:defRPr sz="1000"/>
            </a:lvl5pPr>
            <a:lvl6pPr marL="2285938" indent="0">
              <a:buNone/>
              <a:defRPr sz="1000"/>
            </a:lvl6pPr>
            <a:lvl7pPr marL="2743125" indent="0">
              <a:buNone/>
              <a:defRPr sz="1000"/>
            </a:lvl7pPr>
            <a:lvl8pPr marL="3200312" indent="0">
              <a:buNone/>
              <a:defRPr sz="1000"/>
            </a:lvl8pPr>
            <a:lvl9pPr marL="365749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DEA9E0-C61B-AEAF-26DA-3581ABF8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E51017-5B36-EAB9-2DDA-0B45AAAC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924C8D-5926-B69B-C501-2BA327C7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49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03515-B5A5-C732-01FE-11CA78C2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CC2C5C-F63E-5D25-64A5-CB3A665FF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8" indent="0">
              <a:buNone/>
              <a:defRPr sz="2800"/>
            </a:lvl2pPr>
            <a:lvl3pPr marL="914375" indent="0">
              <a:buNone/>
              <a:defRPr sz="2400"/>
            </a:lvl3pPr>
            <a:lvl4pPr marL="1371563" indent="0">
              <a:buNone/>
              <a:defRPr sz="2000"/>
            </a:lvl4pPr>
            <a:lvl5pPr marL="1828750" indent="0">
              <a:buNone/>
              <a:defRPr sz="2000"/>
            </a:lvl5pPr>
            <a:lvl6pPr marL="2285938" indent="0">
              <a:buNone/>
              <a:defRPr sz="2000"/>
            </a:lvl6pPr>
            <a:lvl7pPr marL="2743125" indent="0">
              <a:buNone/>
              <a:defRPr sz="2000"/>
            </a:lvl7pPr>
            <a:lvl8pPr marL="3200312" indent="0">
              <a:buNone/>
              <a:defRPr sz="2000"/>
            </a:lvl8pPr>
            <a:lvl9pPr marL="365749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3A6711-7A86-E4DB-C14F-91BB01B3B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8" indent="0">
              <a:buNone/>
              <a:defRPr sz="1400"/>
            </a:lvl2pPr>
            <a:lvl3pPr marL="914375" indent="0">
              <a:buNone/>
              <a:defRPr sz="1200"/>
            </a:lvl3pPr>
            <a:lvl4pPr marL="1371563" indent="0">
              <a:buNone/>
              <a:defRPr sz="1000"/>
            </a:lvl4pPr>
            <a:lvl5pPr marL="1828750" indent="0">
              <a:buNone/>
              <a:defRPr sz="1000"/>
            </a:lvl5pPr>
            <a:lvl6pPr marL="2285938" indent="0">
              <a:buNone/>
              <a:defRPr sz="1000"/>
            </a:lvl6pPr>
            <a:lvl7pPr marL="2743125" indent="0">
              <a:buNone/>
              <a:defRPr sz="1000"/>
            </a:lvl7pPr>
            <a:lvl8pPr marL="3200312" indent="0">
              <a:buNone/>
              <a:defRPr sz="1000"/>
            </a:lvl8pPr>
            <a:lvl9pPr marL="365749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C9E71F-7C8E-0A0C-76BB-EFC45B1DD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653875-C2F4-4891-8430-8C808DF77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2586E-7445-A6AB-1846-EE9E500D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63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ECF5B-773D-7232-ACB0-61548AE5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E7F3BC-B26A-DDFD-2F14-5FE920E04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1BD01-DAD5-CB8C-A063-3D905B4D1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8662F3-C442-27C2-B83C-D878AD0C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85B1C0-C20D-F75C-2DEE-77056C051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9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426FDB-C09D-54F3-ECD0-E21024844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B37C97-69F2-046E-B04C-BE5BB1008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102C82-0802-AB5D-1F03-965727D7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68FDCB-1B68-ECA4-150A-453A7A570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CF50C8-9248-B788-E51B-DCDE5515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60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3E522A-ECD5-BAB4-9FC3-488A62F0F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E87307-FF30-6A29-2965-DBE3B9A31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1E66FB-4F3B-7FA1-D701-8A774D028C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38E33-F347-4BFC-89F7-CACEB8BEBB89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79964D-F840-FB8F-6A81-12938A8BD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2BDCF-4F5A-3762-0F9A-E0879AF5F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2A697-0F04-498F-8A32-064C89616B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4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1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69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56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4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1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18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06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93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5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3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0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38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25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12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99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C6BDFD8-1E7C-AC38-6D4C-234FDE3DB5C2}"/>
              </a:ext>
            </a:extLst>
          </p:cNvPr>
          <p:cNvSpPr/>
          <p:nvPr/>
        </p:nvSpPr>
        <p:spPr>
          <a:xfrm>
            <a:off x="164306" y="5880154"/>
            <a:ext cx="11722894" cy="777791"/>
          </a:xfrm>
          <a:prstGeom prst="rect">
            <a:avLst/>
          </a:prstGeom>
          <a:solidFill>
            <a:srgbClr val="00B0F0">
              <a:alpha val="20000"/>
            </a:srgbClr>
          </a:solidFill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1788021-37FF-6CFD-A652-56B0829FA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654107"/>
              </p:ext>
            </p:extLst>
          </p:nvPr>
        </p:nvGraphicFramePr>
        <p:xfrm>
          <a:off x="4060826" y="405372"/>
          <a:ext cx="36000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818420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41885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041054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62414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0275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4032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8076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320835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6942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7314831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17441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20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63349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6369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5528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775714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89124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462626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3421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3512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9998"/>
                  </a:ext>
                </a:extLst>
              </a:tr>
            </a:tbl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9697BE4-189E-5027-FE99-B264C70D094B}"/>
              </a:ext>
            </a:extLst>
          </p:cNvPr>
          <p:cNvCxnSpPr/>
          <p:nvPr/>
        </p:nvCxnSpPr>
        <p:spPr>
          <a:xfrm>
            <a:off x="3607595" y="405372"/>
            <a:ext cx="0" cy="402336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E271E8B-7A0A-8C85-8A6B-A059ED07C0AF}"/>
              </a:ext>
            </a:extLst>
          </p:cNvPr>
          <p:cNvSpPr txBox="1"/>
          <p:nvPr/>
        </p:nvSpPr>
        <p:spPr>
          <a:xfrm>
            <a:off x="2271715" y="2016942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11× rows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1412B52-6C39-A753-0C5A-460F81C5D64B}"/>
              </a:ext>
            </a:extLst>
          </p:cNvPr>
          <p:cNvCxnSpPr>
            <a:cxnSpLocks/>
          </p:cNvCxnSpPr>
          <p:nvPr/>
        </p:nvCxnSpPr>
        <p:spPr>
          <a:xfrm flipH="1">
            <a:off x="4060826" y="200055"/>
            <a:ext cx="3600000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0109C0D-CAA6-896E-4230-B5F82D722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685604"/>
              </p:ext>
            </p:extLst>
          </p:nvPr>
        </p:nvGraphicFramePr>
        <p:xfrm>
          <a:off x="423184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939156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98744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92061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28346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7294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5624405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68736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15773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57237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5750903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97978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9706124-D912-4F0C-29D9-A7B4456E8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474107"/>
              </p:ext>
            </p:extLst>
          </p:nvPr>
        </p:nvGraphicFramePr>
        <p:xfrm>
          <a:off x="4296001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456230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3638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94224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932588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40333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510115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12559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70027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3265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5006848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031435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63E61D57-1522-55E8-E13C-695FC8A89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362164"/>
              </p:ext>
            </p:extLst>
          </p:nvPr>
        </p:nvGraphicFramePr>
        <p:xfrm>
          <a:off x="8168816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97461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79786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803104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172434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01547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042174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528882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9703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895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4408125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16461"/>
                  </a:ext>
                </a:extLst>
              </a:tr>
            </a:tbl>
          </a:graphicData>
        </a:graphic>
      </p:graphicFrame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C2AD2CB-2BEF-042B-ACC8-437E9D95923D}"/>
              </a:ext>
            </a:extLst>
          </p:cNvPr>
          <p:cNvCxnSpPr>
            <a:cxnSpLocks/>
          </p:cNvCxnSpPr>
          <p:nvPr/>
        </p:nvCxnSpPr>
        <p:spPr>
          <a:xfrm>
            <a:off x="623429" y="5758711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FAE00D4-4D38-5665-810E-288F6FB6F35E}"/>
              </a:ext>
            </a:extLst>
          </p:cNvPr>
          <p:cNvSpPr txBox="1"/>
          <p:nvPr/>
        </p:nvSpPr>
        <p:spPr>
          <a:xfrm>
            <a:off x="475794" y="5358601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954ACD2-956F-1211-25F3-7AB446B6B8E4}"/>
              </a:ext>
            </a:extLst>
          </p:cNvPr>
          <p:cNvCxnSpPr>
            <a:cxnSpLocks/>
          </p:cNvCxnSpPr>
          <p:nvPr/>
        </p:nvCxnSpPr>
        <p:spPr>
          <a:xfrm>
            <a:off x="3846513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542AD96-7ACB-C437-A61A-FD86FFD3A61E}"/>
              </a:ext>
            </a:extLst>
          </p:cNvPr>
          <p:cNvSpPr txBox="1"/>
          <p:nvPr/>
        </p:nvSpPr>
        <p:spPr>
          <a:xfrm>
            <a:off x="3698879" y="5371133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84704DD-4E94-01E6-B3A9-5C5CA35408FC}"/>
              </a:ext>
            </a:extLst>
          </p:cNvPr>
          <p:cNvCxnSpPr>
            <a:cxnSpLocks/>
          </p:cNvCxnSpPr>
          <p:nvPr/>
        </p:nvCxnSpPr>
        <p:spPr>
          <a:xfrm>
            <a:off x="4458604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6F2ED93B-71C1-7146-05BD-00D75573DEF3}"/>
              </a:ext>
            </a:extLst>
          </p:cNvPr>
          <p:cNvSpPr txBox="1"/>
          <p:nvPr/>
        </p:nvSpPr>
        <p:spPr>
          <a:xfrm>
            <a:off x="4208460" y="5375584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7ED8FFB-80ED-9825-980A-954214D65183}"/>
              </a:ext>
            </a:extLst>
          </p:cNvPr>
          <p:cNvCxnSpPr>
            <a:cxnSpLocks/>
          </p:cNvCxnSpPr>
          <p:nvPr/>
        </p:nvCxnSpPr>
        <p:spPr>
          <a:xfrm>
            <a:off x="7681688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BFF0DC85-A3B1-2DF0-1277-28475E665148}"/>
              </a:ext>
            </a:extLst>
          </p:cNvPr>
          <p:cNvSpPr txBox="1"/>
          <p:nvPr/>
        </p:nvSpPr>
        <p:spPr>
          <a:xfrm>
            <a:off x="7481438" y="5383666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E76AAD2-A5F7-E6AE-AB19-F5DB77F56475}"/>
              </a:ext>
            </a:extLst>
          </p:cNvPr>
          <p:cNvCxnSpPr>
            <a:cxnSpLocks/>
          </p:cNvCxnSpPr>
          <p:nvPr/>
        </p:nvCxnSpPr>
        <p:spPr>
          <a:xfrm>
            <a:off x="8372021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CB671D9-75EC-7DF2-F531-538698145C87}"/>
              </a:ext>
            </a:extLst>
          </p:cNvPr>
          <p:cNvSpPr txBox="1"/>
          <p:nvPr/>
        </p:nvSpPr>
        <p:spPr>
          <a:xfrm>
            <a:off x="8152158" y="5396197"/>
            <a:ext cx="503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32DDC59-8ACC-09A5-5D0B-9A85CF462341}"/>
              </a:ext>
            </a:extLst>
          </p:cNvPr>
          <p:cNvCxnSpPr>
            <a:cxnSpLocks/>
          </p:cNvCxnSpPr>
          <p:nvPr/>
        </p:nvCxnSpPr>
        <p:spPr>
          <a:xfrm>
            <a:off x="11595105" y="5796307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CC1CE12B-2D35-B23E-E0A3-509473A8D3BD}"/>
              </a:ext>
            </a:extLst>
          </p:cNvPr>
          <p:cNvSpPr txBox="1"/>
          <p:nvPr/>
        </p:nvSpPr>
        <p:spPr>
          <a:xfrm>
            <a:off x="11375241" y="5358601"/>
            <a:ext cx="439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EA7AEB9F-89A3-CA59-6286-8EE2E9ACF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500983"/>
              </p:ext>
            </p:extLst>
          </p:nvPr>
        </p:nvGraphicFramePr>
        <p:xfrm>
          <a:off x="8656074" y="455771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813282487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019120"/>
                  </a:ext>
                </a:extLst>
              </a:tr>
            </a:tbl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380F581B-FBE9-DBE8-D839-B6CED2403443}"/>
              </a:ext>
            </a:extLst>
          </p:cNvPr>
          <p:cNvSpPr txBox="1"/>
          <p:nvPr/>
        </p:nvSpPr>
        <p:spPr>
          <a:xfrm>
            <a:off x="9246396" y="438596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Maple Mono" panose="020F0509060000000000" pitchFamily="49" charset="0"/>
                <a:cs typeface="Times New Roman" panose="02020603050405020304" pitchFamily="18" charset="0"/>
              </a:rPr>
              <a:t>1 pixel: INT 8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BC0DE1-8EB9-53A9-4F23-50343E7AC259}"/>
              </a:ext>
            </a:extLst>
          </p:cNvPr>
          <p:cNvSpPr txBox="1"/>
          <p:nvPr/>
        </p:nvSpPr>
        <p:spPr>
          <a:xfrm>
            <a:off x="5323803" y="0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10× cols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61CB94F-3AE7-56CF-2B6C-26970CCB5E18}"/>
              </a:ext>
            </a:extLst>
          </p:cNvPr>
          <p:cNvSpPr txBox="1"/>
          <p:nvPr/>
        </p:nvSpPr>
        <p:spPr>
          <a:xfrm>
            <a:off x="708486" y="305722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 Buffer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EBCCF21B-A5C8-AA37-3A19-2B8F042A6843}"/>
              </a:ext>
            </a:extLst>
          </p:cNvPr>
          <p:cNvSpPr/>
          <p:nvPr/>
        </p:nvSpPr>
        <p:spPr>
          <a:xfrm>
            <a:off x="5521835" y="4713387"/>
            <a:ext cx="503918" cy="845269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F620F98-D8A8-63EE-23C4-579C97089E10}"/>
              </a:ext>
            </a:extLst>
          </p:cNvPr>
          <p:cNvSpPr txBox="1"/>
          <p:nvPr/>
        </p:nvSpPr>
        <p:spPr>
          <a:xfrm>
            <a:off x="5941736" y="4871282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flatten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677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2FA9-2CCE-F595-F3F5-AA228785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69995A2-53E7-7D55-B7F8-5CBBEDEF5186}"/>
              </a:ext>
            </a:extLst>
          </p:cNvPr>
          <p:cNvSpPr/>
          <p:nvPr/>
        </p:nvSpPr>
        <p:spPr>
          <a:xfrm>
            <a:off x="164306" y="5880154"/>
            <a:ext cx="11722894" cy="777791"/>
          </a:xfrm>
          <a:prstGeom prst="rect">
            <a:avLst/>
          </a:prstGeom>
          <a:solidFill>
            <a:srgbClr val="00B0F0">
              <a:alpha val="20000"/>
            </a:srgbClr>
          </a:solidFill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499E2EB-BF7B-8832-52E8-0C9BD6532D0E}"/>
              </a:ext>
            </a:extLst>
          </p:cNvPr>
          <p:cNvGraphicFramePr>
            <a:graphicFrameLocks noGrp="1"/>
          </p:cNvGraphicFramePr>
          <p:nvPr/>
        </p:nvGraphicFramePr>
        <p:xfrm>
          <a:off x="4060826" y="405372"/>
          <a:ext cx="36000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818420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41885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041054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62414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0275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4032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8076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320835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6942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7314831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17441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20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63349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6369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5528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775714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89124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462626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3421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3512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9998"/>
                  </a:ext>
                </a:extLst>
              </a:tr>
            </a:tbl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A7ECB94-8739-AC75-F0ED-2E465CCE9D62}"/>
              </a:ext>
            </a:extLst>
          </p:cNvPr>
          <p:cNvCxnSpPr/>
          <p:nvPr/>
        </p:nvCxnSpPr>
        <p:spPr>
          <a:xfrm>
            <a:off x="3607595" y="405372"/>
            <a:ext cx="0" cy="402336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56D5555-FE77-4433-9A8E-A049098CF8A6}"/>
              </a:ext>
            </a:extLst>
          </p:cNvPr>
          <p:cNvSpPr txBox="1"/>
          <p:nvPr/>
        </p:nvSpPr>
        <p:spPr>
          <a:xfrm>
            <a:off x="2271715" y="2016942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11× rows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A26C917-7220-8881-47BD-B51CB2C1A7FF}"/>
              </a:ext>
            </a:extLst>
          </p:cNvPr>
          <p:cNvCxnSpPr>
            <a:cxnSpLocks/>
          </p:cNvCxnSpPr>
          <p:nvPr/>
        </p:nvCxnSpPr>
        <p:spPr>
          <a:xfrm flipH="1">
            <a:off x="4060826" y="200055"/>
            <a:ext cx="3600000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8FE668D-F308-96C2-0365-3E31B03B2378}"/>
              </a:ext>
            </a:extLst>
          </p:cNvPr>
          <p:cNvGraphicFramePr>
            <a:graphicFrameLocks noGrp="1"/>
          </p:cNvGraphicFramePr>
          <p:nvPr/>
        </p:nvGraphicFramePr>
        <p:xfrm>
          <a:off x="423184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939156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98744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92061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28346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7294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5624405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68736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15773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57237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5750903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97978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2030456-3866-9EA7-9F93-3B62DA294E24}"/>
              </a:ext>
            </a:extLst>
          </p:cNvPr>
          <p:cNvGraphicFramePr>
            <a:graphicFrameLocks noGrp="1"/>
          </p:cNvGraphicFramePr>
          <p:nvPr/>
        </p:nvGraphicFramePr>
        <p:xfrm>
          <a:off x="4296001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456230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3638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94224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932588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40333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510115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12559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70027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3265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5006848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031435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D99CAD2-A934-D2A4-40FB-B6007C83B419}"/>
              </a:ext>
            </a:extLst>
          </p:cNvPr>
          <p:cNvGraphicFramePr>
            <a:graphicFrameLocks noGrp="1"/>
          </p:cNvGraphicFramePr>
          <p:nvPr/>
        </p:nvGraphicFramePr>
        <p:xfrm>
          <a:off x="8168816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97461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79786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803104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172434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01547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042174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528882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9703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895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4408125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16461"/>
                  </a:ext>
                </a:extLst>
              </a:tr>
            </a:tbl>
          </a:graphicData>
        </a:graphic>
      </p:graphicFrame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53B5F19-4478-3EFE-B4E4-807030AA16F9}"/>
              </a:ext>
            </a:extLst>
          </p:cNvPr>
          <p:cNvCxnSpPr>
            <a:cxnSpLocks/>
          </p:cNvCxnSpPr>
          <p:nvPr/>
        </p:nvCxnSpPr>
        <p:spPr>
          <a:xfrm>
            <a:off x="623429" y="5758711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80171DB-C5A5-247F-B40B-51432C977EB0}"/>
              </a:ext>
            </a:extLst>
          </p:cNvPr>
          <p:cNvSpPr txBox="1"/>
          <p:nvPr/>
        </p:nvSpPr>
        <p:spPr>
          <a:xfrm>
            <a:off x="475794" y="5358601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5D25149-A288-7652-E0DD-F389DFE695AB}"/>
              </a:ext>
            </a:extLst>
          </p:cNvPr>
          <p:cNvCxnSpPr>
            <a:cxnSpLocks/>
          </p:cNvCxnSpPr>
          <p:nvPr/>
        </p:nvCxnSpPr>
        <p:spPr>
          <a:xfrm>
            <a:off x="3846513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F645379-060A-A815-FBB8-4FD3C3BAAEE1}"/>
              </a:ext>
            </a:extLst>
          </p:cNvPr>
          <p:cNvSpPr txBox="1"/>
          <p:nvPr/>
        </p:nvSpPr>
        <p:spPr>
          <a:xfrm>
            <a:off x="3698879" y="5371133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8FDB289-13D5-9F94-FFB6-696BD833E835}"/>
              </a:ext>
            </a:extLst>
          </p:cNvPr>
          <p:cNvCxnSpPr>
            <a:cxnSpLocks/>
          </p:cNvCxnSpPr>
          <p:nvPr/>
        </p:nvCxnSpPr>
        <p:spPr>
          <a:xfrm>
            <a:off x="4458604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A1908F8-34EA-F10D-8B14-91BAC4127514}"/>
              </a:ext>
            </a:extLst>
          </p:cNvPr>
          <p:cNvSpPr txBox="1"/>
          <p:nvPr/>
        </p:nvSpPr>
        <p:spPr>
          <a:xfrm>
            <a:off x="4208460" y="5375584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DB96D0C-77DC-9F88-BF8F-CEBDB459ED3D}"/>
              </a:ext>
            </a:extLst>
          </p:cNvPr>
          <p:cNvCxnSpPr>
            <a:cxnSpLocks/>
          </p:cNvCxnSpPr>
          <p:nvPr/>
        </p:nvCxnSpPr>
        <p:spPr>
          <a:xfrm>
            <a:off x="7681688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C22409B4-4C10-4DFD-B752-1046B7292539}"/>
              </a:ext>
            </a:extLst>
          </p:cNvPr>
          <p:cNvSpPr txBox="1"/>
          <p:nvPr/>
        </p:nvSpPr>
        <p:spPr>
          <a:xfrm>
            <a:off x="7481438" y="5383666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D7277DC-2441-AA76-FC78-5C0C3AFC5651}"/>
              </a:ext>
            </a:extLst>
          </p:cNvPr>
          <p:cNvCxnSpPr>
            <a:cxnSpLocks/>
          </p:cNvCxnSpPr>
          <p:nvPr/>
        </p:nvCxnSpPr>
        <p:spPr>
          <a:xfrm>
            <a:off x="8372021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AECA8959-A1F9-D60C-0F97-2480108D02B2}"/>
              </a:ext>
            </a:extLst>
          </p:cNvPr>
          <p:cNvSpPr txBox="1"/>
          <p:nvPr/>
        </p:nvSpPr>
        <p:spPr>
          <a:xfrm>
            <a:off x="8152158" y="5396197"/>
            <a:ext cx="503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D2CA198-070A-AB0B-67A8-DE9B0BF98C75}"/>
              </a:ext>
            </a:extLst>
          </p:cNvPr>
          <p:cNvCxnSpPr>
            <a:cxnSpLocks/>
          </p:cNvCxnSpPr>
          <p:nvPr/>
        </p:nvCxnSpPr>
        <p:spPr>
          <a:xfrm>
            <a:off x="11595105" y="5796307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A9A2419-7DFA-2C2C-F515-23C308074B13}"/>
              </a:ext>
            </a:extLst>
          </p:cNvPr>
          <p:cNvSpPr txBox="1"/>
          <p:nvPr/>
        </p:nvSpPr>
        <p:spPr>
          <a:xfrm>
            <a:off x="11375241" y="5358601"/>
            <a:ext cx="439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71195670-C552-DE6F-3A81-44B9F872893F}"/>
              </a:ext>
            </a:extLst>
          </p:cNvPr>
          <p:cNvGraphicFramePr>
            <a:graphicFrameLocks noGrp="1"/>
          </p:cNvGraphicFramePr>
          <p:nvPr/>
        </p:nvGraphicFramePr>
        <p:xfrm>
          <a:off x="8656074" y="455771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813282487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019120"/>
                  </a:ext>
                </a:extLst>
              </a:tr>
            </a:tbl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523CB5BA-4143-ECF4-3C1C-C234FA70775E}"/>
              </a:ext>
            </a:extLst>
          </p:cNvPr>
          <p:cNvSpPr txBox="1"/>
          <p:nvPr/>
        </p:nvSpPr>
        <p:spPr>
          <a:xfrm>
            <a:off x="9246396" y="438596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Maple Mono" panose="020F0509060000000000" pitchFamily="49" charset="0"/>
                <a:cs typeface="Times New Roman" panose="02020603050405020304" pitchFamily="18" charset="0"/>
              </a:rPr>
              <a:t>1 pixel: INT 8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5BC33C-B5E2-12EA-08CF-0D47E6C1EF98}"/>
              </a:ext>
            </a:extLst>
          </p:cNvPr>
          <p:cNvSpPr txBox="1"/>
          <p:nvPr/>
        </p:nvSpPr>
        <p:spPr>
          <a:xfrm>
            <a:off x="5323803" y="0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10× cols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6E581D5-A4E1-B825-5370-DFA83F334758}"/>
              </a:ext>
            </a:extLst>
          </p:cNvPr>
          <p:cNvSpPr txBox="1"/>
          <p:nvPr/>
        </p:nvSpPr>
        <p:spPr>
          <a:xfrm>
            <a:off x="708486" y="305722"/>
            <a:ext cx="17264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 Buffer</a:t>
            </a: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滑窗卷积</a:t>
            </a:r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98A333A8-2884-6DBE-A901-80E54900D28E}"/>
              </a:ext>
            </a:extLst>
          </p:cNvPr>
          <p:cNvSpPr/>
          <p:nvPr/>
        </p:nvSpPr>
        <p:spPr>
          <a:xfrm>
            <a:off x="5521835" y="4713387"/>
            <a:ext cx="503918" cy="845269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70BB49E-D7C9-32A9-AE25-71E540FADD56}"/>
              </a:ext>
            </a:extLst>
          </p:cNvPr>
          <p:cNvSpPr txBox="1"/>
          <p:nvPr/>
        </p:nvSpPr>
        <p:spPr>
          <a:xfrm>
            <a:off x="5941736" y="4871282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flatten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C483A88-7872-74BE-BD89-16DE86C3ACC2}"/>
              </a:ext>
            </a:extLst>
          </p:cNvPr>
          <p:cNvSpPr/>
          <p:nvPr/>
        </p:nvSpPr>
        <p:spPr>
          <a:xfrm>
            <a:off x="3970616" y="348225"/>
            <a:ext cx="2706372" cy="4125791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0073829-68CA-9AA8-6F00-439837276998}"/>
              </a:ext>
            </a:extLst>
          </p:cNvPr>
          <p:cNvSpPr/>
          <p:nvPr/>
        </p:nvSpPr>
        <p:spPr>
          <a:xfrm>
            <a:off x="304800" y="6039194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2BD5A8C-EDFE-43B2-1719-AF7C9440C700}"/>
              </a:ext>
            </a:extLst>
          </p:cNvPr>
          <p:cNvSpPr/>
          <p:nvPr/>
        </p:nvSpPr>
        <p:spPr>
          <a:xfrm>
            <a:off x="4255844" y="6039194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3C67889-4983-302D-E2ED-B24AD7562B48}"/>
              </a:ext>
            </a:extLst>
          </p:cNvPr>
          <p:cNvSpPr/>
          <p:nvPr/>
        </p:nvSpPr>
        <p:spPr>
          <a:xfrm>
            <a:off x="8114721" y="6039194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25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CAF70-0521-7B7E-E4B6-0F2452DD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3984276A-AE4B-6C53-C242-5F605271EAA5}"/>
              </a:ext>
            </a:extLst>
          </p:cNvPr>
          <p:cNvSpPr/>
          <p:nvPr/>
        </p:nvSpPr>
        <p:spPr>
          <a:xfrm>
            <a:off x="164306" y="5880154"/>
            <a:ext cx="11722894" cy="777791"/>
          </a:xfrm>
          <a:prstGeom prst="rect">
            <a:avLst/>
          </a:prstGeom>
          <a:solidFill>
            <a:srgbClr val="00B0F0">
              <a:alpha val="20000"/>
            </a:srgbClr>
          </a:solidFill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C34F13F-1509-66A2-5825-21EBC3008EB8}"/>
              </a:ext>
            </a:extLst>
          </p:cNvPr>
          <p:cNvGraphicFramePr>
            <a:graphicFrameLocks noGrp="1"/>
          </p:cNvGraphicFramePr>
          <p:nvPr/>
        </p:nvGraphicFramePr>
        <p:xfrm>
          <a:off x="4060826" y="405372"/>
          <a:ext cx="36000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818420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41885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041054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62414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10275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4032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8076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320835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6942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7314831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17441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20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63349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6369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55285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775714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89124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462626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3421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3512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39998"/>
                  </a:ext>
                </a:extLst>
              </a:tr>
            </a:tbl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88FFF59-C12C-B4B5-0FAC-0D7CA8E171BC}"/>
              </a:ext>
            </a:extLst>
          </p:cNvPr>
          <p:cNvCxnSpPr/>
          <p:nvPr/>
        </p:nvCxnSpPr>
        <p:spPr>
          <a:xfrm>
            <a:off x="3607595" y="405372"/>
            <a:ext cx="0" cy="402336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DCB9940-DF71-BD28-F743-87AEFA2CEE60}"/>
              </a:ext>
            </a:extLst>
          </p:cNvPr>
          <p:cNvSpPr txBox="1"/>
          <p:nvPr/>
        </p:nvSpPr>
        <p:spPr>
          <a:xfrm>
            <a:off x="2271715" y="2016942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11× rows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0F4B94E-B063-CA03-AEB9-39C6AF1252E9}"/>
              </a:ext>
            </a:extLst>
          </p:cNvPr>
          <p:cNvCxnSpPr>
            <a:cxnSpLocks/>
          </p:cNvCxnSpPr>
          <p:nvPr/>
        </p:nvCxnSpPr>
        <p:spPr>
          <a:xfrm flipH="1">
            <a:off x="4060826" y="200055"/>
            <a:ext cx="3600000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350EE982-E792-2CF1-D641-47E00C2FFA4D}"/>
              </a:ext>
            </a:extLst>
          </p:cNvPr>
          <p:cNvGraphicFramePr>
            <a:graphicFrameLocks noGrp="1"/>
          </p:cNvGraphicFramePr>
          <p:nvPr/>
        </p:nvGraphicFramePr>
        <p:xfrm>
          <a:off x="423184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939156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98744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92061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28346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7294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5624405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68736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157737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57237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5750903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97978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E6347A6-ED46-3097-945A-947FEF18D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463882"/>
              </p:ext>
            </p:extLst>
          </p:nvPr>
        </p:nvGraphicFramePr>
        <p:xfrm>
          <a:off x="4296001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456230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3638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94224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932588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40333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510115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12559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6700279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33265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5006848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031435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9A82C49A-7D07-DAC2-76A8-575E135906B0}"/>
              </a:ext>
            </a:extLst>
          </p:cNvPr>
          <p:cNvGraphicFramePr>
            <a:graphicFrameLocks noGrp="1"/>
          </p:cNvGraphicFramePr>
          <p:nvPr/>
        </p:nvGraphicFramePr>
        <p:xfrm>
          <a:off x="8168816" y="6104701"/>
          <a:ext cx="36000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97461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479786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8031048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172434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015477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042174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528882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099703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89568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4408125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116461"/>
                  </a:ext>
                </a:extLst>
              </a:tr>
            </a:tbl>
          </a:graphicData>
        </a:graphic>
      </p:graphicFrame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161DEA8-00ED-88FC-269D-D53A076E0C11}"/>
              </a:ext>
            </a:extLst>
          </p:cNvPr>
          <p:cNvCxnSpPr>
            <a:cxnSpLocks/>
          </p:cNvCxnSpPr>
          <p:nvPr/>
        </p:nvCxnSpPr>
        <p:spPr>
          <a:xfrm>
            <a:off x="623429" y="5758711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FA3B524-B4F6-692C-03B9-8DA5B73E2ACE}"/>
              </a:ext>
            </a:extLst>
          </p:cNvPr>
          <p:cNvSpPr txBox="1"/>
          <p:nvPr/>
        </p:nvSpPr>
        <p:spPr>
          <a:xfrm>
            <a:off x="475794" y="5358601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A8E9B99-4AAE-860C-C647-207318AEE105}"/>
              </a:ext>
            </a:extLst>
          </p:cNvPr>
          <p:cNvCxnSpPr>
            <a:cxnSpLocks/>
          </p:cNvCxnSpPr>
          <p:nvPr/>
        </p:nvCxnSpPr>
        <p:spPr>
          <a:xfrm>
            <a:off x="3846513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1C64EDE-F3E7-EA8D-3B5F-29B4F5C892BD}"/>
              </a:ext>
            </a:extLst>
          </p:cNvPr>
          <p:cNvSpPr txBox="1"/>
          <p:nvPr/>
        </p:nvSpPr>
        <p:spPr>
          <a:xfrm>
            <a:off x="3698879" y="5371133"/>
            <a:ext cx="361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9BAEAD7-DB32-312D-B5B0-13258C0F2352}"/>
              </a:ext>
            </a:extLst>
          </p:cNvPr>
          <p:cNvCxnSpPr>
            <a:cxnSpLocks/>
          </p:cNvCxnSpPr>
          <p:nvPr/>
        </p:nvCxnSpPr>
        <p:spPr>
          <a:xfrm>
            <a:off x="4458604" y="5771244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7F3A76B-0198-C7EB-FBC5-80AC6F62306F}"/>
              </a:ext>
            </a:extLst>
          </p:cNvPr>
          <p:cNvSpPr txBox="1"/>
          <p:nvPr/>
        </p:nvSpPr>
        <p:spPr>
          <a:xfrm>
            <a:off x="4208460" y="5375584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1CCB0C1-ABB1-A01C-9BF0-E55B68702410}"/>
              </a:ext>
            </a:extLst>
          </p:cNvPr>
          <p:cNvCxnSpPr>
            <a:cxnSpLocks/>
          </p:cNvCxnSpPr>
          <p:nvPr/>
        </p:nvCxnSpPr>
        <p:spPr>
          <a:xfrm>
            <a:off x="7681688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ABB40678-9B06-FB26-0578-07295E5151F7}"/>
              </a:ext>
            </a:extLst>
          </p:cNvPr>
          <p:cNvSpPr txBox="1"/>
          <p:nvPr/>
        </p:nvSpPr>
        <p:spPr>
          <a:xfrm>
            <a:off x="7481438" y="5383666"/>
            <a:ext cx="503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8BE7ED8-3BAE-77A3-824D-2C704C89B03E}"/>
              </a:ext>
            </a:extLst>
          </p:cNvPr>
          <p:cNvCxnSpPr>
            <a:cxnSpLocks/>
          </p:cNvCxnSpPr>
          <p:nvPr/>
        </p:nvCxnSpPr>
        <p:spPr>
          <a:xfrm>
            <a:off x="8372021" y="5783776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74B84D1C-B2FA-CA96-23C6-25370AD71A90}"/>
              </a:ext>
            </a:extLst>
          </p:cNvPr>
          <p:cNvSpPr txBox="1"/>
          <p:nvPr/>
        </p:nvSpPr>
        <p:spPr>
          <a:xfrm>
            <a:off x="8152158" y="5396197"/>
            <a:ext cx="503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BC76279-F3CC-2A7A-EE0F-513E28B60D9A}"/>
              </a:ext>
            </a:extLst>
          </p:cNvPr>
          <p:cNvCxnSpPr>
            <a:cxnSpLocks/>
          </p:cNvCxnSpPr>
          <p:nvPr/>
        </p:nvCxnSpPr>
        <p:spPr>
          <a:xfrm>
            <a:off x="11595105" y="5796307"/>
            <a:ext cx="0" cy="242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31782BA-0071-125C-39E9-18F462264A78}"/>
              </a:ext>
            </a:extLst>
          </p:cNvPr>
          <p:cNvSpPr txBox="1"/>
          <p:nvPr/>
        </p:nvSpPr>
        <p:spPr>
          <a:xfrm>
            <a:off x="11375241" y="5358601"/>
            <a:ext cx="439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83B3A415-198B-CF71-84E6-93516C4046FC}"/>
              </a:ext>
            </a:extLst>
          </p:cNvPr>
          <p:cNvGraphicFramePr>
            <a:graphicFrameLocks noGrp="1"/>
          </p:cNvGraphicFramePr>
          <p:nvPr/>
        </p:nvGraphicFramePr>
        <p:xfrm>
          <a:off x="8656074" y="455771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813282487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019120"/>
                  </a:ext>
                </a:extLst>
              </a:tr>
            </a:tbl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1F7B46AA-E966-D729-8836-D9A8C6F6AF02}"/>
              </a:ext>
            </a:extLst>
          </p:cNvPr>
          <p:cNvSpPr txBox="1"/>
          <p:nvPr/>
        </p:nvSpPr>
        <p:spPr>
          <a:xfrm>
            <a:off x="9246396" y="438596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Maple Mono" panose="020F0509060000000000" pitchFamily="49" charset="0"/>
                <a:cs typeface="Times New Roman" panose="02020603050405020304" pitchFamily="18" charset="0"/>
              </a:rPr>
              <a:t>1 pixel: INT 8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D4A293-7017-BB5C-7DF8-B288FE78144B}"/>
              </a:ext>
            </a:extLst>
          </p:cNvPr>
          <p:cNvSpPr txBox="1"/>
          <p:nvPr/>
        </p:nvSpPr>
        <p:spPr>
          <a:xfrm>
            <a:off x="5323803" y="0"/>
            <a:ext cx="123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10× cols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95A2AD9-15E0-0EC0-5E15-E1F618207CB7}"/>
              </a:ext>
            </a:extLst>
          </p:cNvPr>
          <p:cNvSpPr txBox="1"/>
          <p:nvPr/>
        </p:nvSpPr>
        <p:spPr>
          <a:xfrm>
            <a:off x="708486" y="305722"/>
            <a:ext cx="17264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 Buffer</a:t>
            </a: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滑窗卷积</a:t>
            </a:r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1429960A-AEDE-4CD7-BD11-DB83D693665B}"/>
              </a:ext>
            </a:extLst>
          </p:cNvPr>
          <p:cNvSpPr/>
          <p:nvPr/>
        </p:nvSpPr>
        <p:spPr>
          <a:xfrm>
            <a:off x="5521835" y="4713387"/>
            <a:ext cx="503918" cy="845269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4AE4135-1595-C63A-3A54-98A14D90E552}"/>
              </a:ext>
            </a:extLst>
          </p:cNvPr>
          <p:cNvSpPr txBox="1"/>
          <p:nvPr/>
        </p:nvSpPr>
        <p:spPr>
          <a:xfrm>
            <a:off x="5941736" y="4871282"/>
            <a:ext cx="1726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flatten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3B77491-DF80-78C8-7CB4-C07A647DC81B}"/>
              </a:ext>
            </a:extLst>
          </p:cNvPr>
          <p:cNvSpPr/>
          <p:nvPr/>
        </p:nvSpPr>
        <p:spPr>
          <a:xfrm>
            <a:off x="4315014" y="328126"/>
            <a:ext cx="2706372" cy="4125791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A8BD430-F097-1E36-C29D-F24911499D9A}"/>
              </a:ext>
            </a:extLst>
          </p:cNvPr>
          <p:cNvSpPr/>
          <p:nvPr/>
        </p:nvSpPr>
        <p:spPr>
          <a:xfrm>
            <a:off x="708486" y="6039193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5FDB856-2189-70F8-810D-8BF86C7479D9}"/>
              </a:ext>
            </a:extLst>
          </p:cNvPr>
          <p:cNvSpPr/>
          <p:nvPr/>
        </p:nvSpPr>
        <p:spPr>
          <a:xfrm>
            <a:off x="4567364" y="6039194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A9B304B-6188-EB4A-C21C-C31C0691A4DE}"/>
              </a:ext>
            </a:extLst>
          </p:cNvPr>
          <p:cNvSpPr/>
          <p:nvPr/>
        </p:nvSpPr>
        <p:spPr>
          <a:xfrm>
            <a:off x="8440181" y="6039194"/>
            <a:ext cx="2706372" cy="490681"/>
          </a:xfrm>
          <a:prstGeom prst="roundRect">
            <a:avLst/>
          </a:prstGeom>
          <a:noFill/>
          <a:ln w="254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11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00B49-BEF4-F4EA-EF7F-F63011B3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127">
            <a:extLst>
              <a:ext uri="{FF2B5EF4-FFF2-40B4-BE49-F238E27FC236}">
                <a16:creationId xmlns:a16="http://schemas.microsoft.com/office/drawing/2014/main" id="{F2E197A3-C348-9E98-FCB2-683E8DA4D299}"/>
              </a:ext>
            </a:extLst>
          </p:cNvPr>
          <p:cNvSpPr/>
          <p:nvPr/>
        </p:nvSpPr>
        <p:spPr>
          <a:xfrm>
            <a:off x="3525368" y="4432168"/>
            <a:ext cx="4946912" cy="830996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4017B7-CE32-A4D9-AE4C-C04E08CA247D}"/>
              </a:ext>
            </a:extLst>
          </p:cNvPr>
          <p:cNvSpPr txBox="1"/>
          <p:nvPr/>
        </p:nvSpPr>
        <p:spPr>
          <a:xfrm>
            <a:off x="540047" y="362078"/>
            <a:ext cx="258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75AD5F-EF72-5340-C7B8-9E9E76F3E82F}"/>
              </a:ext>
            </a:extLst>
          </p:cNvPr>
          <p:cNvSpPr txBox="1"/>
          <p:nvPr/>
        </p:nvSpPr>
        <p:spPr>
          <a:xfrm>
            <a:off x="644326" y="4856575"/>
            <a:ext cx="179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写入行缓存：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93B59D3-1784-D6A3-124C-0F7DB2BA81B6}"/>
              </a:ext>
            </a:extLst>
          </p:cNvPr>
          <p:cNvCxnSpPr>
            <a:cxnSpLocks/>
          </p:cNvCxnSpPr>
          <p:nvPr/>
        </p:nvCxnSpPr>
        <p:spPr>
          <a:xfrm>
            <a:off x="2696884" y="525130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0F7BDC9-DFBD-4651-2FDF-72285C1DBCEF}"/>
              </a:ext>
            </a:extLst>
          </p:cNvPr>
          <p:cNvCxnSpPr>
            <a:cxnSpLocks/>
          </p:cNvCxnSpPr>
          <p:nvPr/>
        </p:nvCxnSpPr>
        <p:spPr>
          <a:xfrm>
            <a:off x="3525368" y="466369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C7C7A49-BF6C-8F2C-D465-1ED9C1A5C21D}"/>
              </a:ext>
            </a:extLst>
          </p:cNvPr>
          <p:cNvCxnSpPr>
            <a:cxnSpLocks/>
          </p:cNvCxnSpPr>
          <p:nvPr/>
        </p:nvCxnSpPr>
        <p:spPr>
          <a:xfrm>
            <a:off x="3525369" y="468036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980E40B-93B8-1812-2A52-5DFD1D3A3F36}"/>
              </a:ext>
            </a:extLst>
          </p:cNvPr>
          <p:cNvCxnSpPr>
            <a:cxnSpLocks/>
          </p:cNvCxnSpPr>
          <p:nvPr/>
        </p:nvCxnSpPr>
        <p:spPr>
          <a:xfrm>
            <a:off x="4353853" y="466369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36251BF-12E9-0F22-9F74-1773100DD2D0}"/>
              </a:ext>
            </a:extLst>
          </p:cNvPr>
          <p:cNvCxnSpPr>
            <a:cxnSpLocks/>
          </p:cNvCxnSpPr>
          <p:nvPr/>
        </p:nvCxnSpPr>
        <p:spPr>
          <a:xfrm>
            <a:off x="4349472" y="525424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E9E8890-48B8-6268-54CD-B0E416B896D1}"/>
              </a:ext>
            </a:extLst>
          </p:cNvPr>
          <p:cNvCxnSpPr>
            <a:cxnSpLocks/>
          </p:cNvCxnSpPr>
          <p:nvPr/>
        </p:nvCxnSpPr>
        <p:spPr>
          <a:xfrm>
            <a:off x="5177956" y="466663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5B88A9F-AE83-7957-F736-F58CB4B60AE5}"/>
              </a:ext>
            </a:extLst>
          </p:cNvPr>
          <p:cNvCxnSpPr>
            <a:cxnSpLocks/>
          </p:cNvCxnSpPr>
          <p:nvPr/>
        </p:nvCxnSpPr>
        <p:spPr>
          <a:xfrm>
            <a:off x="5177957" y="468330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71402D1-DC5F-CD5A-3361-131FE8B718B6}"/>
              </a:ext>
            </a:extLst>
          </p:cNvPr>
          <p:cNvCxnSpPr>
            <a:cxnSpLocks/>
          </p:cNvCxnSpPr>
          <p:nvPr/>
        </p:nvCxnSpPr>
        <p:spPr>
          <a:xfrm>
            <a:off x="6006441" y="466663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B4D9310-3370-395B-98F7-7DBEA9F00F8C}"/>
              </a:ext>
            </a:extLst>
          </p:cNvPr>
          <p:cNvCxnSpPr>
            <a:cxnSpLocks/>
          </p:cNvCxnSpPr>
          <p:nvPr/>
        </p:nvCxnSpPr>
        <p:spPr>
          <a:xfrm>
            <a:off x="6006821" y="525424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50E67E8-A84D-BE65-C66F-52598AE24B65}"/>
              </a:ext>
            </a:extLst>
          </p:cNvPr>
          <p:cNvCxnSpPr>
            <a:cxnSpLocks/>
          </p:cNvCxnSpPr>
          <p:nvPr/>
        </p:nvCxnSpPr>
        <p:spPr>
          <a:xfrm>
            <a:off x="6835305" y="466663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1F1B322-55C1-C473-343A-42CEBB132052}"/>
              </a:ext>
            </a:extLst>
          </p:cNvPr>
          <p:cNvCxnSpPr>
            <a:cxnSpLocks/>
          </p:cNvCxnSpPr>
          <p:nvPr/>
        </p:nvCxnSpPr>
        <p:spPr>
          <a:xfrm>
            <a:off x="6835306" y="468330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9F55A68-3376-4F99-51FB-6DFF3C20EB7C}"/>
              </a:ext>
            </a:extLst>
          </p:cNvPr>
          <p:cNvCxnSpPr>
            <a:cxnSpLocks/>
          </p:cNvCxnSpPr>
          <p:nvPr/>
        </p:nvCxnSpPr>
        <p:spPr>
          <a:xfrm>
            <a:off x="7663790" y="466663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ABDA08FF-576F-12D3-BAD2-5A63AFFF097A}"/>
              </a:ext>
            </a:extLst>
          </p:cNvPr>
          <p:cNvCxnSpPr>
            <a:cxnSpLocks/>
          </p:cNvCxnSpPr>
          <p:nvPr/>
        </p:nvCxnSpPr>
        <p:spPr>
          <a:xfrm>
            <a:off x="7659409" y="525718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EE7FB187-0193-ECB1-F582-52B7D8C459D0}"/>
              </a:ext>
            </a:extLst>
          </p:cNvPr>
          <p:cNvCxnSpPr>
            <a:cxnSpLocks/>
          </p:cNvCxnSpPr>
          <p:nvPr/>
        </p:nvCxnSpPr>
        <p:spPr>
          <a:xfrm>
            <a:off x="8487893" y="466957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EABFD9E0-246C-FC54-0E57-F0C39A75BF9F}"/>
              </a:ext>
            </a:extLst>
          </p:cNvPr>
          <p:cNvCxnSpPr>
            <a:cxnSpLocks/>
          </p:cNvCxnSpPr>
          <p:nvPr/>
        </p:nvCxnSpPr>
        <p:spPr>
          <a:xfrm>
            <a:off x="8487894" y="468624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1348E67-FFFC-5DBA-466B-1939F6E7F9CF}"/>
              </a:ext>
            </a:extLst>
          </p:cNvPr>
          <p:cNvCxnSpPr>
            <a:cxnSpLocks/>
          </p:cNvCxnSpPr>
          <p:nvPr/>
        </p:nvCxnSpPr>
        <p:spPr>
          <a:xfrm>
            <a:off x="9316378" y="466957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6A5D38BB-E42A-43CF-0528-6D658CCF48A2}"/>
              </a:ext>
            </a:extLst>
          </p:cNvPr>
          <p:cNvCxnSpPr>
            <a:cxnSpLocks/>
          </p:cNvCxnSpPr>
          <p:nvPr/>
        </p:nvCxnSpPr>
        <p:spPr>
          <a:xfrm>
            <a:off x="3525368" y="468036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A6DF2D19-005E-29A9-7B41-133957825D92}"/>
              </a:ext>
            </a:extLst>
          </p:cNvPr>
          <p:cNvSpPr txBox="1"/>
          <p:nvPr/>
        </p:nvSpPr>
        <p:spPr>
          <a:xfrm>
            <a:off x="2485447" y="5701359"/>
            <a:ext cx="1911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发送数据请求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sent = 1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C7F0CD1-C9EC-3363-6467-816008F34D07}"/>
              </a:ext>
            </a:extLst>
          </p:cNvPr>
          <p:cNvCxnSpPr>
            <a:cxnSpLocks/>
          </p:cNvCxnSpPr>
          <p:nvPr/>
        </p:nvCxnSpPr>
        <p:spPr>
          <a:xfrm>
            <a:off x="4363703" y="4286895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E9BA36EA-AD5A-C808-7EFE-AF706F338978}"/>
              </a:ext>
            </a:extLst>
          </p:cNvPr>
          <p:cNvSpPr txBox="1"/>
          <p:nvPr/>
        </p:nvSpPr>
        <p:spPr>
          <a:xfrm>
            <a:off x="3545210" y="3609282"/>
            <a:ext cx="1636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接收地址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016E073E-E5C5-3F4B-7B5F-AD8EA2AA7B7D}"/>
              </a:ext>
            </a:extLst>
          </p:cNvPr>
          <p:cNvCxnSpPr>
            <a:cxnSpLocks/>
          </p:cNvCxnSpPr>
          <p:nvPr/>
        </p:nvCxnSpPr>
        <p:spPr>
          <a:xfrm>
            <a:off x="6006441" y="4253911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CBCBE3C6-9FE7-6CBC-09C3-1B78D21C4612}"/>
              </a:ext>
            </a:extLst>
          </p:cNvPr>
          <p:cNvSpPr txBox="1"/>
          <p:nvPr/>
        </p:nvSpPr>
        <p:spPr>
          <a:xfrm>
            <a:off x="5525629" y="3391975"/>
            <a:ext cx="1269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发送数据和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5217ED5-FFD1-8F27-0CD0-53E2368978FE}"/>
              </a:ext>
            </a:extLst>
          </p:cNvPr>
          <p:cNvCxnSpPr>
            <a:cxnSpLocks/>
          </p:cNvCxnSpPr>
          <p:nvPr/>
        </p:nvCxnSpPr>
        <p:spPr>
          <a:xfrm>
            <a:off x="6835305" y="470655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2BE9E190-2D1E-0267-5779-4757301BC55B}"/>
              </a:ext>
            </a:extLst>
          </p:cNvPr>
          <p:cNvSpPr txBox="1"/>
          <p:nvPr/>
        </p:nvSpPr>
        <p:spPr>
          <a:xfrm>
            <a:off x="6018517" y="5712830"/>
            <a:ext cx="1782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接收数据，写入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LB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sent = 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B951CC0-3AF7-2E0A-3B45-91DE7E70933E}"/>
              </a:ext>
            </a:extLst>
          </p:cNvPr>
          <p:cNvSpPr txBox="1"/>
          <p:nvPr/>
        </p:nvSpPr>
        <p:spPr>
          <a:xfrm>
            <a:off x="7127438" y="3709268"/>
            <a:ext cx="1689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回收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3C51BD3C-B123-F749-FFA0-CA88A69173C4}"/>
              </a:ext>
            </a:extLst>
          </p:cNvPr>
          <p:cNvCxnSpPr>
            <a:cxnSpLocks/>
          </p:cNvCxnSpPr>
          <p:nvPr/>
        </p:nvCxnSpPr>
        <p:spPr>
          <a:xfrm>
            <a:off x="7659408" y="4251177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5CDFC7DD-BACA-658B-DEDE-82B02D9B7D22}"/>
              </a:ext>
            </a:extLst>
          </p:cNvPr>
          <p:cNvCxnSpPr>
            <a:cxnSpLocks/>
          </p:cNvCxnSpPr>
          <p:nvPr/>
        </p:nvCxnSpPr>
        <p:spPr>
          <a:xfrm>
            <a:off x="8487893" y="470655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F6A8FCCB-E636-A1A8-96A1-19F50730678B}"/>
              </a:ext>
            </a:extLst>
          </p:cNvPr>
          <p:cNvSpPr txBox="1"/>
          <p:nvPr/>
        </p:nvSpPr>
        <p:spPr>
          <a:xfrm>
            <a:off x="7706484" y="5675516"/>
            <a:ext cx="1911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发送数据请求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sent = 1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B9DB040-DC5D-4EA9-F935-2B6B419F2F49}"/>
              </a:ext>
            </a:extLst>
          </p:cNvPr>
          <p:cNvSpPr txBox="1"/>
          <p:nvPr/>
        </p:nvSpPr>
        <p:spPr>
          <a:xfrm>
            <a:off x="2096888" y="6392339"/>
            <a:ext cx="8215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疑惑：数据读取有点慢，平均每三个时钟周期才能读取一行数据，能否加速？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8D0199BF-0385-F215-CDF5-71625BFFD2AF}"/>
              </a:ext>
            </a:extLst>
          </p:cNvPr>
          <p:cNvSpPr/>
          <p:nvPr/>
        </p:nvSpPr>
        <p:spPr>
          <a:xfrm>
            <a:off x="2168824" y="6392339"/>
            <a:ext cx="7734795" cy="369327"/>
          </a:xfrm>
          <a:prstGeom prst="roundRect">
            <a:avLst/>
          </a:prstGeom>
          <a:solidFill>
            <a:srgbClr val="00B0F0">
              <a:alpha val="15000"/>
            </a:srgbClr>
          </a:solidFill>
          <a:ln w="254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5A99B2B-9A32-D336-BC7D-A8935FD431B2}"/>
              </a:ext>
            </a:extLst>
          </p:cNvPr>
          <p:cNvSpPr txBox="1"/>
          <p:nvPr/>
        </p:nvSpPr>
        <p:spPr>
          <a:xfrm>
            <a:off x="740072" y="1799711"/>
            <a:ext cx="179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写入模型参数：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FA2DC77D-26DF-ADB6-3BE5-B64146D73AED}"/>
              </a:ext>
            </a:extLst>
          </p:cNvPr>
          <p:cNvCxnSpPr>
            <a:cxnSpLocks/>
          </p:cNvCxnSpPr>
          <p:nvPr/>
        </p:nvCxnSpPr>
        <p:spPr>
          <a:xfrm>
            <a:off x="2696885" y="231541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09BA264E-774A-23E0-3D5E-EAFB37B7424A}"/>
              </a:ext>
            </a:extLst>
          </p:cNvPr>
          <p:cNvCxnSpPr>
            <a:cxnSpLocks/>
          </p:cNvCxnSpPr>
          <p:nvPr/>
        </p:nvCxnSpPr>
        <p:spPr>
          <a:xfrm>
            <a:off x="3525369" y="1727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816E11C-B18A-17BD-1E1A-59D81FC450C7}"/>
              </a:ext>
            </a:extLst>
          </p:cNvPr>
          <p:cNvCxnSpPr>
            <a:cxnSpLocks/>
          </p:cNvCxnSpPr>
          <p:nvPr/>
        </p:nvCxnSpPr>
        <p:spPr>
          <a:xfrm>
            <a:off x="3525370" y="1744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1C06E541-F77F-C78A-4A11-848877AE18EF}"/>
              </a:ext>
            </a:extLst>
          </p:cNvPr>
          <p:cNvCxnSpPr>
            <a:cxnSpLocks/>
          </p:cNvCxnSpPr>
          <p:nvPr/>
        </p:nvCxnSpPr>
        <p:spPr>
          <a:xfrm>
            <a:off x="4353854" y="172780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57CD4A80-705E-658E-5F90-FAED26C17FD5}"/>
              </a:ext>
            </a:extLst>
          </p:cNvPr>
          <p:cNvCxnSpPr>
            <a:cxnSpLocks/>
          </p:cNvCxnSpPr>
          <p:nvPr/>
        </p:nvCxnSpPr>
        <p:spPr>
          <a:xfrm>
            <a:off x="4349473" y="231835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3BA60728-C68E-4F86-75CA-0A2557594024}"/>
              </a:ext>
            </a:extLst>
          </p:cNvPr>
          <p:cNvCxnSpPr>
            <a:cxnSpLocks/>
          </p:cNvCxnSpPr>
          <p:nvPr/>
        </p:nvCxnSpPr>
        <p:spPr>
          <a:xfrm>
            <a:off x="5177957" y="1730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1C37110C-6FE8-31F8-B38B-80072B2AE2CE}"/>
              </a:ext>
            </a:extLst>
          </p:cNvPr>
          <p:cNvCxnSpPr>
            <a:cxnSpLocks/>
          </p:cNvCxnSpPr>
          <p:nvPr/>
        </p:nvCxnSpPr>
        <p:spPr>
          <a:xfrm>
            <a:off x="5177958" y="1747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E46C82B3-A9F3-6957-406B-484567468ED3}"/>
              </a:ext>
            </a:extLst>
          </p:cNvPr>
          <p:cNvCxnSpPr>
            <a:cxnSpLocks/>
          </p:cNvCxnSpPr>
          <p:nvPr/>
        </p:nvCxnSpPr>
        <p:spPr>
          <a:xfrm>
            <a:off x="6006442" y="173074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33B6485A-CBA8-4870-7E36-5C864A809C02}"/>
              </a:ext>
            </a:extLst>
          </p:cNvPr>
          <p:cNvCxnSpPr>
            <a:cxnSpLocks/>
          </p:cNvCxnSpPr>
          <p:nvPr/>
        </p:nvCxnSpPr>
        <p:spPr>
          <a:xfrm>
            <a:off x="6006822" y="231835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95F9290C-D8DA-31B8-7E24-E0E9FF217266}"/>
              </a:ext>
            </a:extLst>
          </p:cNvPr>
          <p:cNvCxnSpPr>
            <a:cxnSpLocks/>
          </p:cNvCxnSpPr>
          <p:nvPr/>
        </p:nvCxnSpPr>
        <p:spPr>
          <a:xfrm>
            <a:off x="6835306" y="1730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F1457E22-7654-0D01-5610-9694DDCC7317}"/>
              </a:ext>
            </a:extLst>
          </p:cNvPr>
          <p:cNvCxnSpPr>
            <a:cxnSpLocks/>
          </p:cNvCxnSpPr>
          <p:nvPr/>
        </p:nvCxnSpPr>
        <p:spPr>
          <a:xfrm>
            <a:off x="6835307" y="1747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7E1EFC27-D8D4-3AF3-3255-EE41B6D1E2E3}"/>
              </a:ext>
            </a:extLst>
          </p:cNvPr>
          <p:cNvCxnSpPr>
            <a:cxnSpLocks/>
          </p:cNvCxnSpPr>
          <p:nvPr/>
        </p:nvCxnSpPr>
        <p:spPr>
          <a:xfrm>
            <a:off x="7663791" y="173074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6B9BF251-1081-E8E3-CE1C-87A5F4133666}"/>
              </a:ext>
            </a:extLst>
          </p:cNvPr>
          <p:cNvCxnSpPr>
            <a:cxnSpLocks/>
          </p:cNvCxnSpPr>
          <p:nvPr/>
        </p:nvCxnSpPr>
        <p:spPr>
          <a:xfrm>
            <a:off x="7659410" y="232129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8750F551-306B-0884-CCE4-8CA7D6B86310}"/>
              </a:ext>
            </a:extLst>
          </p:cNvPr>
          <p:cNvCxnSpPr>
            <a:cxnSpLocks/>
          </p:cNvCxnSpPr>
          <p:nvPr/>
        </p:nvCxnSpPr>
        <p:spPr>
          <a:xfrm>
            <a:off x="8487894" y="173368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31BCDA8D-EFE2-6EF0-D74B-FAC64DE8FB53}"/>
              </a:ext>
            </a:extLst>
          </p:cNvPr>
          <p:cNvCxnSpPr>
            <a:cxnSpLocks/>
          </p:cNvCxnSpPr>
          <p:nvPr/>
        </p:nvCxnSpPr>
        <p:spPr>
          <a:xfrm>
            <a:off x="8487895" y="1750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4A4318F3-85B4-CEAF-7B67-9577B578BBC4}"/>
              </a:ext>
            </a:extLst>
          </p:cNvPr>
          <p:cNvCxnSpPr>
            <a:cxnSpLocks/>
          </p:cNvCxnSpPr>
          <p:nvPr/>
        </p:nvCxnSpPr>
        <p:spPr>
          <a:xfrm>
            <a:off x="9316379" y="173368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A8B5AB9C-ABBE-3BDE-C48C-9386CACA187B}"/>
              </a:ext>
            </a:extLst>
          </p:cNvPr>
          <p:cNvCxnSpPr>
            <a:cxnSpLocks/>
          </p:cNvCxnSpPr>
          <p:nvPr/>
        </p:nvCxnSpPr>
        <p:spPr>
          <a:xfrm>
            <a:off x="3525369" y="174447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715C080-961E-8810-E6C1-2FDD40BBB511}"/>
              </a:ext>
            </a:extLst>
          </p:cNvPr>
          <p:cNvSpPr txBox="1"/>
          <p:nvPr/>
        </p:nvSpPr>
        <p:spPr>
          <a:xfrm>
            <a:off x="2884605" y="2711711"/>
            <a:ext cx="130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进入参数加载状态</a:t>
            </a: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7D7C00CF-53AF-0A32-60A5-5B7CC11812D8}"/>
              </a:ext>
            </a:extLst>
          </p:cNvPr>
          <p:cNvCxnSpPr>
            <a:cxnSpLocks/>
          </p:cNvCxnSpPr>
          <p:nvPr/>
        </p:nvCxnSpPr>
        <p:spPr>
          <a:xfrm>
            <a:off x="4349472" y="1351003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BD69658-8C60-DD27-1228-5D6B25898CEA}"/>
              </a:ext>
            </a:extLst>
          </p:cNvPr>
          <p:cNvSpPr txBox="1"/>
          <p:nvPr/>
        </p:nvSpPr>
        <p:spPr>
          <a:xfrm>
            <a:off x="3536744" y="524113"/>
            <a:ext cx="1636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接收地址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E9141DEB-BB43-6269-F83C-A637D725660D}"/>
              </a:ext>
            </a:extLst>
          </p:cNvPr>
          <p:cNvCxnSpPr>
            <a:cxnSpLocks/>
          </p:cNvCxnSpPr>
          <p:nvPr/>
        </p:nvCxnSpPr>
        <p:spPr>
          <a:xfrm>
            <a:off x="6006442" y="1317508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DBE9C445-B632-7C11-4B37-20CE2B880C5E}"/>
              </a:ext>
            </a:extLst>
          </p:cNvPr>
          <p:cNvSpPr txBox="1"/>
          <p:nvPr/>
        </p:nvSpPr>
        <p:spPr>
          <a:xfrm>
            <a:off x="5396643" y="471613"/>
            <a:ext cx="1398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发送数据和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1B26A1A9-C6AA-CF30-51E7-98A4DA9BA72C}"/>
              </a:ext>
            </a:extLst>
          </p:cNvPr>
          <p:cNvCxnSpPr>
            <a:cxnSpLocks/>
          </p:cNvCxnSpPr>
          <p:nvPr/>
        </p:nvCxnSpPr>
        <p:spPr>
          <a:xfrm>
            <a:off x="6835306" y="174447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DC5B5A26-46A5-4179-5B22-6450A3FA1D9A}"/>
              </a:ext>
            </a:extLst>
          </p:cNvPr>
          <p:cNvSpPr txBox="1"/>
          <p:nvPr/>
        </p:nvSpPr>
        <p:spPr>
          <a:xfrm>
            <a:off x="6455771" y="2658898"/>
            <a:ext cx="950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写入参数</a:t>
            </a: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5C9D5596-309A-7F67-147E-FB91C15D87FE}"/>
              </a:ext>
            </a:extLst>
          </p:cNvPr>
          <p:cNvCxnSpPr>
            <a:cxnSpLocks/>
          </p:cNvCxnSpPr>
          <p:nvPr/>
        </p:nvCxnSpPr>
        <p:spPr>
          <a:xfrm>
            <a:off x="7659409" y="1351003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B7B4B1B-6039-4A4C-E026-6A57451AE471}"/>
              </a:ext>
            </a:extLst>
          </p:cNvPr>
          <p:cNvSpPr txBox="1"/>
          <p:nvPr/>
        </p:nvSpPr>
        <p:spPr>
          <a:xfrm>
            <a:off x="6835307" y="526560"/>
            <a:ext cx="1636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接收地址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55A2CE30-719B-D87F-54C3-6DB41651BB3D}"/>
              </a:ext>
            </a:extLst>
          </p:cNvPr>
          <p:cNvCxnSpPr>
            <a:cxnSpLocks/>
          </p:cNvCxnSpPr>
          <p:nvPr/>
        </p:nvCxnSpPr>
        <p:spPr>
          <a:xfrm>
            <a:off x="5181992" y="172780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5610DB2E-B8A5-82C6-6167-A576FCA71BC0}"/>
              </a:ext>
            </a:extLst>
          </p:cNvPr>
          <p:cNvSpPr txBox="1"/>
          <p:nvPr/>
        </p:nvSpPr>
        <p:spPr>
          <a:xfrm>
            <a:off x="4798422" y="2770928"/>
            <a:ext cx="950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Valid=0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CCC32E2-94FC-006F-4F86-D3464055A432}"/>
              </a:ext>
            </a:extLst>
          </p:cNvPr>
          <p:cNvCxnSpPr>
            <a:cxnSpLocks/>
          </p:cNvCxnSpPr>
          <p:nvPr/>
        </p:nvCxnSpPr>
        <p:spPr>
          <a:xfrm>
            <a:off x="5176016" y="468047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B5DE786F-0C18-C91D-CE98-10D2FA53EC3F}"/>
              </a:ext>
            </a:extLst>
          </p:cNvPr>
          <p:cNvSpPr txBox="1"/>
          <p:nvPr/>
        </p:nvSpPr>
        <p:spPr>
          <a:xfrm>
            <a:off x="4792446" y="5723600"/>
            <a:ext cx="950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Valid=0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EFC86C8A-AB03-5BD8-9DD8-B4D778AB8DB1}"/>
              </a:ext>
            </a:extLst>
          </p:cNvPr>
          <p:cNvCxnSpPr>
            <a:cxnSpLocks/>
          </p:cNvCxnSpPr>
          <p:nvPr/>
        </p:nvCxnSpPr>
        <p:spPr>
          <a:xfrm>
            <a:off x="8496690" y="177448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A5074CD-13C6-8D79-211E-84FE362D286F}"/>
              </a:ext>
            </a:extLst>
          </p:cNvPr>
          <p:cNvSpPr txBox="1"/>
          <p:nvPr/>
        </p:nvSpPr>
        <p:spPr>
          <a:xfrm>
            <a:off x="8113120" y="2817610"/>
            <a:ext cx="950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Valid=0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236326DD-B57A-0916-5187-F437C1E156E2}"/>
              </a:ext>
            </a:extLst>
          </p:cNvPr>
          <p:cNvCxnSpPr>
            <a:cxnSpLocks/>
          </p:cNvCxnSpPr>
          <p:nvPr/>
        </p:nvCxnSpPr>
        <p:spPr>
          <a:xfrm flipV="1">
            <a:off x="6572251" y="307182"/>
            <a:ext cx="2271713" cy="164431"/>
          </a:xfrm>
          <a:prstGeom prst="straightConnector1">
            <a:avLst/>
          </a:prstGeom>
          <a:ln w="1905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62FAC69-01DC-8851-37F5-0A02F54EB871}"/>
              </a:ext>
            </a:extLst>
          </p:cNvPr>
          <p:cNvSpPr txBox="1"/>
          <p:nvPr/>
        </p:nvSpPr>
        <p:spPr>
          <a:xfrm>
            <a:off x="9063681" y="48551"/>
            <a:ext cx="2887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一次发送一个卷积核和一个偏置，总共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77×8+16=632 bits</a:t>
            </a: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CC1931A1-5E22-4F02-4782-39FE1820B784}"/>
              </a:ext>
            </a:extLst>
          </p:cNvPr>
          <p:cNvCxnSpPr>
            <a:cxnSpLocks/>
          </p:cNvCxnSpPr>
          <p:nvPr/>
        </p:nvCxnSpPr>
        <p:spPr>
          <a:xfrm flipV="1">
            <a:off x="6705993" y="3288056"/>
            <a:ext cx="2271713" cy="164431"/>
          </a:xfrm>
          <a:prstGeom prst="straightConnector1">
            <a:avLst/>
          </a:prstGeom>
          <a:ln w="19050"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A606BF3-CF79-E324-FFF1-5890439BD61E}"/>
              </a:ext>
            </a:extLst>
          </p:cNvPr>
          <p:cNvSpPr txBox="1"/>
          <p:nvPr/>
        </p:nvSpPr>
        <p:spPr>
          <a:xfrm>
            <a:off x="9149406" y="2805752"/>
            <a:ext cx="2887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一次发送一行输入，总共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10×8=80 bits</a:t>
            </a:r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11929FE9-C3A5-40D0-357D-E369B73C29F1}"/>
              </a:ext>
            </a:extLst>
          </p:cNvPr>
          <p:cNvSpPr/>
          <p:nvPr/>
        </p:nvSpPr>
        <p:spPr>
          <a:xfrm>
            <a:off x="9935069" y="1768478"/>
            <a:ext cx="1823543" cy="546931"/>
          </a:xfrm>
          <a:prstGeom prst="roundRect">
            <a:avLst/>
          </a:prstGeom>
          <a:solidFill>
            <a:srgbClr val="00B050">
              <a:alpha val="40000"/>
            </a:srgbClr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BAB827D4-D628-63D5-D687-3DC57166F92F}"/>
              </a:ext>
            </a:extLst>
          </p:cNvPr>
          <p:cNvSpPr txBox="1"/>
          <p:nvPr/>
        </p:nvSpPr>
        <p:spPr>
          <a:xfrm>
            <a:off x="9935069" y="1871449"/>
            <a:ext cx="1880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两个周期写入一次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35E72228-E211-D1AF-AE97-9B60E7AC5A0D}"/>
              </a:ext>
            </a:extLst>
          </p:cNvPr>
          <p:cNvSpPr/>
          <p:nvPr/>
        </p:nvSpPr>
        <p:spPr>
          <a:xfrm>
            <a:off x="9935069" y="4626922"/>
            <a:ext cx="1823543" cy="546931"/>
          </a:xfrm>
          <a:prstGeom prst="roundRect">
            <a:avLst/>
          </a:prstGeom>
          <a:solidFill>
            <a:srgbClr val="00B050">
              <a:alpha val="40000"/>
            </a:srgbClr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BA5A6B77-3EC6-E435-80F1-51AA0909D577}"/>
              </a:ext>
            </a:extLst>
          </p:cNvPr>
          <p:cNvSpPr txBox="1"/>
          <p:nvPr/>
        </p:nvSpPr>
        <p:spPr>
          <a:xfrm>
            <a:off x="9935069" y="4729893"/>
            <a:ext cx="1880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三个周期写入一次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4C961E87-2578-CE26-D717-46740BB59C96}"/>
              </a:ext>
            </a:extLst>
          </p:cNvPr>
          <p:cNvSpPr/>
          <p:nvPr/>
        </p:nvSpPr>
        <p:spPr>
          <a:xfrm>
            <a:off x="4369469" y="1472302"/>
            <a:ext cx="3281145" cy="830996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81DDAD4F-2BDC-7D05-B78A-A3BFD6596335}"/>
              </a:ext>
            </a:extLst>
          </p:cNvPr>
          <p:cNvCxnSpPr/>
          <p:nvPr/>
        </p:nvCxnSpPr>
        <p:spPr>
          <a:xfrm>
            <a:off x="8736806" y="5557838"/>
            <a:ext cx="1770706" cy="271462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6237794-5058-2753-F523-8752BDDD220C}"/>
              </a:ext>
            </a:extLst>
          </p:cNvPr>
          <p:cNvSpPr txBox="1"/>
          <p:nvPr/>
        </p:nvSpPr>
        <p:spPr>
          <a:xfrm>
            <a:off x="10593239" y="5600490"/>
            <a:ext cx="120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Next state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设置上升沿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A540A923-5911-9D9B-BAE8-62864287196B}"/>
              </a:ext>
            </a:extLst>
          </p:cNvPr>
          <p:cNvSpPr/>
          <p:nvPr/>
        </p:nvSpPr>
        <p:spPr>
          <a:xfrm>
            <a:off x="10572340" y="5619411"/>
            <a:ext cx="1243274" cy="546931"/>
          </a:xfrm>
          <a:prstGeom prst="round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38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785B-7DD8-BC94-9CE9-EBE5D720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5DE5B8C-F918-DBE0-FB0A-924C7506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994" y="1130738"/>
            <a:ext cx="6202609" cy="178164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874614-F16D-9628-F5EF-5573AF746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284" y="1215492"/>
            <a:ext cx="5529717" cy="1674198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5AD68DA-668D-DED1-34B7-04275A2AF129}"/>
              </a:ext>
            </a:extLst>
          </p:cNvPr>
          <p:cNvSpPr/>
          <p:nvPr/>
        </p:nvSpPr>
        <p:spPr>
          <a:xfrm>
            <a:off x="6448843" y="893907"/>
            <a:ext cx="5825454" cy="2643187"/>
          </a:xfrm>
          <a:prstGeom prst="roundRect">
            <a:avLst/>
          </a:prstGeom>
          <a:solidFill>
            <a:srgbClr val="92D050">
              <a:alpha val="24000"/>
            </a:srgbClr>
          </a:solidFill>
          <a:ln w="22225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81F0DC9-4A6A-860A-2CF7-FE60A6092F06}"/>
              </a:ext>
            </a:extLst>
          </p:cNvPr>
          <p:cNvSpPr/>
          <p:nvPr/>
        </p:nvSpPr>
        <p:spPr>
          <a:xfrm>
            <a:off x="-47994" y="971550"/>
            <a:ext cx="6352628" cy="2643187"/>
          </a:xfrm>
          <a:prstGeom prst="roundRect">
            <a:avLst/>
          </a:prstGeom>
          <a:solidFill>
            <a:srgbClr val="92D050">
              <a:alpha val="24000"/>
            </a:srgbClr>
          </a:solidFill>
          <a:ln w="22225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28B9B7-9218-2B72-D73E-AB4C9374BA4D}"/>
              </a:ext>
            </a:extLst>
          </p:cNvPr>
          <p:cNvSpPr txBox="1"/>
          <p:nvPr/>
        </p:nvSpPr>
        <p:spPr>
          <a:xfrm>
            <a:off x="540047" y="362078"/>
            <a:ext cx="258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DD36A75-D8FE-FDBC-51B5-68EED987FFCD}"/>
              </a:ext>
            </a:extLst>
          </p:cNvPr>
          <p:cNvSpPr txBox="1"/>
          <p:nvPr/>
        </p:nvSpPr>
        <p:spPr>
          <a:xfrm>
            <a:off x="1029131" y="3936323"/>
            <a:ext cx="10250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两种写入模式不同，本质原因在于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wgt_req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in_row_req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不同，前者让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主动连续发送数据，后者让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必须听从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的请求才能发送数据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74D5BE-687E-06BA-518D-191B4780E61E}"/>
              </a:ext>
            </a:extLst>
          </p:cNvPr>
          <p:cNvSpPr txBox="1"/>
          <p:nvPr/>
        </p:nvSpPr>
        <p:spPr>
          <a:xfrm>
            <a:off x="2089324" y="3169369"/>
            <a:ext cx="22222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Weight &amp; Bias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384EE0-B08A-A87E-6DFC-46A459D08BE1}"/>
              </a:ext>
            </a:extLst>
          </p:cNvPr>
          <p:cNvSpPr txBox="1"/>
          <p:nvPr/>
        </p:nvSpPr>
        <p:spPr>
          <a:xfrm>
            <a:off x="8953358" y="3121536"/>
            <a:ext cx="17919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Line Buffer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84A7FB1-18A2-38C6-0190-274766C37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458" y="4805479"/>
            <a:ext cx="5934217" cy="6166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A362125-E96E-B4CE-1498-C13512BCB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458" y="5727262"/>
            <a:ext cx="7612998" cy="64576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B200C53-8028-5713-B730-02ECC4680ADF}"/>
              </a:ext>
            </a:extLst>
          </p:cNvPr>
          <p:cNvSpPr txBox="1"/>
          <p:nvPr/>
        </p:nvSpPr>
        <p:spPr>
          <a:xfrm>
            <a:off x="1131144" y="4944510"/>
            <a:ext cx="1519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权重请求信号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A4B252-3582-CC37-A49B-A0E0955AD2D2}"/>
              </a:ext>
            </a:extLst>
          </p:cNvPr>
          <p:cNvSpPr txBox="1"/>
          <p:nvPr/>
        </p:nvSpPr>
        <p:spPr>
          <a:xfrm>
            <a:off x="1131143" y="5880869"/>
            <a:ext cx="1519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输入请求信号</a:t>
            </a:r>
          </a:p>
        </p:txBody>
      </p:sp>
    </p:spTree>
    <p:extLst>
      <p:ext uri="{BB962C8B-B14F-4D97-AF65-F5344CB8AC3E}">
        <p14:creationId xmlns:p14="http://schemas.microsoft.com/office/powerpoint/2010/main" val="153492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0B85D-A4F8-D249-7B98-A6D731E71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228D176-4226-5ACC-23D8-C88BCBE03BE8}"/>
              </a:ext>
            </a:extLst>
          </p:cNvPr>
          <p:cNvSpPr txBox="1"/>
          <p:nvPr/>
        </p:nvSpPr>
        <p:spPr>
          <a:xfrm>
            <a:off x="540047" y="362078"/>
            <a:ext cx="258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235037-5A90-33F7-3B1F-F4101589006C}"/>
              </a:ext>
            </a:extLst>
          </p:cNvPr>
          <p:cNvSpPr txBox="1"/>
          <p:nvPr/>
        </p:nvSpPr>
        <p:spPr>
          <a:xfrm>
            <a:off x="596769" y="1063592"/>
            <a:ext cx="2316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计算流水线（五级）：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17C51E8-9F69-28F3-6F40-CF867918946C}"/>
              </a:ext>
            </a:extLst>
          </p:cNvPr>
          <p:cNvCxnSpPr>
            <a:cxnSpLocks/>
          </p:cNvCxnSpPr>
          <p:nvPr/>
        </p:nvCxnSpPr>
        <p:spPr>
          <a:xfrm>
            <a:off x="1239763" y="272656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2EEB3BB-723F-8F50-F49F-4CC65A844F4A}"/>
              </a:ext>
            </a:extLst>
          </p:cNvPr>
          <p:cNvCxnSpPr>
            <a:cxnSpLocks/>
          </p:cNvCxnSpPr>
          <p:nvPr/>
        </p:nvCxnSpPr>
        <p:spPr>
          <a:xfrm>
            <a:off x="2068248" y="21389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4A17CB8-D463-DD70-39B8-4ED753F33AEC}"/>
              </a:ext>
            </a:extLst>
          </p:cNvPr>
          <p:cNvCxnSpPr>
            <a:cxnSpLocks/>
          </p:cNvCxnSpPr>
          <p:nvPr/>
        </p:nvCxnSpPr>
        <p:spPr>
          <a:xfrm>
            <a:off x="2068249" y="215562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A18509A-2EF7-4EE1-0DDF-CC0537193DD7}"/>
              </a:ext>
            </a:extLst>
          </p:cNvPr>
          <p:cNvCxnSpPr>
            <a:cxnSpLocks/>
          </p:cNvCxnSpPr>
          <p:nvPr/>
        </p:nvCxnSpPr>
        <p:spPr>
          <a:xfrm>
            <a:off x="2896733" y="213895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2C5F61A-8C24-A2AE-B2E0-C90368AAC21D}"/>
              </a:ext>
            </a:extLst>
          </p:cNvPr>
          <p:cNvCxnSpPr>
            <a:cxnSpLocks/>
          </p:cNvCxnSpPr>
          <p:nvPr/>
        </p:nvCxnSpPr>
        <p:spPr>
          <a:xfrm>
            <a:off x="2892352" y="272950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FCFB100-722E-A1C6-9590-A55876B71088}"/>
              </a:ext>
            </a:extLst>
          </p:cNvPr>
          <p:cNvCxnSpPr>
            <a:cxnSpLocks/>
          </p:cNvCxnSpPr>
          <p:nvPr/>
        </p:nvCxnSpPr>
        <p:spPr>
          <a:xfrm>
            <a:off x="3720836" y="214189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F4EAA52-B79D-22F1-DE44-A82E1DF4B06F}"/>
              </a:ext>
            </a:extLst>
          </p:cNvPr>
          <p:cNvCxnSpPr>
            <a:cxnSpLocks/>
          </p:cNvCxnSpPr>
          <p:nvPr/>
        </p:nvCxnSpPr>
        <p:spPr>
          <a:xfrm>
            <a:off x="3720837" y="215856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409F956-682A-0F24-384E-61A122051A75}"/>
              </a:ext>
            </a:extLst>
          </p:cNvPr>
          <p:cNvCxnSpPr>
            <a:cxnSpLocks/>
          </p:cNvCxnSpPr>
          <p:nvPr/>
        </p:nvCxnSpPr>
        <p:spPr>
          <a:xfrm>
            <a:off x="4549321" y="214189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63D00F0-F89B-6F4B-7AF3-D3BF71BBD178}"/>
              </a:ext>
            </a:extLst>
          </p:cNvPr>
          <p:cNvCxnSpPr>
            <a:cxnSpLocks/>
          </p:cNvCxnSpPr>
          <p:nvPr/>
        </p:nvCxnSpPr>
        <p:spPr>
          <a:xfrm>
            <a:off x="4549701" y="272950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3DD06E0-62C2-AE95-4EA9-720F26E52964}"/>
              </a:ext>
            </a:extLst>
          </p:cNvPr>
          <p:cNvCxnSpPr>
            <a:cxnSpLocks/>
          </p:cNvCxnSpPr>
          <p:nvPr/>
        </p:nvCxnSpPr>
        <p:spPr>
          <a:xfrm>
            <a:off x="5378185" y="214189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A7DAA13-9931-B48A-50A5-FD696BA80BE1}"/>
              </a:ext>
            </a:extLst>
          </p:cNvPr>
          <p:cNvCxnSpPr>
            <a:cxnSpLocks/>
          </p:cNvCxnSpPr>
          <p:nvPr/>
        </p:nvCxnSpPr>
        <p:spPr>
          <a:xfrm>
            <a:off x="5378186" y="215856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518FB91-1770-597E-AAC3-F817DC45B469}"/>
              </a:ext>
            </a:extLst>
          </p:cNvPr>
          <p:cNvCxnSpPr>
            <a:cxnSpLocks/>
          </p:cNvCxnSpPr>
          <p:nvPr/>
        </p:nvCxnSpPr>
        <p:spPr>
          <a:xfrm>
            <a:off x="6206670" y="214189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3FEF128-2E71-B89F-40B4-02D22D3B3EEE}"/>
              </a:ext>
            </a:extLst>
          </p:cNvPr>
          <p:cNvCxnSpPr>
            <a:cxnSpLocks/>
          </p:cNvCxnSpPr>
          <p:nvPr/>
        </p:nvCxnSpPr>
        <p:spPr>
          <a:xfrm>
            <a:off x="6202289" y="273244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6180E94-B67C-5D7D-2DB5-FEF02798867F}"/>
              </a:ext>
            </a:extLst>
          </p:cNvPr>
          <p:cNvCxnSpPr>
            <a:cxnSpLocks/>
          </p:cNvCxnSpPr>
          <p:nvPr/>
        </p:nvCxnSpPr>
        <p:spPr>
          <a:xfrm>
            <a:off x="7030773" y="214483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BA9D401-E038-6862-34E6-ED4A3A8BB8DD}"/>
              </a:ext>
            </a:extLst>
          </p:cNvPr>
          <p:cNvCxnSpPr>
            <a:cxnSpLocks/>
          </p:cNvCxnSpPr>
          <p:nvPr/>
        </p:nvCxnSpPr>
        <p:spPr>
          <a:xfrm>
            <a:off x="7030774" y="216150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A973C86-B70D-8DBD-9756-0C871A9F8672}"/>
              </a:ext>
            </a:extLst>
          </p:cNvPr>
          <p:cNvCxnSpPr>
            <a:cxnSpLocks/>
          </p:cNvCxnSpPr>
          <p:nvPr/>
        </p:nvCxnSpPr>
        <p:spPr>
          <a:xfrm>
            <a:off x="7859258" y="214483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9C57C4D-F454-6411-7D05-88ACDBE3D18B}"/>
              </a:ext>
            </a:extLst>
          </p:cNvPr>
          <p:cNvCxnSpPr>
            <a:cxnSpLocks/>
          </p:cNvCxnSpPr>
          <p:nvPr/>
        </p:nvCxnSpPr>
        <p:spPr>
          <a:xfrm>
            <a:off x="7864401" y="272656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57DB092-0D44-BE77-A286-137474A2F727}"/>
              </a:ext>
            </a:extLst>
          </p:cNvPr>
          <p:cNvCxnSpPr>
            <a:cxnSpLocks/>
          </p:cNvCxnSpPr>
          <p:nvPr/>
        </p:nvCxnSpPr>
        <p:spPr>
          <a:xfrm>
            <a:off x="8692885" y="21389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2E10546-A376-D2ED-4398-B8850BE85DDC}"/>
              </a:ext>
            </a:extLst>
          </p:cNvPr>
          <p:cNvCxnSpPr>
            <a:cxnSpLocks/>
          </p:cNvCxnSpPr>
          <p:nvPr/>
        </p:nvCxnSpPr>
        <p:spPr>
          <a:xfrm>
            <a:off x="8692886" y="215562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E230A24-2AC7-6E0C-64EF-118EFEADEB62}"/>
              </a:ext>
            </a:extLst>
          </p:cNvPr>
          <p:cNvCxnSpPr>
            <a:cxnSpLocks/>
          </p:cNvCxnSpPr>
          <p:nvPr/>
        </p:nvCxnSpPr>
        <p:spPr>
          <a:xfrm>
            <a:off x="9521370" y="213895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9530B37-4EE7-1534-2E74-BD0D7D92DDD7}"/>
              </a:ext>
            </a:extLst>
          </p:cNvPr>
          <p:cNvCxnSpPr>
            <a:cxnSpLocks/>
          </p:cNvCxnSpPr>
          <p:nvPr/>
        </p:nvCxnSpPr>
        <p:spPr>
          <a:xfrm>
            <a:off x="9514607" y="272656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1AFE6CC-D02A-45FA-D038-621E9A0EA266}"/>
              </a:ext>
            </a:extLst>
          </p:cNvPr>
          <p:cNvCxnSpPr>
            <a:cxnSpLocks/>
          </p:cNvCxnSpPr>
          <p:nvPr/>
        </p:nvCxnSpPr>
        <p:spPr>
          <a:xfrm>
            <a:off x="10343091" y="21389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49CFC54-8D05-7E86-78DA-1CEAD1FB6A77}"/>
              </a:ext>
            </a:extLst>
          </p:cNvPr>
          <p:cNvCxnSpPr>
            <a:cxnSpLocks/>
          </p:cNvCxnSpPr>
          <p:nvPr/>
        </p:nvCxnSpPr>
        <p:spPr>
          <a:xfrm>
            <a:off x="10343092" y="215562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DB46A2E-DF0E-B07C-6629-243FAF50E7ED}"/>
              </a:ext>
            </a:extLst>
          </p:cNvPr>
          <p:cNvCxnSpPr>
            <a:cxnSpLocks/>
          </p:cNvCxnSpPr>
          <p:nvPr/>
        </p:nvCxnSpPr>
        <p:spPr>
          <a:xfrm>
            <a:off x="11171576" y="213895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AFE263C-C55D-FEAE-9C9D-350A5BA8EFD5}"/>
              </a:ext>
            </a:extLst>
          </p:cNvPr>
          <p:cNvCxnSpPr>
            <a:cxnSpLocks/>
          </p:cNvCxnSpPr>
          <p:nvPr/>
        </p:nvCxnSpPr>
        <p:spPr>
          <a:xfrm>
            <a:off x="2068248" y="21556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95E9C073-8F35-D923-E9F9-33EE7DDDB88D}"/>
              </a:ext>
            </a:extLst>
          </p:cNvPr>
          <p:cNvSpPr txBox="1"/>
          <p:nvPr/>
        </p:nvSpPr>
        <p:spPr>
          <a:xfrm>
            <a:off x="1416110" y="3090446"/>
            <a:ext cx="130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col_cnt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E099AE7-40A6-49F7-6142-8901CCDC9CDA}"/>
              </a:ext>
            </a:extLst>
          </p:cNvPr>
          <p:cNvSpPr/>
          <p:nvPr/>
        </p:nvSpPr>
        <p:spPr>
          <a:xfrm>
            <a:off x="2135981" y="2004402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7A621C5-5B7B-1B62-B37D-A9A1F8C9CF3D}"/>
              </a:ext>
            </a:extLst>
          </p:cNvPr>
          <p:cNvSpPr txBox="1"/>
          <p:nvPr/>
        </p:nvSpPr>
        <p:spPr>
          <a:xfrm>
            <a:off x="3897183" y="1640674"/>
            <a:ext cx="130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乘法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C7F2F57-FE46-9CE2-040E-B4031B465302}"/>
              </a:ext>
            </a:extLst>
          </p:cNvPr>
          <p:cNvSpPr/>
          <p:nvPr/>
        </p:nvSpPr>
        <p:spPr>
          <a:xfrm>
            <a:off x="3800038" y="2002931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0138B0F-09ED-93C5-DC42-02F6874DB2AD}"/>
              </a:ext>
            </a:extLst>
          </p:cNvPr>
          <p:cNvSpPr/>
          <p:nvPr/>
        </p:nvSpPr>
        <p:spPr>
          <a:xfrm>
            <a:off x="5435778" y="2002931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1709091-7A13-919A-9AB9-99B072853184}"/>
              </a:ext>
            </a:extLst>
          </p:cNvPr>
          <p:cNvSpPr/>
          <p:nvPr/>
        </p:nvSpPr>
        <p:spPr>
          <a:xfrm>
            <a:off x="7118439" y="2002931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31CAA0C-43F3-CF80-4CF7-75FBBAFBEBDE}"/>
              </a:ext>
            </a:extLst>
          </p:cNvPr>
          <p:cNvSpPr/>
          <p:nvPr/>
        </p:nvSpPr>
        <p:spPr>
          <a:xfrm>
            <a:off x="8786446" y="2002931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A21FB8CF-3222-C5C9-9921-2FD50E8D30BE}"/>
              </a:ext>
            </a:extLst>
          </p:cNvPr>
          <p:cNvCxnSpPr>
            <a:cxnSpLocks/>
          </p:cNvCxnSpPr>
          <p:nvPr/>
        </p:nvCxnSpPr>
        <p:spPr>
          <a:xfrm>
            <a:off x="11171576" y="272655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6AB11180-9D9B-75FD-0C5E-F696F2778DBC}"/>
              </a:ext>
            </a:extLst>
          </p:cNvPr>
          <p:cNvCxnSpPr>
            <a:cxnSpLocks/>
          </p:cNvCxnSpPr>
          <p:nvPr/>
        </p:nvCxnSpPr>
        <p:spPr>
          <a:xfrm>
            <a:off x="12000061" y="213894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32ABA534-591E-6FE6-8A92-8B86B71EA8AD}"/>
              </a:ext>
            </a:extLst>
          </p:cNvPr>
          <p:cNvSpPr/>
          <p:nvPr/>
        </p:nvSpPr>
        <p:spPr>
          <a:xfrm>
            <a:off x="10399171" y="2002931"/>
            <a:ext cx="1507331" cy="723628"/>
          </a:xfrm>
          <a:prstGeom prst="rect">
            <a:avLst/>
          </a:prstGeom>
          <a:solidFill>
            <a:srgbClr val="00B050">
              <a:alpha val="27000"/>
            </a:srgbClr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09AF35E-AC9C-04D2-BB17-F0B8F61D3A72}"/>
              </a:ext>
            </a:extLst>
          </p:cNvPr>
          <p:cNvSpPr txBox="1"/>
          <p:nvPr/>
        </p:nvSpPr>
        <p:spPr>
          <a:xfrm>
            <a:off x="2237507" y="1639454"/>
            <a:ext cx="130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3E016C8E-5D83-F5DC-4643-2B98165D484C}"/>
              </a:ext>
            </a:extLst>
          </p:cNvPr>
          <p:cNvSpPr txBox="1"/>
          <p:nvPr/>
        </p:nvSpPr>
        <p:spPr>
          <a:xfrm>
            <a:off x="5469246" y="1647789"/>
            <a:ext cx="1440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Stage2: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加法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D479AFCB-6DF2-26A1-198A-0D12846AD9D8}"/>
              </a:ext>
            </a:extLst>
          </p:cNvPr>
          <p:cNvSpPr txBox="1"/>
          <p:nvPr/>
        </p:nvSpPr>
        <p:spPr>
          <a:xfrm>
            <a:off x="7128922" y="1629893"/>
            <a:ext cx="1440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Stage3: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加法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FD43EC7F-C1C5-2D1F-BDD1-725EDB0AD8AD}"/>
              </a:ext>
            </a:extLst>
          </p:cNvPr>
          <p:cNvSpPr txBox="1"/>
          <p:nvPr/>
        </p:nvSpPr>
        <p:spPr>
          <a:xfrm>
            <a:off x="8710090" y="1622784"/>
            <a:ext cx="1660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Stage4: Res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乘法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35BA9C9-0731-4BC9-1308-EC00684B3DE7}"/>
              </a:ext>
            </a:extLst>
          </p:cNvPr>
          <p:cNvSpPr txBox="1"/>
          <p:nvPr/>
        </p:nvSpPr>
        <p:spPr>
          <a:xfrm>
            <a:off x="10343092" y="1622785"/>
            <a:ext cx="1660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Stage4: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移位</a:t>
            </a:r>
          </a:p>
        </p:txBody>
      </p: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931CADC7-5171-A12C-A943-200B9BDB177A}"/>
              </a:ext>
            </a:extLst>
          </p:cNvPr>
          <p:cNvCxnSpPr>
            <a:cxnSpLocks/>
          </p:cNvCxnSpPr>
          <p:nvPr/>
        </p:nvCxnSpPr>
        <p:spPr>
          <a:xfrm>
            <a:off x="12006146" y="21556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33B97305-150D-D658-9783-7B590B0BF0C3}"/>
              </a:ext>
            </a:extLst>
          </p:cNvPr>
          <p:cNvSpPr txBox="1"/>
          <p:nvPr/>
        </p:nvSpPr>
        <p:spPr>
          <a:xfrm>
            <a:off x="10757333" y="3090446"/>
            <a:ext cx="1507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输出一个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pixel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D68B4300-0879-606D-9EE8-7939EA1A0317}"/>
              </a:ext>
            </a:extLst>
          </p:cNvPr>
          <p:cNvCxnSpPr>
            <a:cxnSpLocks/>
          </p:cNvCxnSpPr>
          <p:nvPr/>
        </p:nvCxnSpPr>
        <p:spPr>
          <a:xfrm>
            <a:off x="1270568" y="526743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1F00FC30-EF2C-353E-8A73-3D4C49CDE917}"/>
              </a:ext>
            </a:extLst>
          </p:cNvPr>
          <p:cNvCxnSpPr>
            <a:cxnSpLocks/>
          </p:cNvCxnSpPr>
          <p:nvPr/>
        </p:nvCxnSpPr>
        <p:spPr>
          <a:xfrm>
            <a:off x="2099053" y="46798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5522496E-C926-5E99-D638-823ED75DE450}"/>
              </a:ext>
            </a:extLst>
          </p:cNvPr>
          <p:cNvCxnSpPr>
            <a:cxnSpLocks/>
          </p:cNvCxnSpPr>
          <p:nvPr/>
        </p:nvCxnSpPr>
        <p:spPr>
          <a:xfrm>
            <a:off x="2099054" y="46964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21297235-73B9-690F-5918-4B8E0A75107B}"/>
              </a:ext>
            </a:extLst>
          </p:cNvPr>
          <p:cNvCxnSpPr>
            <a:cxnSpLocks/>
          </p:cNvCxnSpPr>
          <p:nvPr/>
        </p:nvCxnSpPr>
        <p:spPr>
          <a:xfrm>
            <a:off x="2927538" y="467982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C0C0A022-4528-CC0A-F966-D5A7A8A347CD}"/>
              </a:ext>
            </a:extLst>
          </p:cNvPr>
          <p:cNvCxnSpPr>
            <a:cxnSpLocks/>
          </p:cNvCxnSpPr>
          <p:nvPr/>
        </p:nvCxnSpPr>
        <p:spPr>
          <a:xfrm>
            <a:off x="2923157" y="5270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5014F49C-F430-4E2D-3AE1-6BFE8A0E867F}"/>
              </a:ext>
            </a:extLst>
          </p:cNvPr>
          <p:cNvCxnSpPr>
            <a:cxnSpLocks/>
          </p:cNvCxnSpPr>
          <p:nvPr/>
        </p:nvCxnSpPr>
        <p:spPr>
          <a:xfrm>
            <a:off x="3751641" y="4682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5DCFA043-A2D1-9CB1-1C79-6C372C55A615}"/>
              </a:ext>
            </a:extLst>
          </p:cNvPr>
          <p:cNvCxnSpPr>
            <a:cxnSpLocks/>
          </p:cNvCxnSpPr>
          <p:nvPr/>
        </p:nvCxnSpPr>
        <p:spPr>
          <a:xfrm>
            <a:off x="3751642" y="469943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05128E56-BE1E-E8AF-B270-0501D6896AAB}"/>
              </a:ext>
            </a:extLst>
          </p:cNvPr>
          <p:cNvCxnSpPr>
            <a:cxnSpLocks/>
          </p:cNvCxnSpPr>
          <p:nvPr/>
        </p:nvCxnSpPr>
        <p:spPr>
          <a:xfrm>
            <a:off x="4580126" y="4682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15CDEA8E-7F84-0B5C-E186-E9470E56D3A3}"/>
              </a:ext>
            </a:extLst>
          </p:cNvPr>
          <p:cNvCxnSpPr>
            <a:cxnSpLocks/>
          </p:cNvCxnSpPr>
          <p:nvPr/>
        </p:nvCxnSpPr>
        <p:spPr>
          <a:xfrm>
            <a:off x="4580506" y="5270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3CE0A476-5EFC-7A2D-6162-51CAFC8C8682}"/>
              </a:ext>
            </a:extLst>
          </p:cNvPr>
          <p:cNvCxnSpPr>
            <a:cxnSpLocks/>
          </p:cNvCxnSpPr>
          <p:nvPr/>
        </p:nvCxnSpPr>
        <p:spPr>
          <a:xfrm>
            <a:off x="5408990" y="4682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719EF35E-EF2D-FA56-EA43-3C281098F232}"/>
              </a:ext>
            </a:extLst>
          </p:cNvPr>
          <p:cNvCxnSpPr>
            <a:cxnSpLocks/>
          </p:cNvCxnSpPr>
          <p:nvPr/>
        </p:nvCxnSpPr>
        <p:spPr>
          <a:xfrm>
            <a:off x="5408991" y="469943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20AF9DEB-318D-2FBD-A0AA-384466C5725A}"/>
              </a:ext>
            </a:extLst>
          </p:cNvPr>
          <p:cNvCxnSpPr>
            <a:cxnSpLocks/>
          </p:cNvCxnSpPr>
          <p:nvPr/>
        </p:nvCxnSpPr>
        <p:spPr>
          <a:xfrm>
            <a:off x="6237475" y="4682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83C26505-AE68-8504-3798-935C35D7CDF8}"/>
              </a:ext>
            </a:extLst>
          </p:cNvPr>
          <p:cNvCxnSpPr>
            <a:cxnSpLocks/>
          </p:cNvCxnSpPr>
          <p:nvPr/>
        </p:nvCxnSpPr>
        <p:spPr>
          <a:xfrm>
            <a:off x="6233094" y="527332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A5E7F2C6-6640-3484-F8B6-C21799C8A9A1}"/>
              </a:ext>
            </a:extLst>
          </p:cNvPr>
          <p:cNvCxnSpPr>
            <a:cxnSpLocks/>
          </p:cNvCxnSpPr>
          <p:nvPr/>
        </p:nvCxnSpPr>
        <p:spPr>
          <a:xfrm>
            <a:off x="7061578" y="468571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A0A2EF89-C264-F43F-4CBA-959745217FD9}"/>
              </a:ext>
            </a:extLst>
          </p:cNvPr>
          <p:cNvCxnSpPr>
            <a:cxnSpLocks/>
          </p:cNvCxnSpPr>
          <p:nvPr/>
        </p:nvCxnSpPr>
        <p:spPr>
          <a:xfrm>
            <a:off x="7061579" y="470238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747187DC-BDCE-DE41-B159-2C3E64155F1E}"/>
              </a:ext>
            </a:extLst>
          </p:cNvPr>
          <p:cNvCxnSpPr>
            <a:cxnSpLocks/>
          </p:cNvCxnSpPr>
          <p:nvPr/>
        </p:nvCxnSpPr>
        <p:spPr>
          <a:xfrm>
            <a:off x="7890063" y="468571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345B7B44-DF7D-B6E7-54BD-E705D71AF0B9}"/>
              </a:ext>
            </a:extLst>
          </p:cNvPr>
          <p:cNvCxnSpPr>
            <a:cxnSpLocks/>
          </p:cNvCxnSpPr>
          <p:nvPr/>
        </p:nvCxnSpPr>
        <p:spPr>
          <a:xfrm>
            <a:off x="7895206" y="526743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E8466424-9885-E645-149C-6AC4FF43CB37}"/>
              </a:ext>
            </a:extLst>
          </p:cNvPr>
          <p:cNvCxnSpPr>
            <a:cxnSpLocks/>
          </p:cNvCxnSpPr>
          <p:nvPr/>
        </p:nvCxnSpPr>
        <p:spPr>
          <a:xfrm>
            <a:off x="8723690" y="46798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36958037-C609-D504-4961-3ABB52710C5B}"/>
              </a:ext>
            </a:extLst>
          </p:cNvPr>
          <p:cNvCxnSpPr>
            <a:cxnSpLocks/>
          </p:cNvCxnSpPr>
          <p:nvPr/>
        </p:nvCxnSpPr>
        <p:spPr>
          <a:xfrm>
            <a:off x="8723691" y="46964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F506087C-4445-A77F-9262-D5980C28B43D}"/>
              </a:ext>
            </a:extLst>
          </p:cNvPr>
          <p:cNvCxnSpPr>
            <a:cxnSpLocks/>
          </p:cNvCxnSpPr>
          <p:nvPr/>
        </p:nvCxnSpPr>
        <p:spPr>
          <a:xfrm>
            <a:off x="9552175" y="467982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2D4A27CD-572B-0E87-1441-448686626829}"/>
              </a:ext>
            </a:extLst>
          </p:cNvPr>
          <p:cNvCxnSpPr>
            <a:cxnSpLocks/>
          </p:cNvCxnSpPr>
          <p:nvPr/>
        </p:nvCxnSpPr>
        <p:spPr>
          <a:xfrm>
            <a:off x="9545412" y="526743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2065392-9A49-ED2F-E0E4-C91EF1C40798}"/>
              </a:ext>
            </a:extLst>
          </p:cNvPr>
          <p:cNvCxnSpPr>
            <a:cxnSpLocks/>
          </p:cNvCxnSpPr>
          <p:nvPr/>
        </p:nvCxnSpPr>
        <p:spPr>
          <a:xfrm>
            <a:off x="10373896" y="46798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84A4EDC6-031B-0EE3-AD53-1C49DF6AE1F6}"/>
              </a:ext>
            </a:extLst>
          </p:cNvPr>
          <p:cNvCxnSpPr>
            <a:cxnSpLocks/>
          </p:cNvCxnSpPr>
          <p:nvPr/>
        </p:nvCxnSpPr>
        <p:spPr>
          <a:xfrm>
            <a:off x="10373897" y="46964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A38FB96-7002-CC79-6E4D-62F9A991C332}"/>
              </a:ext>
            </a:extLst>
          </p:cNvPr>
          <p:cNvCxnSpPr>
            <a:cxnSpLocks/>
          </p:cNvCxnSpPr>
          <p:nvPr/>
        </p:nvCxnSpPr>
        <p:spPr>
          <a:xfrm>
            <a:off x="11202381" y="467982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C25E1874-E996-58A4-47FF-A6672C1E4BCF}"/>
              </a:ext>
            </a:extLst>
          </p:cNvPr>
          <p:cNvCxnSpPr>
            <a:cxnSpLocks/>
          </p:cNvCxnSpPr>
          <p:nvPr/>
        </p:nvCxnSpPr>
        <p:spPr>
          <a:xfrm>
            <a:off x="2099053" y="469649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79B1748D-684A-C926-EB3A-5EB059D4CB6F}"/>
              </a:ext>
            </a:extLst>
          </p:cNvPr>
          <p:cNvSpPr txBox="1"/>
          <p:nvPr/>
        </p:nvSpPr>
        <p:spPr>
          <a:xfrm>
            <a:off x="1416110" y="5660904"/>
            <a:ext cx="130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col_cnt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3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wait_row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96333136-CA39-C46E-9287-65F1806CADC8}"/>
              </a:ext>
            </a:extLst>
          </p:cNvPr>
          <p:cNvCxnSpPr>
            <a:cxnSpLocks/>
          </p:cNvCxnSpPr>
          <p:nvPr/>
        </p:nvCxnSpPr>
        <p:spPr>
          <a:xfrm>
            <a:off x="11202381" y="526743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E255E6D1-B0A2-78C5-64C9-3924D1040F8E}"/>
              </a:ext>
            </a:extLst>
          </p:cNvPr>
          <p:cNvCxnSpPr>
            <a:cxnSpLocks/>
          </p:cNvCxnSpPr>
          <p:nvPr/>
        </p:nvCxnSpPr>
        <p:spPr>
          <a:xfrm>
            <a:off x="12030866" y="467982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CFBF66C6-DF3F-33BE-0759-40CDE63C53BD}"/>
              </a:ext>
            </a:extLst>
          </p:cNvPr>
          <p:cNvCxnSpPr>
            <a:cxnSpLocks/>
          </p:cNvCxnSpPr>
          <p:nvPr/>
        </p:nvCxnSpPr>
        <p:spPr>
          <a:xfrm>
            <a:off x="12036951" y="469649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>
            <a:extLst>
              <a:ext uri="{FF2B5EF4-FFF2-40B4-BE49-F238E27FC236}">
                <a16:creationId xmlns:a16="http://schemas.microsoft.com/office/drawing/2014/main" id="{B059390C-A6AD-25F6-CE36-FA83378D8B70}"/>
              </a:ext>
            </a:extLst>
          </p:cNvPr>
          <p:cNvSpPr txBox="1"/>
          <p:nvPr/>
        </p:nvSpPr>
        <p:spPr>
          <a:xfrm>
            <a:off x="3021977" y="5630669"/>
            <a:ext cx="1558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sent = 1</a:t>
            </a:r>
          </a:p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SRAM: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in_row_req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1A576A1E-1309-A310-E727-EEE558C961BB}"/>
              </a:ext>
            </a:extLst>
          </p:cNvPr>
          <p:cNvCxnSpPr>
            <a:cxnSpLocks/>
          </p:cNvCxnSpPr>
          <p:nvPr/>
        </p:nvCxnSpPr>
        <p:spPr>
          <a:xfrm>
            <a:off x="3751641" y="469649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A3C91C51-0845-FCD7-3780-0C50F585C286}"/>
              </a:ext>
            </a:extLst>
          </p:cNvPr>
          <p:cNvCxnSpPr>
            <a:cxnSpLocks/>
          </p:cNvCxnSpPr>
          <p:nvPr/>
        </p:nvCxnSpPr>
        <p:spPr>
          <a:xfrm>
            <a:off x="4580126" y="4303030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466A6592-E88C-2769-EE9E-5508AF591A60}"/>
              </a:ext>
            </a:extLst>
          </p:cNvPr>
          <p:cNvSpPr txBox="1"/>
          <p:nvPr/>
        </p:nvSpPr>
        <p:spPr>
          <a:xfrm>
            <a:off x="3829596" y="3705266"/>
            <a:ext cx="16369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接收地址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6CE91110-5BF0-6DA8-9FD6-BE79ABA28CB9}"/>
              </a:ext>
            </a:extLst>
          </p:cNvPr>
          <p:cNvCxnSpPr>
            <a:cxnSpLocks/>
          </p:cNvCxnSpPr>
          <p:nvPr/>
        </p:nvCxnSpPr>
        <p:spPr>
          <a:xfrm>
            <a:off x="6233093" y="4303030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3BC12C01-EAFB-BAD6-1EA8-538151A89FBE}"/>
              </a:ext>
            </a:extLst>
          </p:cNvPr>
          <p:cNvSpPr txBox="1"/>
          <p:nvPr/>
        </p:nvSpPr>
        <p:spPr>
          <a:xfrm>
            <a:off x="5598229" y="3434803"/>
            <a:ext cx="1269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发送数据和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Pending = 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FB1F18FE-46B8-1930-86B0-F2BA2704408F}"/>
              </a:ext>
            </a:extLst>
          </p:cNvPr>
          <p:cNvCxnSpPr>
            <a:cxnSpLocks/>
          </p:cNvCxnSpPr>
          <p:nvPr/>
        </p:nvCxnSpPr>
        <p:spPr>
          <a:xfrm>
            <a:off x="7061578" y="469649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4475B431-A528-A441-DD1F-723CEA7E21FC}"/>
              </a:ext>
            </a:extLst>
          </p:cNvPr>
          <p:cNvSpPr txBox="1"/>
          <p:nvPr/>
        </p:nvSpPr>
        <p:spPr>
          <a:xfrm>
            <a:off x="6018517" y="5712830"/>
            <a:ext cx="1782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接收数据，写入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LB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sent = 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wait_row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2D76EEE5-960D-CA20-AEEA-29A3BD7E1EC8}"/>
              </a:ext>
            </a:extLst>
          </p:cNvPr>
          <p:cNvCxnSpPr>
            <a:cxnSpLocks/>
          </p:cNvCxnSpPr>
          <p:nvPr/>
        </p:nvCxnSpPr>
        <p:spPr>
          <a:xfrm>
            <a:off x="8723690" y="469649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2CBAA12D-AC22-538F-2727-21EE810DFA4B}"/>
              </a:ext>
            </a:extLst>
          </p:cNvPr>
          <p:cNvSpPr txBox="1"/>
          <p:nvPr/>
        </p:nvSpPr>
        <p:spPr>
          <a:xfrm>
            <a:off x="8042989" y="5707612"/>
            <a:ext cx="1782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恢复计算</a:t>
            </a:r>
          </a:p>
        </p:txBody>
      </p:sp>
    </p:spTree>
    <p:extLst>
      <p:ext uri="{BB962C8B-B14F-4D97-AF65-F5344CB8AC3E}">
        <p14:creationId xmlns:p14="http://schemas.microsoft.com/office/powerpoint/2010/main" val="157886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5CFE3-D194-4545-7519-D5FD5D58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D8A759D-203D-2AD5-DE1A-3312B24D7522}"/>
              </a:ext>
            </a:extLst>
          </p:cNvPr>
          <p:cNvSpPr txBox="1"/>
          <p:nvPr/>
        </p:nvSpPr>
        <p:spPr>
          <a:xfrm>
            <a:off x="540047" y="362078"/>
            <a:ext cx="258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934DB7-B1CC-B643-C171-EF89611F5485}"/>
              </a:ext>
            </a:extLst>
          </p:cNvPr>
          <p:cNvSpPr txBox="1"/>
          <p:nvPr/>
        </p:nvSpPr>
        <p:spPr>
          <a:xfrm>
            <a:off x="596769" y="1063592"/>
            <a:ext cx="2316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计算流水线（五级）：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485429-45D5-4D4B-671E-DCADFF6D9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2079559"/>
            <a:ext cx="12044363" cy="229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2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F04F3-F545-08FF-3A8F-9C225264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21E2862-FB66-B2A5-5E68-4EE080DF147A}"/>
              </a:ext>
            </a:extLst>
          </p:cNvPr>
          <p:cNvSpPr txBox="1"/>
          <p:nvPr/>
        </p:nvSpPr>
        <p:spPr>
          <a:xfrm>
            <a:off x="540047" y="362078"/>
            <a:ext cx="2588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8A42888-8D77-33B3-578A-3B607B084C77}"/>
              </a:ext>
            </a:extLst>
          </p:cNvPr>
          <p:cNvCxnSpPr>
            <a:cxnSpLocks/>
          </p:cNvCxnSpPr>
          <p:nvPr/>
        </p:nvCxnSpPr>
        <p:spPr>
          <a:xfrm>
            <a:off x="618257" y="265512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53ED950-64A1-834F-4E00-C53F91C3E34A}"/>
              </a:ext>
            </a:extLst>
          </p:cNvPr>
          <p:cNvCxnSpPr>
            <a:cxnSpLocks/>
          </p:cNvCxnSpPr>
          <p:nvPr/>
        </p:nvCxnSpPr>
        <p:spPr>
          <a:xfrm>
            <a:off x="1446742" y="20675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C015317-3A46-963B-B9F5-2EDD927BF6CE}"/>
              </a:ext>
            </a:extLst>
          </p:cNvPr>
          <p:cNvCxnSpPr>
            <a:cxnSpLocks/>
          </p:cNvCxnSpPr>
          <p:nvPr/>
        </p:nvCxnSpPr>
        <p:spPr>
          <a:xfrm>
            <a:off x="1446742" y="208418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52FA640-F6C2-BE25-2B1B-0843A9E4E604}"/>
              </a:ext>
            </a:extLst>
          </p:cNvPr>
          <p:cNvCxnSpPr>
            <a:cxnSpLocks/>
          </p:cNvCxnSpPr>
          <p:nvPr/>
        </p:nvCxnSpPr>
        <p:spPr>
          <a:xfrm>
            <a:off x="2275227" y="20675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6D4029B-BB57-B11B-FCED-40C145BB302E}"/>
              </a:ext>
            </a:extLst>
          </p:cNvPr>
          <p:cNvCxnSpPr>
            <a:cxnSpLocks/>
          </p:cNvCxnSpPr>
          <p:nvPr/>
        </p:nvCxnSpPr>
        <p:spPr>
          <a:xfrm>
            <a:off x="2270846" y="265806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D265617-AE0E-BF6E-FAEB-850D23F4601C}"/>
              </a:ext>
            </a:extLst>
          </p:cNvPr>
          <p:cNvCxnSpPr>
            <a:cxnSpLocks/>
          </p:cNvCxnSpPr>
          <p:nvPr/>
        </p:nvCxnSpPr>
        <p:spPr>
          <a:xfrm>
            <a:off x="3099330" y="207045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1AA2187-BE1C-0DCD-F899-588C4546A9A5}"/>
              </a:ext>
            </a:extLst>
          </p:cNvPr>
          <p:cNvCxnSpPr>
            <a:cxnSpLocks/>
          </p:cNvCxnSpPr>
          <p:nvPr/>
        </p:nvCxnSpPr>
        <p:spPr>
          <a:xfrm>
            <a:off x="3099331" y="208712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697AC50-CC6A-EF3C-43DE-5D88C777722B}"/>
              </a:ext>
            </a:extLst>
          </p:cNvPr>
          <p:cNvCxnSpPr>
            <a:cxnSpLocks/>
          </p:cNvCxnSpPr>
          <p:nvPr/>
        </p:nvCxnSpPr>
        <p:spPr>
          <a:xfrm>
            <a:off x="3927815" y="207045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023396F-459C-DA0B-306B-1EC3D0CFD675}"/>
              </a:ext>
            </a:extLst>
          </p:cNvPr>
          <p:cNvCxnSpPr>
            <a:cxnSpLocks/>
          </p:cNvCxnSpPr>
          <p:nvPr/>
        </p:nvCxnSpPr>
        <p:spPr>
          <a:xfrm>
            <a:off x="3928195" y="265806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6F6618D-0F79-1796-0DD7-6E90EEA6A7D7}"/>
              </a:ext>
            </a:extLst>
          </p:cNvPr>
          <p:cNvCxnSpPr>
            <a:cxnSpLocks/>
          </p:cNvCxnSpPr>
          <p:nvPr/>
        </p:nvCxnSpPr>
        <p:spPr>
          <a:xfrm>
            <a:off x="4756679" y="207045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B6FBCCC-11EB-9406-15CA-28382FC2AB10}"/>
              </a:ext>
            </a:extLst>
          </p:cNvPr>
          <p:cNvCxnSpPr>
            <a:cxnSpLocks/>
          </p:cNvCxnSpPr>
          <p:nvPr/>
        </p:nvCxnSpPr>
        <p:spPr>
          <a:xfrm>
            <a:off x="4756680" y="208712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B465F33-044D-42F2-2D60-611A32CA05A9}"/>
              </a:ext>
            </a:extLst>
          </p:cNvPr>
          <p:cNvCxnSpPr>
            <a:cxnSpLocks/>
          </p:cNvCxnSpPr>
          <p:nvPr/>
        </p:nvCxnSpPr>
        <p:spPr>
          <a:xfrm>
            <a:off x="5585164" y="207045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7394644-1BE0-CD77-86E1-2D080F87299D}"/>
              </a:ext>
            </a:extLst>
          </p:cNvPr>
          <p:cNvCxnSpPr>
            <a:cxnSpLocks/>
          </p:cNvCxnSpPr>
          <p:nvPr/>
        </p:nvCxnSpPr>
        <p:spPr>
          <a:xfrm>
            <a:off x="5580783" y="2661005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5FE191F-4887-C7E1-BEFD-3A52D1966CF6}"/>
              </a:ext>
            </a:extLst>
          </p:cNvPr>
          <p:cNvCxnSpPr>
            <a:cxnSpLocks/>
          </p:cNvCxnSpPr>
          <p:nvPr/>
        </p:nvCxnSpPr>
        <p:spPr>
          <a:xfrm>
            <a:off x="6409267" y="207339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BD877B7-51F7-01F3-0A16-66638557C4A3}"/>
              </a:ext>
            </a:extLst>
          </p:cNvPr>
          <p:cNvCxnSpPr>
            <a:cxnSpLocks/>
          </p:cNvCxnSpPr>
          <p:nvPr/>
        </p:nvCxnSpPr>
        <p:spPr>
          <a:xfrm>
            <a:off x="6409268" y="2090065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5EBC961-E08E-298F-BD93-D9F30F0A8F89}"/>
              </a:ext>
            </a:extLst>
          </p:cNvPr>
          <p:cNvCxnSpPr>
            <a:cxnSpLocks/>
          </p:cNvCxnSpPr>
          <p:nvPr/>
        </p:nvCxnSpPr>
        <p:spPr>
          <a:xfrm>
            <a:off x="7237752" y="207339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286A1AB-DA48-3572-F334-BFA936257AC8}"/>
              </a:ext>
            </a:extLst>
          </p:cNvPr>
          <p:cNvCxnSpPr>
            <a:cxnSpLocks/>
          </p:cNvCxnSpPr>
          <p:nvPr/>
        </p:nvCxnSpPr>
        <p:spPr>
          <a:xfrm>
            <a:off x="7242895" y="265512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3D15B3A-F7A0-D4A4-7689-6AC9AAD7D513}"/>
              </a:ext>
            </a:extLst>
          </p:cNvPr>
          <p:cNvCxnSpPr>
            <a:cxnSpLocks/>
          </p:cNvCxnSpPr>
          <p:nvPr/>
        </p:nvCxnSpPr>
        <p:spPr>
          <a:xfrm>
            <a:off x="8071379" y="206751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DEC3218-D83F-F2C8-C319-9C9FB0E4609C}"/>
              </a:ext>
            </a:extLst>
          </p:cNvPr>
          <p:cNvCxnSpPr>
            <a:cxnSpLocks/>
          </p:cNvCxnSpPr>
          <p:nvPr/>
        </p:nvCxnSpPr>
        <p:spPr>
          <a:xfrm>
            <a:off x="8071380" y="208418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8259124-2ACB-F89A-5F62-2C02EF5698F7}"/>
              </a:ext>
            </a:extLst>
          </p:cNvPr>
          <p:cNvCxnSpPr>
            <a:cxnSpLocks/>
          </p:cNvCxnSpPr>
          <p:nvPr/>
        </p:nvCxnSpPr>
        <p:spPr>
          <a:xfrm>
            <a:off x="8899864" y="20675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E920F1B-A94D-22CA-E06E-4C3CFE23CE42}"/>
              </a:ext>
            </a:extLst>
          </p:cNvPr>
          <p:cNvCxnSpPr>
            <a:cxnSpLocks/>
          </p:cNvCxnSpPr>
          <p:nvPr/>
        </p:nvCxnSpPr>
        <p:spPr>
          <a:xfrm>
            <a:off x="8893101" y="265512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B1E3545-EDDA-7A4D-529E-160FBC7F9AED}"/>
              </a:ext>
            </a:extLst>
          </p:cNvPr>
          <p:cNvCxnSpPr>
            <a:cxnSpLocks/>
          </p:cNvCxnSpPr>
          <p:nvPr/>
        </p:nvCxnSpPr>
        <p:spPr>
          <a:xfrm>
            <a:off x="9721585" y="206751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C38095C-7C60-3A79-6B80-32FB91DFC8AD}"/>
              </a:ext>
            </a:extLst>
          </p:cNvPr>
          <p:cNvCxnSpPr>
            <a:cxnSpLocks/>
          </p:cNvCxnSpPr>
          <p:nvPr/>
        </p:nvCxnSpPr>
        <p:spPr>
          <a:xfrm>
            <a:off x="9721586" y="208418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75C972C-9B40-BC7C-458D-40A450C6E0ED}"/>
              </a:ext>
            </a:extLst>
          </p:cNvPr>
          <p:cNvCxnSpPr>
            <a:cxnSpLocks/>
          </p:cNvCxnSpPr>
          <p:nvPr/>
        </p:nvCxnSpPr>
        <p:spPr>
          <a:xfrm>
            <a:off x="10550070" y="20675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EAE28D1-383F-82F0-0298-2398CCE51460}"/>
              </a:ext>
            </a:extLst>
          </p:cNvPr>
          <p:cNvCxnSpPr>
            <a:cxnSpLocks/>
          </p:cNvCxnSpPr>
          <p:nvPr/>
        </p:nvCxnSpPr>
        <p:spPr>
          <a:xfrm>
            <a:off x="1446742" y="2084183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E90F809-596D-929C-A2FE-72822F206180}"/>
              </a:ext>
            </a:extLst>
          </p:cNvPr>
          <p:cNvSpPr txBox="1"/>
          <p:nvPr/>
        </p:nvSpPr>
        <p:spPr>
          <a:xfrm>
            <a:off x="517426" y="3015793"/>
            <a:ext cx="2383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col_cnt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此时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wait_row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不再拉高，因为已经到了最后一行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组合逻辑，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 state = DRAIN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A38FB66-46F8-9B5B-87E0-7816CD1861BA}"/>
              </a:ext>
            </a:extLst>
          </p:cNvPr>
          <p:cNvSpPr/>
          <p:nvPr/>
        </p:nvSpPr>
        <p:spPr>
          <a:xfrm>
            <a:off x="1514475" y="1932965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B176A61-4FC8-B832-C4A7-383B9D030ED0}"/>
              </a:ext>
            </a:extLst>
          </p:cNvPr>
          <p:cNvSpPr txBox="1"/>
          <p:nvPr/>
        </p:nvSpPr>
        <p:spPr>
          <a:xfrm>
            <a:off x="3275677" y="1569237"/>
            <a:ext cx="130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乘法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EE0FE4-BEA9-6441-B1AC-EBD40CC62B44}"/>
              </a:ext>
            </a:extLst>
          </p:cNvPr>
          <p:cNvSpPr/>
          <p:nvPr/>
        </p:nvSpPr>
        <p:spPr>
          <a:xfrm>
            <a:off x="3178532" y="1931494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D289837-E8B9-FA21-B4E4-18ED02737386}"/>
              </a:ext>
            </a:extLst>
          </p:cNvPr>
          <p:cNvSpPr/>
          <p:nvPr/>
        </p:nvSpPr>
        <p:spPr>
          <a:xfrm>
            <a:off x="4814272" y="1931494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B78B5D7-6D3A-7E24-2957-B40E1BE25FB9}"/>
              </a:ext>
            </a:extLst>
          </p:cNvPr>
          <p:cNvSpPr/>
          <p:nvPr/>
        </p:nvSpPr>
        <p:spPr>
          <a:xfrm>
            <a:off x="6496933" y="1931494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45839CE-C414-75BB-B81A-3BC461F22230}"/>
              </a:ext>
            </a:extLst>
          </p:cNvPr>
          <p:cNvSpPr/>
          <p:nvPr/>
        </p:nvSpPr>
        <p:spPr>
          <a:xfrm>
            <a:off x="8164940" y="1931494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F6FF25A-41FF-79D6-0AEE-C5A0627C0582}"/>
              </a:ext>
            </a:extLst>
          </p:cNvPr>
          <p:cNvCxnSpPr>
            <a:cxnSpLocks/>
          </p:cNvCxnSpPr>
          <p:nvPr/>
        </p:nvCxnSpPr>
        <p:spPr>
          <a:xfrm>
            <a:off x="10550071" y="265512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85A4C45-F5FA-52D7-FFC2-00AA96EBD702}"/>
              </a:ext>
            </a:extLst>
          </p:cNvPr>
          <p:cNvCxnSpPr>
            <a:cxnSpLocks/>
          </p:cNvCxnSpPr>
          <p:nvPr/>
        </p:nvCxnSpPr>
        <p:spPr>
          <a:xfrm>
            <a:off x="11378555" y="206751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32E6D9F6-5902-1FA0-ED24-DD13DDBBA165}"/>
              </a:ext>
            </a:extLst>
          </p:cNvPr>
          <p:cNvSpPr/>
          <p:nvPr/>
        </p:nvSpPr>
        <p:spPr>
          <a:xfrm>
            <a:off x="9777665" y="1931494"/>
            <a:ext cx="1507331" cy="723628"/>
          </a:xfrm>
          <a:prstGeom prst="rect">
            <a:avLst/>
          </a:prstGeom>
          <a:solidFill>
            <a:srgbClr val="00B050">
              <a:alpha val="27000"/>
            </a:srgbClr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0981AB0-2442-112F-9C59-DFCF53AE2A98}"/>
              </a:ext>
            </a:extLst>
          </p:cNvPr>
          <p:cNvSpPr txBox="1"/>
          <p:nvPr/>
        </p:nvSpPr>
        <p:spPr>
          <a:xfrm>
            <a:off x="1616001" y="1568017"/>
            <a:ext cx="1304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51A6037-8090-9B6F-5E43-B6DE4ACEB2B3}"/>
              </a:ext>
            </a:extLst>
          </p:cNvPr>
          <p:cNvSpPr txBox="1"/>
          <p:nvPr/>
        </p:nvSpPr>
        <p:spPr>
          <a:xfrm>
            <a:off x="4847739" y="1576352"/>
            <a:ext cx="1440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Stage2: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加法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B4F0A03-7D92-B283-4A55-E2A5B2D00581}"/>
              </a:ext>
            </a:extLst>
          </p:cNvPr>
          <p:cNvSpPr txBox="1"/>
          <p:nvPr/>
        </p:nvSpPr>
        <p:spPr>
          <a:xfrm>
            <a:off x="6507416" y="1558456"/>
            <a:ext cx="1440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Stage3: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加法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49418-9AA1-3C33-E25C-701AC257426C}"/>
              </a:ext>
            </a:extLst>
          </p:cNvPr>
          <p:cNvSpPr txBox="1"/>
          <p:nvPr/>
        </p:nvSpPr>
        <p:spPr>
          <a:xfrm>
            <a:off x="8088583" y="1551347"/>
            <a:ext cx="1660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Stage4: Res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乘法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EB7C21C-B618-EF63-37ED-4420C383C00A}"/>
              </a:ext>
            </a:extLst>
          </p:cNvPr>
          <p:cNvSpPr txBox="1"/>
          <p:nvPr/>
        </p:nvSpPr>
        <p:spPr>
          <a:xfrm>
            <a:off x="9721585" y="1551347"/>
            <a:ext cx="1660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Stage4: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移位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93B3FA1-2749-E268-29C2-7F578FC0D766}"/>
              </a:ext>
            </a:extLst>
          </p:cNvPr>
          <p:cNvCxnSpPr>
            <a:cxnSpLocks/>
          </p:cNvCxnSpPr>
          <p:nvPr/>
        </p:nvCxnSpPr>
        <p:spPr>
          <a:xfrm>
            <a:off x="11384640" y="2084183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DDAC5BBC-502C-00E1-4C83-2A97794E8BC7}"/>
              </a:ext>
            </a:extLst>
          </p:cNvPr>
          <p:cNvSpPr txBox="1"/>
          <p:nvPr/>
        </p:nvSpPr>
        <p:spPr>
          <a:xfrm>
            <a:off x="10531329" y="3082788"/>
            <a:ext cx="1507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输出最后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pixel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A78FA0A-4740-EB44-5DCB-95C43DF5B7C7}"/>
              </a:ext>
            </a:extLst>
          </p:cNvPr>
          <p:cNvCxnSpPr>
            <a:cxnSpLocks/>
          </p:cNvCxnSpPr>
          <p:nvPr/>
        </p:nvCxnSpPr>
        <p:spPr>
          <a:xfrm>
            <a:off x="3099330" y="2084183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CC0766F6-F148-A214-BB23-42CCA1D5ED0D}"/>
              </a:ext>
            </a:extLst>
          </p:cNvPr>
          <p:cNvSpPr txBox="1"/>
          <p:nvPr/>
        </p:nvSpPr>
        <p:spPr>
          <a:xfrm>
            <a:off x="2816300" y="3082789"/>
            <a:ext cx="2383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进入漏水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(DRAIN)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开始漏水计数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9D484E8-9447-45C9-ABA8-64C7EFDD9954}"/>
              </a:ext>
            </a:extLst>
          </p:cNvPr>
          <p:cNvCxnSpPr>
            <a:cxnSpLocks/>
          </p:cNvCxnSpPr>
          <p:nvPr/>
        </p:nvCxnSpPr>
        <p:spPr>
          <a:xfrm>
            <a:off x="4756679" y="1393033"/>
            <a:ext cx="15712" cy="1262089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F5519522-5177-25D8-BA50-FE9A4FB731ED}"/>
              </a:ext>
            </a:extLst>
          </p:cNvPr>
          <p:cNvSpPr txBox="1"/>
          <p:nvPr/>
        </p:nvSpPr>
        <p:spPr>
          <a:xfrm>
            <a:off x="4401282" y="976663"/>
            <a:ext cx="89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7A6ED51B-137A-B96C-9ED4-4BEB7E52870F}"/>
              </a:ext>
            </a:extLst>
          </p:cNvPr>
          <p:cNvCxnSpPr>
            <a:cxnSpLocks/>
          </p:cNvCxnSpPr>
          <p:nvPr/>
        </p:nvCxnSpPr>
        <p:spPr>
          <a:xfrm>
            <a:off x="6394165" y="1393033"/>
            <a:ext cx="15712" cy="1262089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5AA5CED-72BF-AF6D-7A17-70D8EB3B1C40}"/>
              </a:ext>
            </a:extLst>
          </p:cNvPr>
          <p:cNvSpPr txBox="1"/>
          <p:nvPr/>
        </p:nvSpPr>
        <p:spPr>
          <a:xfrm>
            <a:off x="6038768" y="976663"/>
            <a:ext cx="89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2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BB6D9259-6460-7CF3-8DE1-3C3AC1CFFEC8}"/>
              </a:ext>
            </a:extLst>
          </p:cNvPr>
          <p:cNvCxnSpPr>
            <a:cxnSpLocks/>
          </p:cNvCxnSpPr>
          <p:nvPr/>
        </p:nvCxnSpPr>
        <p:spPr>
          <a:xfrm>
            <a:off x="8053175" y="1393033"/>
            <a:ext cx="15712" cy="1262089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AC9A7D5-86C2-3FD2-8B1F-3C63DA2F1697}"/>
              </a:ext>
            </a:extLst>
          </p:cNvPr>
          <p:cNvSpPr txBox="1"/>
          <p:nvPr/>
        </p:nvSpPr>
        <p:spPr>
          <a:xfrm>
            <a:off x="7697779" y="976663"/>
            <a:ext cx="89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3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ABE4FA13-5DE6-B679-189F-3D3EE5F243D7}"/>
              </a:ext>
            </a:extLst>
          </p:cNvPr>
          <p:cNvCxnSpPr>
            <a:cxnSpLocks/>
          </p:cNvCxnSpPr>
          <p:nvPr/>
        </p:nvCxnSpPr>
        <p:spPr>
          <a:xfrm>
            <a:off x="9711347" y="1393033"/>
            <a:ext cx="15712" cy="1262089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4616EFFE-6B42-37F2-3925-A03FB3EFB4ED}"/>
              </a:ext>
            </a:extLst>
          </p:cNvPr>
          <p:cNvSpPr txBox="1"/>
          <p:nvPr/>
        </p:nvSpPr>
        <p:spPr>
          <a:xfrm>
            <a:off x="9355951" y="976663"/>
            <a:ext cx="89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4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82E0F5B9-DF21-8934-4EF6-26B549FAE90F}"/>
              </a:ext>
            </a:extLst>
          </p:cNvPr>
          <p:cNvCxnSpPr>
            <a:cxnSpLocks/>
          </p:cNvCxnSpPr>
          <p:nvPr/>
        </p:nvCxnSpPr>
        <p:spPr>
          <a:xfrm>
            <a:off x="9721585" y="2084183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E74FF396-35E7-43FF-FA97-FB47A39B9716}"/>
              </a:ext>
            </a:extLst>
          </p:cNvPr>
          <p:cNvSpPr txBox="1"/>
          <p:nvPr/>
        </p:nvSpPr>
        <p:spPr>
          <a:xfrm>
            <a:off x="7999732" y="3117417"/>
            <a:ext cx="2383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漏水计数器计数完毕，设置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 state = DONE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9F527B34-CBCA-6EE1-9378-4E2384EDBFFA}"/>
              </a:ext>
            </a:extLst>
          </p:cNvPr>
          <p:cNvSpPr/>
          <p:nvPr/>
        </p:nvSpPr>
        <p:spPr>
          <a:xfrm>
            <a:off x="3874006" y="5236869"/>
            <a:ext cx="4730126" cy="369327"/>
          </a:xfrm>
          <a:prstGeom prst="roundRect">
            <a:avLst/>
          </a:prstGeom>
          <a:solidFill>
            <a:srgbClr val="00B0F0">
              <a:alpha val="15000"/>
            </a:srgbClr>
          </a:solidFill>
          <a:ln w="254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结论：漏水计数器计数峰值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zh-CN" altLang="en-US" dirty="0">
                <a:solidFill>
                  <a:schemeClr val="tx1"/>
                </a:solidFill>
              </a:rPr>
              <a:t>流水线深度</a:t>
            </a:r>
            <a:r>
              <a:rPr lang="en-US" altLang="zh-CN" dirty="0">
                <a:solidFill>
                  <a:schemeClr val="tx1"/>
                </a:solidFill>
              </a:rPr>
              <a:t>-1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B16404C-84E9-2EC5-D381-EBDDE63AA5FB}"/>
              </a:ext>
            </a:extLst>
          </p:cNvPr>
          <p:cNvSpPr txBox="1"/>
          <p:nvPr/>
        </p:nvSpPr>
        <p:spPr>
          <a:xfrm>
            <a:off x="596769" y="1063592"/>
            <a:ext cx="70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漏水：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01FF3C5-3E98-E5C5-5E2B-97E888C6B899}"/>
              </a:ext>
            </a:extLst>
          </p:cNvPr>
          <p:cNvSpPr txBox="1"/>
          <p:nvPr/>
        </p:nvSpPr>
        <p:spPr>
          <a:xfrm>
            <a:off x="10531329" y="3375175"/>
            <a:ext cx="1507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进入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DONE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D2954D8-1A6F-4639-7AB7-2A0C68A3185A}"/>
              </a:ext>
            </a:extLst>
          </p:cNvPr>
          <p:cNvSpPr txBox="1"/>
          <p:nvPr/>
        </p:nvSpPr>
        <p:spPr>
          <a:xfrm>
            <a:off x="10550070" y="4622006"/>
            <a:ext cx="1507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进入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IDLE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0261604-8C51-3A0B-B473-CAD4366DB546}"/>
              </a:ext>
            </a:extLst>
          </p:cNvPr>
          <p:cNvCxnSpPr/>
          <p:nvPr/>
        </p:nvCxnSpPr>
        <p:spPr>
          <a:xfrm>
            <a:off x="11101388" y="3713729"/>
            <a:ext cx="0" cy="908277"/>
          </a:xfrm>
          <a:prstGeom prst="straightConnector1">
            <a:avLst/>
          </a:prstGeom>
          <a:ln w="2222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96CC6D3B-8D0A-104F-AB5D-29A63475783A}"/>
              </a:ext>
            </a:extLst>
          </p:cNvPr>
          <p:cNvSpPr txBox="1"/>
          <p:nvPr/>
        </p:nvSpPr>
        <p:spPr>
          <a:xfrm>
            <a:off x="9740768" y="3969901"/>
            <a:ext cx="145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下一个周期</a:t>
            </a:r>
          </a:p>
        </p:txBody>
      </p:sp>
    </p:spTree>
    <p:extLst>
      <p:ext uri="{BB962C8B-B14F-4D97-AF65-F5344CB8AC3E}">
        <p14:creationId xmlns:p14="http://schemas.microsoft.com/office/powerpoint/2010/main" val="363030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CB0D53-CA5C-1B91-D57B-AD15FBF3AC0C}"/>
              </a:ext>
            </a:extLst>
          </p:cNvPr>
          <p:cNvSpPr txBox="1"/>
          <p:nvPr/>
        </p:nvSpPr>
        <p:spPr>
          <a:xfrm>
            <a:off x="540047" y="362078"/>
            <a:ext cx="4412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架构分析：数据流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15093A-CA17-7525-F7C9-F8F2A9AC50CC}"/>
              </a:ext>
            </a:extLst>
          </p:cNvPr>
          <p:cNvSpPr txBox="1"/>
          <p:nvPr/>
        </p:nvSpPr>
        <p:spPr>
          <a:xfrm>
            <a:off x="773249" y="1337847"/>
            <a:ext cx="513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Conv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一个周期输入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1×14×10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1×4×4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86E36B-A2C7-56D9-ED8D-4F1597ACEE4A}"/>
              </a:ext>
            </a:extLst>
          </p:cNvPr>
          <p:cNvSpPr txBox="1"/>
          <p:nvPr/>
        </p:nvSpPr>
        <p:spPr>
          <a:xfrm>
            <a:off x="773248" y="1851951"/>
            <a:ext cx="5322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一个周期输入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1×4×4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1×2×2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8142F4-F5DE-59CB-F36F-55624C53FCB0}"/>
              </a:ext>
            </a:extLst>
          </p:cNvPr>
          <p:cNvSpPr txBox="1"/>
          <p:nvPr/>
        </p:nvSpPr>
        <p:spPr>
          <a:xfrm>
            <a:off x="773248" y="2366055"/>
            <a:ext cx="756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PWConv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一个周期输入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1×2×2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1×2×2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B53480-76B1-C5AD-AE94-87AFB956049E}"/>
              </a:ext>
            </a:extLst>
          </p:cNvPr>
          <p:cNvSpPr txBox="1"/>
          <p:nvPr/>
        </p:nvSpPr>
        <p:spPr>
          <a:xfrm>
            <a:off x="773249" y="3394263"/>
            <a:ext cx="1085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代表当前在处理哪一个通道、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代表当前在处理的属于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MaxPool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输出的九个元素中的哪一个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A77CCC-3596-9D36-84E4-797D265CEFB2}"/>
              </a:ext>
            </a:extLst>
          </p:cNvPr>
          <p:cNvSpPr txBox="1"/>
          <p:nvPr/>
        </p:nvSpPr>
        <p:spPr>
          <a:xfrm>
            <a:off x="773249" y="3937948"/>
            <a:ext cx="10850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(6)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内部例化：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a.  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用于读权重，每个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带宽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77 bits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，一个次刚好读出一个卷积核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b. 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用于读偏置，带宽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 bits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C6EE7B-8996-5468-164C-C1C73A77E955}"/>
              </a:ext>
            </a:extLst>
          </p:cNvPr>
          <p:cNvSpPr txBox="1"/>
          <p:nvPr/>
        </p:nvSpPr>
        <p:spPr>
          <a:xfrm>
            <a:off x="773248" y="2880159"/>
            <a:ext cx="756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MaxPool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一个周期输入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1×2×2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1×1×1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，九个元素中的一个</a:t>
            </a:r>
          </a:p>
        </p:txBody>
      </p:sp>
    </p:spTree>
    <p:extLst>
      <p:ext uri="{BB962C8B-B14F-4D97-AF65-F5344CB8AC3E}">
        <p14:creationId xmlns:p14="http://schemas.microsoft.com/office/powerpoint/2010/main" val="343596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3A83A-8900-214C-86AF-A3230895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DA6A5EBF-22DC-B3BE-0173-E475D83241E9}"/>
              </a:ext>
            </a:extLst>
          </p:cNvPr>
          <p:cNvSpPr/>
          <p:nvPr/>
        </p:nvSpPr>
        <p:spPr>
          <a:xfrm>
            <a:off x="7969209" y="2646558"/>
            <a:ext cx="3443381" cy="964404"/>
          </a:xfrm>
          <a:prstGeom prst="roundRect">
            <a:avLst/>
          </a:prstGeom>
          <a:solidFill>
            <a:srgbClr val="7030A0">
              <a:alpha val="1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C18E31-5FFD-7F82-777F-23E20D8AF9D4}"/>
              </a:ext>
            </a:extLst>
          </p:cNvPr>
          <p:cNvSpPr txBox="1"/>
          <p:nvPr/>
        </p:nvSpPr>
        <p:spPr>
          <a:xfrm>
            <a:off x="540046" y="362078"/>
            <a:ext cx="5916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395E005-4B9F-4C96-3729-4E29324BDC31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19A93E9-628D-7388-9B4A-C0F1F6BB1DDF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4EFA1BA-72F8-D16C-7833-A46E750D1C18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2B6455F-7C21-2778-E8B2-C70CE1C3A175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16CEFB8-36C6-1863-1EAE-D6C0351E36CE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EEA9382-C64E-56FD-429D-0A2BA5717156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089DD0B-26A3-0EA8-43C5-50B950FC843E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FE3D10E-4DC3-8954-ED75-15D74DCB9144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DDCC71F-34E9-7FAF-3277-B2CF698D0C2B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E61AFE4-35C3-E25E-FD6B-F10467E3D6B6}"/>
              </a:ext>
            </a:extLst>
          </p:cNvPr>
          <p:cNvCxnSpPr>
            <a:cxnSpLocks/>
          </p:cNvCxnSpPr>
          <p:nvPr/>
        </p:nvCxnSpPr>
        <p:spPr>
          <a:xfrm>
            <a:off x="4725994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0BDDA81-8AC2-9009-B72A-CD14EF8C8AB2}"/>
              </a:ext>
            </a:extLst>
          </p:cNvPr>
          <p:cNvCxnSpPr>
            <a:cxnSpLocks/>
          </p:cNvCxnSpPr>
          <p:nvPr/>
        </p:nvCxnSpPr>
        <p:spPr>
          <a:xfrm>
            <a:off x="4725995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D33BAC5-60A1-9296-9BDE-5322C6C91EA8}"/>
              </a:ext>
            </a:extLst>
          </p:cNvPr>
          <p:cNvCxnSpPr>
            <a:cxnSpLocks/>
          </p:cNvCxnSpPr>
          <p:nvPr/>
        </p:nvCxnSpPr>
        <p:spPr>
          <a:xfrm>
            <a:off x="5554479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86B68D6-8FE3-40BD-0394-EE5F3FD25355}"/>
              </a:ext>
            </a:extLst>
          </p:cNvPr>
          <p:cNvCxnSpPr>
            <a:cxnSpLocks/>
          </p:cNvCxnSpPr>
          <p:nvPr/>
        </p:nvCxnSpPr>
        <p:spPr>
          <a:xfrm>
            <a:off x="5550098" y="3483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7A18F4D-A1ED-BF8D-7729-8646BF614827}"/>
              </a:ext>
            </a:extLst>
          </p:cNvPr>
          <p:cNvCxnSpPr>
            <a:cxnSpLocks/>
          </p:cNvCxnSpPr>
          <p:nvPr/>
        </p:nvCxnSpPr>
        <p:spPr>
          <a:xfrm>
            <a:off x="6378582" y="2895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4139165-5E04-C38B-CF33-7C848D368598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209978A-492B-E067-EDC2-3E47FC14F6E8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5B0A99E-B6A2-3668-1F07-D1CB7CA2502F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9DE30D5-1C5C-5B43-E594-F24B7048156A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EE30D94-3051-832F-0107-77822EDF8C79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9701A3E-572C-44B0-F527-D389376F79A6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E72DECF-B5F0-E25E-10D6-1ED8F0553920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ED419F1-6051-B8D6-4EF9-D938B8497C92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F7A8021-0776-94DF-D62C-92BC3C7B3AC4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7F06211-8B9F-D838-BC15-C81CDA199EA9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57B3718-2B23-E10E-1DC4-ACF8F7BADF6D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799ACFA-E39B-3F92-DA15-34929CCDE7EE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3C82679-1439-3C79-CB58-59E5F49DB785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742B30B-767D-974F-2641-002C24032A5F}"/>
              </a:ext>
            </a:extLst>
          </p:cNvPr>
          <p:cNvCxnSpPr>
            <a:cxnSpLocks/>
          </p:cNvCxnSpPr>
          <p:nvPr/>
        </p:nvCxnSpPr>
        <p:spPr>
          <a:xfrm>
            <a:off x="587572" y="2513062"/>
            <a:ext cx="0" cy="96440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54783D3E-1154-F984-B3A3-C2D5C4F197E8}"/>
              </a:ext>
            </a:extLst>
          </p:cNvPr>
          <p:cNvSpPr txBox="1"/>
          <p:nvPr/>
        </p:nvSpPr>
        <p:spPr>
          <a:xfrm>
            <a:off x="325026" y="2049981"/>
            <a:ext cx="609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rst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D0C3552-D59A-F15A-A8EB-CDF48DDE16EF}"/>
              </a:ext>
            </a:extLst>
          </p:cNvPr>
          <p:cNvSpPr txBox="1"/>
          <p:nvPr/>
        </p:nvSpPr>
        <p:spPr>
          <a:xfrm>
            <a:off x="325026" y="3515711"/>
            <a:ext cx="688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6B92595-6909-E111-79CE-7B3E4F16C1FD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D2BAE70B-820F-B532-AD0D-11656A1BC993}"/>
              </a:ext>
            </a:extLst>
          </p:cNvPr>
          <p:cNvSpPr txBox="1"/>
          <p:nvPr/>
        </p:nvSpPr>
        <p:spPr>
          <a:xfrm>
            <a:off x="729750" y="3909176"/>
            <a:ext cx="17679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select_data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采样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select_weight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采样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组合逻辑时间内组织出数据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957B30A-6EAF-FC3E-1374-83E6CC15FE36}"/>
              </a:ext>
            </a:extLst>
          </p:cNvPr>
          <p:cNvSpPr/>
          <p:nvPr/>
        </p:nvSpPr>
        <p:spPr>
          <a:xfrm>
            <a:off x="1500271" y="2753840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3C2A2F7-0F97-5858-5F25-DE1F02BBCD7C}"/>
              </a:ext>
            </a:extLst>
          </p:cNvPr>
          <p:cNvSpPr/>
          <p:nvPr/>
        </p:nvSpPr>
        <p:spPr>
          <a:xfrm>
            <a:off x="3141082" y="2780318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D3E4845-DCAF-302E-C4DD-D8F3118F21C5}"/>
              </a:ext>
            </a:extLst>
          </p:cNvPr>
          <p:cNvSpPr txBox="1"/>
          <p:nvPr/>
        </p:nvSpPr>
        <p:spPr>
          <a:xfrm>
            <a:off x="4764317" y="1536979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3: 16 ×2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3588D1D-5A30-F50C-C188-4428AB026C55}"/>
              </a:ext>
            </a:extLst>
          </p:cNvPr>
          <p:cNvSpPr txBox="1"/>
          <p:nvPr/>
        </p:nvSpPr>
        <p:spPr>
          <a:xfrm>
            <a:off x="6487717" y="1538450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4: 16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6CFFAD8-9C29-89A9-5FE4-0103BE5A7CB9}"/>
              </a:ext>
            </a:extLst>
          </p:cNvPr>
          <p:cNvSpPr/>
          <p:nvPr/>
        </p:nvSpPr>
        <p:spPr>
          <a:xfrm>
            <a:off x="4814970" y="2753840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374B845-990F-596E-E38F-C97F1519F073}"/>
              </a:ext>
            </a:extLst>
          </p:cNvPr>
          <p:cNvSpPr/>
          <p:nvPr/>
        </p:nvSpPr>
        <p:spPr>
          <a:xfrm>
            <a:off x="6456973" y="275384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1094654-C2E4-1B37-8A04-25038732C1E1}"/>
              </a:ext>
            </a:extLst>
          </p:cNvPr>
          <p:cNvSpPr txBox="1"/>
          <p:nvPr/>
        </p:nvSpPr>
        <p:spPr>
          <a:xfrm>
            <a:off x="8102771" y="1532567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5: 16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的乘法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824C455-4C98-AB90-75D1-2F08ABAB5451}"/>
              </a:ext>
            </a:extLst>
          </p:cNvPr>
          <p:cNvSpPr txBox="1"/>
          <p:nvPr/>
        </p:nvSpPr>
        <p:spPr>
          <a:xfrm>
            <a:off x="9772821" y="1532567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6: 16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的移位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E8DDA44-2746-74D4-770F-E78DB4F98C15}"/>
              </a:ext>
            </a:extLst>
          </p:cNvPr>
          <p:cNvSpPr/>
          <p:nvPr/>
        </p:nvSpPr>
        <p:spPr>
          <a:xfrm>
            <a:off x="8120655" y="2762203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左大括号 70">
            <a:extLst>
              <a:ext uri="{FF2B5EF4-FFF2-40B4-BE49-F238E27FC236}">
                <a16:creationId xmlns:a16="http://schemas.microsoft.com/office/drawing/2014/main" id="{8F69E8B1-7E3A-8BB8-5959-FB0B864461D3}"/>
              </a:ext>
            </a:extLst>
          </p:cNvPr>
          <p:cNvSpPr/>
          <p:nvPr/>
        </p:nvSpPr>
        <p:spPr>
          <a:xfrm rot="16200000">
            <a:off x="9485181" y="2191202"/>
            <a:ext cx="322128" cy="317100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AA71FB9-184B-8C84-017B-EFE1BFB5F447}"/>
              </a:ext>
            </a:extLst>
          </p:cNvPr>
          <p:cNvSpPr txBox="1"/>
          <p:nvPr/>
        </p:nvSpPr>
        <p:spPr>
          <a:xfrm>
            <a:off x="8138918" y="4128378"/>
            <a:ext cx="3171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Verilog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模块中完成，因此该模块占了两拍。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同时该模块还要完成加载下一层卷积核的任务（一个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，带宽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72 bits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56641D-3FE7-B5E6-965D-6B97AD7356EA}"/>
              </a:ext>
            </a:extLst>
          </p:cNvPr>
          <p:cNvSpPr txBox="1"/>
          <p:nvPr/>
        </p:nvSpPr>
        <p:spPr>
          <a:xfrm>
            <a:off x="3007601" y="1534038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并行计算出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个卷积结果，最小计算单元为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C446AB-60E9-AC3E-5B7F-6428FE0E272A}"/>
              </a:ext>
            </a:extLst>
          </p:cNvPr>
          <p:cNvSpPr/>
          <p:nvPr/>
        </p:nvSpPr>
        <p:spPr>
          <a:xfrm>
            <a:off x="9760580" y="2753840"/>
            <a:ext cx="1507331" cy="723628"/>
          </a:xfrm>
          <a:prstGeom prst="rect">
            <a:avLst/>
          </a:prstGeom>
          <a:solidFill>
            <a:srgbClr val="00B050">
              <a:alpha val="27000"/>
            </a:srgbClr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900D5-DBB4-1EC6-67B8-3011F6A29A24}"/>
              </a:ext>
            </a:extLst>
          </p:cNvPr>
          <p:cNvSpPr txBox="1"/>
          <p:nvPr/>
        </p:nvSpPr>
        <p:spPr>
          <a:xfrm>
            <a:off x="1337551" y="1543842"/>
            <a:ext cx="1756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Input, Weight, Bias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C22C74-2B01-E3EC-3116-D45D6F3F656E}"/>
              </a:ext>
            </a:extLst>
          </p:cNvPr>
          <p:cNvSpPr txBox="1"/>
          <p:nvPr/>
        </p:nvSpPr>
        <p:spPr>
          <a:xfrm>
            <a:off x="1024256" y="5664925"/>
            <a:ext cx="57444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注！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Conv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下属所有子模块全部并行！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也就是说每个周期都在同时参与运算，但是我们只要保障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Input, Weight, Bias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同步读取就行，事实上也确实如此。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模块内部通过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信号和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信号以及他们的附属信号确保同步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0054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89780-B53D-465D-CEF7-88429CED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851ACAE-36A3-AD1C-36FA-3FF3AA4C7DC0}"/>
              </a:ext>
            </a:extLst>
          </p:cNvPr>
          <p:cNvSpPr/>
          <p:nvPr/>
        </p:nvSpPr>
        <p:spPr>
          <a:xfrm>
            <a:off x="5203422" y="3194296"/>
            <a:ext cx="592212" cy="2744859"/>
          </a:xfrm>
          <a:prstGeom prst="roundRect">
            <a:avLst/>
          </a:prstGeom>
          <a:solidFill>
            <a:srgbClr val="00B050">
              <a:alpha val="17000"/>
            </a:srgbClr>
          </a:solidFill>
          <a:ln w="254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7DACD53-5D10-5007-324F-9F883D9203B9}"/>
              </a:ext>
            </a:extLst>
          </p:cNvPr>
          <p:cNvSpPr/>
          <p:nvPr/>
        </p:nvSpPr>
        <p:spPr>
          <a:xfrm>
            <a:off x="5203422" y="881388"/>
            <a:ext cx="592212" cy="2378866"/>
          </a:xfrm>
          <a:prstGeom prst="roundRect">
            <a:avLst/>
          </a:prstGeom>
          <a:solidFill>
            <a:srgbClr val="00B0F0">
              <a:alpha val="17000"/>
            </a:srgbClr>
          </a:solidFill>
          <a:ln w="254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C5DAFA-F20E-7340-F48A-D42DAF3EBF3E}"/>
              </a:ext>
            </a:extLst>
          </p:cNvPr>
          <p:cNvSpPr txBox="1"/>
          <p:nvPr/>
        </p:nvSpPr>
        <p:spPr>
          <a:xfrm>
            <a:off x="540046" y="362078"/>
            <a:ext cx="5322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</a:p>
        </p:txBody>
      </p:sp>
      <p:graphicFrame>
        <p:nvGraphicFramePr>
          <p:cNvPr id="62" name="表格 61">
            <a:extLst>
              <a:ext uri="{FF2B5EF4-FFF2-40B4-BE49-F238E27FC236}">
                <a16:creationId xmlns:a16="http://schemas.microsoft.com/office/drawing/2014/main" id="{22B0877A-93EF-EBA3-B208-A0B393E68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652926"/>
              </p:ext>
            </p:extLst>
          </p:nvPr>
        </p:nvGraphicFramePr>
        <p:xfrm>
          <a:off x="609054" y="1018351"/>
          <a:ext cx="3600000" cy="6400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764100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60815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41795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7164915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2440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6600215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832092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45653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28754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9212777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934624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26910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65549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74282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70921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3509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79941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54881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9999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231551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9734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225226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07399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44812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8737229-B1D8-8C67-6E4E-37913838E48E}"/>
              </a:ext>
            </a:extLst>
          </p:cNvPr>
          <p:cNvSpPr txBox="1"/>
          <p:nvPr/>
        </p:nvSpPr>
        <p:spPr>
          <a:xfrm>
            <a:off x="567684" y="6234369"/>
            <a:ext cx="3682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并行计算出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个卷积结果，最小计算单元为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65472CD-8F34-876C-E7BE-DBBE91D2B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43366"/>
              </p:ext>
            </p:extLst>
          </p:nvPr>
        </p:nvGraphicFramePr>
        <p:xfrm>
          <a:off x="5317636" y="1001650"/>
          <a:ext cx="36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30361183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76233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4061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722471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7215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77135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11443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944929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34223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59957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25013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350769"/>
                  </a:ext>
                </a:extLst>
              </a:tr>
            </a:tbl>
          </a:graphicData>
        </a:graphic>
      </p:graphicFrame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5A4C021-84CE-95AE-C2D8-3A9F76D500A2}"/>
              </a:ext>
            </a:extLst>
          </p:cNvPr>
          <p:cNvCxnSpPr>
            <a:cxnSpLocks/>
          </p:cNvCxnSpPr>
          <p:nvPr/>
        </p:nvCxnSpPr>
        <p:spPr>
          <a:xfrm>
            <a:off x="5795633" y="1165698"/>
            <a:ext cx="37933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AE4F6A0B-A05E-754F-1426-4F1539D45143}"/>
              </a:ext>
            </a:extLst>
          </p:cNvPr>
          <p:cNvSpPr txBox="1"/>
          <p:nvPr/>
        </p:nvSpPr>
        <p:spPr>
          <a:xfrm>
            <a:off x="6270221" y="1001649"/>
            <a:ext cx="926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F28D5A78-2952-A926-90DE-E17037888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03326"/>
              </p:ext>
            </p:extLst>
          </p:nvPr>
        </p:nvGraphicFramePr>
        <p:xfrm>
          <a:off x="5317636" y="5453139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6093356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06222"/>
                  </a:ext>
                </a:extLst>
              </a:tr>
            </a:tbl>
          </a:graphicData>
        </a:graphic>
      </p:graphicFrame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9F0D3E6-9A70-E993-8507-405367A17171}"/>
              </a:ext>
            </a:extLst>
          </p:cNvPr>
          <p:cNvCxnSpPr>
            <a:cxnSpLocks/>
          </p:cNvCxnSpPr>
          <p:nvPr/>
        </p:nvCxnSpPr>
        <p:spPr>
          <a:xfrm>
            <a:off x="5795633" y="5644394"/>
            <a:ext cx="37933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53C4B550-0039-AA0D-35F2-2130EBB2DFBD}"/>
              </a:ext>
            </a:extLst>
          </p:cNvPr>
          <p:cNvSpPr txBox="1"/>
          <p:nvPr/>
        </p:nvSpPr>
        <p:spPr>
          <a:xfrm>
            <a:off x="6270221" y="5480345"/>
            <a:ext cx="926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BDD8A4B-B2A8-3DA2-C692-4F42B20D03AC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5795633" y="2070820"/>
            <a:ext cx="379338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CD0D5191-9F93-8959-F822-2D8F56ED3981}"/>
              </a:ext>
            </a:extLst>
          </p:cNvPr>
          <p:cNvSpPr txBox="1"/>
          <p:nvPr/>
        </p:nvSpPr>
        <p:spPr>
          <a:xfrm>
            <a:off x="6270221" y="1901543"/>
            <a:ext cx="926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Cell 0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A857D1C-D70C-2BDA-FA5E-964F5CF71BDC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5795633" y="4566726"/>
            <a:ext cx="353938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BCDC7EC8-23B9-1FE7-329C-9BADDE6A2101}"/>
              </a:ext>
            </a:extLst>
          </p:cNvPr>
          <p:cNvSpPr txBox="1"/>
          <p:nvPr/>
        </p:nvSpPr>
        <p:spPr>
          <a:xfrm>
            <a:off x="6267568" y="4397448"/>
            <a:ext cx="926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Cell 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D6A9CE3-079C-30D8-0F40-E8666EA8A934}"/>
              </a:ext>
            </a:extLst>
          </p:cNvPr>
          <p:cNvSpPr txBox="1"/>
          <p:nvPr/>
        </p:nvSpPr>
        <p:spPr>
          <a:xfrm>
            <a:off x="7095721" y="2984440"/>
            <a:ext cx="717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75913A3-7100-5EC2-FCE9-DAA16625AC4A}"/>
              </a:ext>
            </a:extLst>
          </p:cNvPr>
          <p:cNvSpPr txBox="1"/>
          <p:nvPr/>
        </p:nvSpPr>
        <p:spPr>
          <a:xfrm>
            <a:off x="6978246" y="2845940"/>
            <a:ext cx="106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738EDB6-E89D-FB8B-E30E-A6144FB3C1F8}"/>
              </a:ext>
            </a:extLst>
          </p:cNvPr>
          <p:cNvSpPr txBox="1"/>
          <p:nvPr/>
        </p:nvSpPr>
        <p:spPr>
          <a:xfrm>
            <a:off x="4606855" y="6234370"/>
            <a:ext cx="308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16 ×2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E7043BB2-190E-83E3-28C3-A038E530E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137205"/>
              </p:ext>
            </p:extLst>
          </p:nvPr>
        </p:nvGraphicFramePr>
        <p:xfrm>
          <a:off x="8747281" y="2913219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6093356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06222"/>
                  </a:ext>
                </a:extLst>
              </a:tr>
            </a:tbl>
          </a:graphicData>
        </a:graphic>
      </p:graphicFrame>
      <p:graphicFrame>
        <p:nvGraphicFramePr>
          <p:cNvPr id="68" name="表格 67">
            <a:extLst>
              <a:ext uri="{FF2B5EF4-FFF2-40B4-BE49-F238E27FC236}">
                <a16:creationId xmlns:a16="http://schemas.microsoft.com/office/drawing/2014/main" id="{62791F76-A555-4047-E08F-EA955C48A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741040"/>
              </p:ext>
            </p:extLst>
          </p:nvPr>
        </p:nvGraphicFramePr>
        <p:xfrm>
          <a:off x="9672347" y="2913219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6093356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06222"/>
                  </a:ext>
                </a:extLst>
              </a:tr>
            </a:tbl>
          </a:graphicData>
        </a:graphic>
      </p:graphicFrame>
      <p:sp>
        <p:nvSpPr>
          <p:cNvPr id="69" name="文本框 68">
            <a:extLst>
              <a:ext uri="{FF2B5EF4-FFF2-40B4-BE49-F238E27FC236}">
                <a16:creationId xmlns:a16="http://schemas.microsoft.com/office/drawing/2014/main" id="{0D2D22E0-0858-5CD0-8F8D-B280D39A4AF4}"/>
              </a:ext>
            </a:extLst>
          </p:cNvPr>
          <p:cNvSpPr txBox="1"/>
          <p:nvPr/>
        </p:nvSpPr>
        <p:spPr>
          <a:xfrm>
            <a:off x="8927282" y="2337617"/>
            <a:ext cx="106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528E52D2-4386-3539-5CC4-2C58DC8EF45C}"/>
              </a:ext>
            </a:extLst>
          </p:cNvPr>
          <p:cNvSpPr/>
          <p:nvPr/>
        </p:nvSpPr>
        <p:spPr>
          <a:xfrm>
            <a:off x="8493290" y="2855386"/>
            <a:ext cx="1743074" cy="481427"/>
          </a:xfrm>
          <a:prstGeom prst="roundRect">
            <a:avLst/>
          </a:prstGeom>
          <a:solidFill>
            <a:srgbClr val="00B050">
              <a:alpha val="17000"/>
            </a:srgbClr>
          </a:solidFill>
          <a:ln w="254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5423ADC-70B0-F10D-6E23-D114167856ED}"/>
              </a:ext>
            </a:extLst>
          </p:cNvPr>
          <p:cNvSpPr txBox="1"/>
          <p:nvPr/>
        </p:nvSpPr>
        <p:spPr>
          <a:xfrm>
            <a:off x="8438545" y="3394646"/>
            <a:ext cx="977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operand1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DFFAAA4-407F-A5EA-0CE8-B57D137091B1}"/>
              </a:ext>
            </a:extLst>
          </p:cNvPr>
          <p:cNvSpPr txBox="1"/>
          <p:nvPr/>
        </p:nvSpPr>
        <p:spPr>
          <a:xfrm>
            <a:off x="9449279" y="3394646"/>
            <a:ext cx="977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operand2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2DFD776-94CC-9F74-4D5F-3AF19CD3A63F}"/>
              </a:ext>
            </a:extLst>
          </p:cNvPr>
          <p:cNvSpPr txBox="1"/>
          <p:nvPr/>
        </p:nvSpPr>
        <p:spPr>
          <a:xfrm>
            <a:off x="8164222" y="6273226"/>
            <a:ext cx="301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3: 16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7E46E86B-C9B3-D56B-2BDD-29FF4CA21D40}"/>
              </a:ext>
            </a:extLst>
          </p:cNvPr>
          <p:cNvCxnSpPr/>
          <p:nvPr/>
        </p:nvCxnSpPr>
        <p:spPr>
          <a:xfrm>
            <a:off x="4505255" y="1001649"/>
            <a:ext cx="0" cy="5817495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CED9F0E-BC91-EBDE-8DF2-BD2891E127E4}"/>
              </a:ext>
            </a:extLst>
          </p:cNvPr>
          <p:cNvCxnSpPr/>
          <p:nvPr/>
        </p:nvCxnSpPr>
        <p:spPr>
          <a:xfrm>
            <a:off x="8048220" y="1043495"/>
            <a:ext cx="0" cy="5817495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597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2BD4-66ED-9338-6DE6-5C0CA0FA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092A4AB9-2D4D-2E7F-DACE-893C1E28FACF}"/>
              </a:ext>
            </a:extLst>
          </p:cNvPr>
          <p:cNvSpPr/>
          <p:nvPr/>
        </p:nvSpPr>
        <p:spPr>
          <a:xfrm>
            <a:off x="4715240" y="2626937"/>
            <a:ext cx="3443381" cy="964404"/>
          </a:xfrm>
          <a:prstGeom prst="roundRect">
            <a:avLst/>
          </a:prstGeom>
          <a:solidFill>
            <a:srgbClr val="7030A0">
              <a:alpha val="1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F173FD-D5CA-8D76-4E94-1A8B0400379D}"/>
              </a:ext>
            </a:extLst>
          </p:cNvPr>
          <p:cNvSpPr txBox="1"/>
          <p:nvPr/>
        </p:nvSpPr>
        <p:spPr>
          <a:xfrm>
            <a:off x="540046" y="362078"/>
            <a:ext cx="5838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C5F5F8E-E8ED-3C3F-8BC7-87943D58B1C0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5E14B85-29D5-BD4E-7DF9-D4D24C0C5CED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82EB657-3355-7BDA-1AE9-4D5986BACC9B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B02B302-4C3C-2AFD-3D6C-5642F06FB1C5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FFA4BAD-317F-AA07-F9AE-0EB21169DE09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265EB63-366F-5A0C-F37D-FCFDF66E0A20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67916EC-4547-44CF-E0B8-728BE53E00D3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8C8C6D5-9435-0B6E-2E03-52D20F2AA336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44A095D-7120-FAE6-5D73-A765DE806A13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1D085F9-B161-CD6A-0E53-6F927B9DB1F5}"/>
              </a:ext>
            </a:extLst>
          </p:cNvPr>
          <p:cNvCxnSpPr>
            <a:cxnSpLocks/>
          </p:cNvCxnSpPr>
          <p:nvPr/>
        </p:nvCxnSpPr>
        <p:spPr>
          <a:xfrm>
            <a:off x="4725994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A8A3284-55A5-1433-9E59-58D277D04A1E}"/>
              </a:ext>
            </a:extLst>
          </p:cNvPr>
          <p:cNvCxnSpPr>
            <a:cxnSpLocks/>
          </p:cNvCxnSpPr>
          <p:nvPr/>
        </p:nvCxnSpPr>
        <p:spPr>
          <a:xfrm>
            <a:off x="4725995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B5915B5-BD46-AC41-7D86-D851F91BB716}"/>
              </a:ext>
            </a:extLst>
          </p:cNvPr>
          <p:cNvCxnSpPr>
            <a:cxnSpLocks/>
          </p:cNvCxnSpPr>
          <p:nvPr/>
        </p:nvCxnSpPr>
        <p:spPr>
          <a:xfrm>
            <a:off x="5554479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AE7DBC6-1018-67C1-BC6F-842867A00FCD}"/>
              </a:ext>
            </a:extLst>
          </p:cNvPr>
          <p:cNvCxnSpPr>
            <a:cxnSpLocks/>
          </p:cNvCxnSpPr>
          <p:nvPr/>
        </p:nvCxnSpPr>
        <p:spPr>
          <a:xfrm>
            <a:off x="5550098" y="3483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DF6F230-4F07-631A-A047-75612747AFFD}"/>
              </a:ext>
            </a:extLst>
          </p:cNvPr>
          <p:cNvCxnSpPr>
            <a:cxnSpLocks/>
          </p:cNvCxnSpPr>
          <p:nvPr/>
        </p:nvCxnSpPr>
        <p:spPr>
          <a:xfrm>
            <a:off x="6378582" y="2895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DF07FB9-918C-0318-B829-1FC088F8DDDF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BBFE028-560D-E74E-566B-2D999395BC1F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3C0A116-0D98-921D-A6C4-35B7DB0EF3A7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8B414CD-FBDA-F5E3-16F6-719607592934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01E2CED-D1D9-6A9B-F333-9CA9CE8F583D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EA80CC5-B68D-52C4-6883-38C705DA1D72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2776E0D-2964-DD71-5B44-6EA667762507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39D7927-A827-14E7-5E6E-7F1430CAE12F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6270ECE-CAC1-FCD7-C9F7-71A824F60843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E2A2A5D-EF01-39AC-3783-51618C6735E8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1AB098D-87F7-DD81-FD00-A49116BB1EEF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BE540D7-9C1F-2E0F-A649-60F5CFF46E4B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B9AFD52D-1A9D-7742-50AC-F1864D3684E6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61458C95-9FA6-CBC8-9827-3304254685EA}"/>
              </a:ext>
            </a:extLst>
          </p:cNvPr>
          <p:cNvSpPr txBox="1"/>
          <p:nvPr/>
        </p:nvSpPr>
        <p:spPr>
          <a:xfrm>
            <a:off x="66967" y="1319711"/>
            <a:ext cx="13490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的计算完毕，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DWC data group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完毕，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准备好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1168E27-8CA3-50A4-DEEC-6D4112AE0B5D}"/>
              </a:ext>
            </a:extLst>
          </p:cNvPr>
          <p:cNvSpPr txBox="1"/>
          <p:nvPr/>
        </p:nvSpPr>
        <p:spPr>
          <a:xfrm>
            <a:off x="325026" y="3515711"/>
            <a:ext cx="688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pos=0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2ADB00B-2991-3E5F-9546-EAF8591908D2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16B2C7B3-502C-FFCC-6490-E117C4AFF676}"/>
              </a:ext>
            </a:extLst>
          </p:cNvPr>
          <p:cNvSpPr txBox="1"/>
          <p:nvPr/>
        </p:nvSpPr>
        <p:spPr>
          <a:xfrm>
            <a:off x="729750" y="3909176"/>
            <a:ext cx="176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select_data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输送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select_bias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采样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D8A74C6-736C-E233-1D15-09036436E1A9}"/>
              </a:ext>
            </a:extLst>
          </p:cNvPr>
          <p:cNvSpPr/>
          <p:nvPr/>
        </p:nvSpPr>
        <p:spPr>
          <a:xfrm>
            <a:off x="1500271" y="2753840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DEF8F64-F6A3-1D71-86DB-361A8D922281}"/>
              </a:ext>
            </a:extLst>
          </p:cNvPr>
          <p:cNvSpPr/>
          <p:nvPr/>
        </p:nvSpPr>
        <p:spPr>
          <a:xfrm>
            <a:off x="3141082" y="2780318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F4ABA80-FEBE-31D9-8B6F-ECF3EC9B10BC}"/>
              </a:ext>
            </a:extLst>
          </p:cNvPr>
          <p:cNvSpPr txBox="1"/>
          <p:nvPr/>
        </p:nvSpPr>
        <p:spPr>
          <a:xfrm>
            <a:off x="3118518" y="1579115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026F8A1-3ACA-AE2F-CF7A-DDD0BE5E55F8}"/>
              </a:ext>
            </a:extLst>
          </p:cNvPr>
          <p:cNvSpPr/>
          <p:nvPr/>
        </p:nvSpPr>
        <p:spPr>
          <a:xfrm>
            <a:off x="4814970" y="2753840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F86C288-55E4-B378-93C0-C5D4084BC40F}"/>
              </a:ext>
            </a:extLst>
          </p:cNvPr>
          <p:cNvSpPr/>
          <p:nvPr/>
        </p:nvSpPr>
        <p:spPr>
          <a:xfrm>
            <a:off x="6456973" y="275384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DB4F97A-2C12-C36C-97A0-81D422E4BB66}"/>
              </a:ext>
            </a:extLst>
          </p:cNvPr>
          <p:cNvSpPr txBox="1"/>
          <p:nvPr/>
        </p:nvSpPr>
        <p:spPr>
          <a:xfrm>
            <a:off x="4806770" y="1582974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4: 4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的乘法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39B49A1-1437-474B-AE3B-BEABD7DEBCBF}"/>
              </a:ext>
            </a:extLst>
          </p:cNvPr>
          <p:cNvSpPr txBox="1"/>
          <p:nvPr/>
        </p:nvSpPr>
        <p:spPr>
          <a:xfrm>
            <a:off x="6476820" y="1582974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5: 4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的移位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EB63FE1-C53A-E64F-EFE4-B10DFA20904C}"/>
              </a:ext>
            </a:extLst>
          </p:cNvPr>
          <p:cNvSpPr/>
          <p:nvPr/>
        </p:nvSpPr>
        <p:spPr>
          <a:xfrm>
            <a:off x="8120655" y="2762203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左大括号 70">
            <a:extLst>
              <a:ext uri="{FF2B5EF4-FFF2-40B4-BE49-F238E27FC236}">
                <a16:creationId xmlns:a16="http://schemas.microsoft.com/office/drawing/2014/main" id="{39A8FEC1-476A-3DA4-D3BA-3202AB9CEDC3}"/>
              </a:ext>
            </a:extLst>
          </p:cNvPr>
          <p:cNvSpPr/>
          <p:nvPr/>
        </p:nvSpPr>
        <p:spPr>
          <a:xfrm rot="16200000">
            <a:off x="6231211" y="2171581"/>
            <a:ext cx="322128" cy="317100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703F2A9-3E8A-F1AF-2479-3600799E50D7}"/>
              </a:ext>
            </a:extLst>
          </p:cNvPr>
          <p:cNvSpPr txBox="1"/>
          <p:nvPr/>
        </p:nvSpPr>
        <p:spPr>
          <a:xfrm>
            <a:off x="4884948" y="4108757"/>
            <a:ext cx="3171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Verilog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模块中完成，因此该模块占了两拍。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同时该模块还要完成加载下一层卷积核的任务（一个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，带宽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72 bits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762290-E969-4393-4B2B-7131789F2EF3}"/>
              </a:ext>
            </a:extLst>
          </p:cNvPr>
          <p:cNvSpPr txBox="1"/>
          <p:nvPr/>
        </p:nvSpPr>
        <p:spPr>
          <a:xfrm>
            <a:off x="1405135" y="1617276"/>
            <a:ext cx="17567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 8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同时加载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</a:p>
          <a:p>
            <a:pPr marL="342891" indent="-342891">
              <a:buAutoNum type="alphaLcPeriod"/>
            </a:pP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C47CD3D-AA5A-341B-21E1-29DBEA0F5B71}"/>
              </a:ext>
            </a:extLst>
          </p:cNvPr>
          <p:cNvSpPr/>
          <p:nvPr/>
        </p:nvSpPr>
        <p:spPr>
          <a:xfrm>
            <a:off x="176127" y="5068947"/>
            <a:ext cx="1959018" cy="994179"/>
          </a:xfrm>
          <a:prstGeom prst="roundRect">
            <a:avLst/>
          </a:prstGeom>
          <a:solidFill>
            <a:srgbClr val="00B050">
              <a:alpha val="19000"/>
            </a:srgbClr>
          </a:solidFill>
          <a:ln w="2222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FB3809-C74D-B44C-7AF5-9739813EB03D}"/>
              </a:ext>
            </a:extLst>
          </p:cNvPr>
          <p:cNvSpPr txBox="1"/>
          <p:nvPr/>
        </p:nvSpPr>
        <p:spPr>
          <a:xfrm>
            <a:off x="294917" y="5027427"/>
            <a:ext cx="19590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这里为什么要在输入端准备好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Weight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？因为要确保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Channel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匹配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A89CAE-F3EC-8E5F-3851-50FE547037A9}"/>
              </a:ext>
            </a:extLst>
          </p:cNvPr>
          <p:cNvSpPr txBox="1"/>
          <p:nvPr/>
        </p:nvSpPr>
        <p:spPr>
          <a:xfrm>
            <a:off x="3126262" y="3757086"/>
            <a:ext cx="15997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这里的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分别是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Data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17EF064-8128-B58E-D9A4-729FB6B7C1C4}"/>
              </a:ext>
            </a:extLst>
          </p:cNvPr>
          <p:cNvSpPr txBox="1"/>
          <p:nvPr/>
        </p:nvSpPr>
        <p:spPr>
          <a:xfrm>
            <a:off x="8198793" y="1576174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6: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将结果打到寄存器（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组）、同时读取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PWC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该通道的权重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28295C5-8477-B7A3-A5A7-E33B4F47B21D}"/>
              </a:ext>
            </a:extLst>
          </p:cNvPr>
          <p:cNvSpPr txBox="1"/>
          <p:nvPr/>
        </p:nvSpPr>
        <p:spPr>
          <a:xfrm>
            <a:off x="8158620" y="4078453"/>
            <a:ext cx="37083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注！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PWC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的卷积核形状是：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32, 32, 1, 1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，每个周期会读出一个输出通道需要用到的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通道权重（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8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这样，读完所有卷积核需要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个周期，而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填满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个通道也需要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个周期，可以实现无停顿流水。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只是每个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要重新读一遍权重。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DWConv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 Channels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，下一个时钟上升沿，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Channel 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Kernel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加载，之后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PWC MAC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组合逻辑计算</a:t>
            </a:r>
          </a:p>
        </p:txBody>
      </p:sp>
    </p:spTree>
    <p:extLst>
      <p:ext uri="{BB962C8B-B14F-4D97-AF65-F5344CB8AC3E}">
        <p14:creationId xmlns:p14="http://schemas.microsoft.com/office/powerpoint/2010/main" val="1502133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9A30-010D-3393-F91B-8AA6E1CE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D5CC81D-6D6C-22E2-1184-E5DAB56F1324}"/>
              </a:ext>
            </a:extLst>
          </p:cNvPr>
          <p:cNvSpPr/>
          <p:nvPr/>
        </p:nvSpPr>
        <p:spPr>
          <a:xfrm>
            <a:off x="7419330" y="2822306"/>
            <a:ext cx="2780217" cy="481427"/>
          </a:xfrm>
          <a:prstGeom prst="roundRect">
            <a:avLst/>
          </a:prstGeom>
          <a:solidFill>
            <a:srgbClr val="00B050">
              <a:alpha val="17000"/>
            </a:srgbClr>
          </a:solidFill>
          <a:ln w="254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4D842C-9B37-122A-7728-87B651124A4D}"/>
              </a:ext>
            </a:extLst>
          </p:cNvPr>
          <p:cNvSpPr txBox="1"/>
          <p:nvPr/>
        </p:nvSpPr>
        <p:spPr>
          <a:xfrm>
            <a:off x="540046" y="362078"/>
            <a:ext cx="581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8E21C8FF-1E32-F1B1-E11E-03B1FF5EA826}"/>
              </a:ext>
            </a:extLst>
          </p:cNvPr>
          <p:cNvCxnSpPr>
            <a:cxnSpLocks/>
          </p:cNvCxnSpPr>
          <p:nvPr/>
        </p:nvCxnSpPr>
        <p:spPr>
          <a:xfrm>
            <a:off x="5658994" y="1778171"/>
            <a:ext cx="0" cy="3301659"/>
          </a:xfrm>
          <a:prstGeom prst="line">
            <a:avLst/>
          </a:prstGeom>
          <a:ln w="254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1AEC4BA-A3AC-8051-4187-DF407D564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937270"/>
              </p:ext>
            </p:extLst>
          </p:nvPr>
        </p:nvGraphicFramePr>
        <p:xfrm>
          <a:off x="1439653" y="2489202"/>
          <a:ext cx="144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679932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4224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705348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7153312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34386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40040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99881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28496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D97C915-C53C-B1E5-A315-7AA1E1057894}"/>
              </a:ext>
            </a:extLst>
          </p:cNvPr>
          <p:cNvSpPr txBox="1"/>
          <p:nvPr/>
        </p:nvSpPr>
        <p:spPr>
          <a:xfrm>
            <a:off x="796865" y="4194012"/>
            <a:ext cx="3318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 8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，同时加载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</a:p>
          <a:p>
            <a:pPr marL="342891" indent="-342891">
              <a:buAutoNum type="alphaLcPeriod"/>
            </a:pP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6EC261C-884C-C0AB-6CAC-474E46E3E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63649"/>
              </p:ext>
            </p:extLst>
          </p:nvPr>
        </p:nvGraphicFramePr>
        <p:xfrm>
          <a:off x="7673322" y="2880139"/>
          <a:ext cx="36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6093356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0622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178EC64-4DC6-78B3-8753-6E40DF5C1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478700"/>
              </p:ext>
            </p:extLst>
          </p:nvPr>
        </p:nvGraphicFramePr>
        <p:xfrm>
          <a:off x="8598388" y="2880139"/>
          <a:ext cx="36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36093356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30622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324F946A-ACE6-C6DE-D041-AB81DC46D92B}"/>
              </a:ext>
            </a:extLst>
          </p:cNvPr>
          <p:cNvSpPr txBox="1"/>
          <p:nvPr/>
        </p:nvSpPr>
        <p:spPr>
          <a:xfrm>
            <a:off x="8375319" y="2304536"/>
            <a:ext cx="106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BDD07B-9550-5EBC-B9E6-93B64FBEB0DC}"/>
              </a:ext>
            </a:extLst>
          </p:cNvPr>
          <p:cNvSpPr txBox="1"/>
          <p:nvPr/>
        </p:nvSpPr>
        <p:spPr>
          <a:xfrm>
            <a:off x="7364585" y="3361566"/>
            <a:ext cx="977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operand1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05BADF-F1D3-3267-0A1A-B2B2D2BB4C8C}"/>
              </a:ext>
            </a:extLst>
          </p:cNvPr>
          <p:cNvSpPr txBox="1"/>
          <p:nvPr/>
        </p:nvSpPr>
        <p:spPr>
          <a:xfrm>
            <a:off x="8375319" y="3361566"/>
            <a:ext cx="977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operand2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B20398-C9DE-C8C3-15A2-F150F69107C1}"/>
              </a:ext>
            </a:extLst>
          </p:cNvPr>
          <p:cNvSpPr txBox="1"/>
          <p:nvPr/>
        </p:nvSpPr>
        <p:spPr>
          <a:xfrm>
            <a:off x="3702828" y="2992234"/>
            <a:ext cx="106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DA5D6CEE-933B-125C-1B5A-9AC94AA47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07558"/>
              </p:ext>
            </p:extLst>
          </p:nvPr>
        </p:nvGraphicFramePr>
        <p:xfrm>
          <a:off x="9523454" y="2880139"/>
          <a:ext cx="360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860787721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959072"/>
                  </a:ext>
                </a:extLst>
              </a:tr>
            </a:tbl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A5CC8DDD-B6AD-FBFE-08DD-167D9D7779AB}"/>
              </a:ext>
            </a:extLst>
          </p:cNvPr>
          <p:cNvSpPr txBox="1"/>
          <p:nvPr/>
        </p:nvSpPr>
        <p:spPr>
          <a:xfrm>
            <a:off x="9460909" y="3361565"/>
            <a:ext cx="672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794F122-F422-54A2-E8C2-F08AE569B593}"/>
              </a:ext>
            </a:extLst>
          </p:cNvPr>
          <p:cNvSpPr txBox="1"/>
          <p:nvPr/>
        </p:nvSpPr>
        <p:spPr>
          <a:xfrm>
            <a:off x="7348561" y="4194013"/>
            <a:ext cx="3219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INT32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50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E27F-EF3E-D61D-2A97-EA453F331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8C782743-C9F9-C4BD-E82C-9AC79C6587FB}"/>
              </a:ext>
            </a:extLst>
          </p:cNvPr>
          <p:cNvSpPr/>
          <p:nvPr/>
        </p:nvSpPr>
        <p:spPr>
          <a:xfrm>
            <a:off x="4715240" y="2626937"/>
            <a:ext cx="3443381" cy="964404"/>
          </a:xfrm>
          <a:prstGeom prst="roundRect">
            <a:avLst/>
          </a:prstGeom>
          <a:solidFill>
            <a:srgbClr val="7030A0">
              <a:alpha val="1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A08C28-3896-7634-F878-D4D2984A9B24}"/>
              </a:ext>
            </a:extLst>
          </p:cNvPr>
          <p:cNvSpPr txBox="1"/>
          <p:nvPr/>
        </p:nvSpPr>
        <p:spPr>
          <a:xfrm>
            <a:off x="540046" y="362078"/>
            <a:ext cx="5838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PWConv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D2BB4E4-7E16-79FD-70E0-F241052526A0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AEB5444-6FA3-74FE-DD9B-6BDDF66B09E8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671D9D0-4ED2-9B45-5A83-AC6B6E74A75A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4B3A2C-B590-B377-3E3D-439F04C4E445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9B64FC3-BFF5-DF5A-5590-E41D91DD1E94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1F7229C-147D-1451-B313-8128BECA6516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EC6441C-A362-FC13-1FD1-D693ACE349EE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8047E59-2BD5-925A-1380-B5EB9CE58DCA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1E9D269-003F-0599-0DB5-5273670F1746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7C0443E-A266-522F-F987-B51B3E064CEF}"/>
              </a:ext>
            </a:extLst>
          </p:cNvPr>
          <p:cNvCxnSpPr>
            <a:cxnSpLocks/>
          </p:cNvCxnSpPr>
          <p:nvPr/>
        </p:nvCxnSpPr>
        <p:spPr>
          <a:xfrm>
            <a:off x="4725994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DE3F463-65AE-F41C-B223-0E6E5F1AF7D6}"/>
              </a:ext>
            </a:extLst>
          </p:cNvPr>
          <p:cNvCxnSpPr>
            <a:cxnSpLocks/>
          </p:cNvCxnSpPr>
          <p:nvPr/>
        </p:nvCxnSpPr>
        <p:spPr>
          <a:xfrm>
            <a:off x="4725995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5F7238A-11B1-8F6B-81C4-40250D591C14}"/>
              </a:ext>
            </a:extLst>
          </p:cNvPr>
          <p:cNvCxnSpPr>
            <a:cxnSpLocks/>
          </p:cNvCxnSpPr>
          <p:nvPr/>
        </p:nvCxnSpPr>
        <p:spPr>
          <a:xfrm>
            <a:off x="5554479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F25ACD9-600F-CEEF-65F6-EB3EEBBCBDBB}"/>
              </a:ext>
            </a:extLst>
          </p:cNvPr>
          <p:cNvCxnSpPr>
            <a:cxnSpLocks/>
          </p:cNvCxnSpPr>
          <p:nvPr/>
        </p:nvCxnSpPr>
        <p:spPr>
          <a:xfrm>
            <a:off x="5550098" y="3483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4DEE265-8D02-F21D-689A-69E32B89F0C7}"/>
              </a:ext>
            </a:extLst>
          </p:cNvPr>
          <p:cNvCxnSpPr>
            <a:cxnSpLocks/>
          </p:cNvCxnSpPr>
          <p:nvPr/>
        </p:nvCxnSpPr>
        <p:spPr>
          <a:xfrm>
            <a:off x="6378582" y="2895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D0AD030-D04A-6B53-435E-A34481B033E0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731CC15-1C16-7544-7053-48594074F3E0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369E8AE-C8F1-412D-18C1-A0CF6390BE97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DE46715-CC38-0B41-BE88-B882FF12DA22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F7B18E5-FF45-3C73-6F85-0A884FCDBF87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BA357F2-6B67-DA00-746F-9C71639977AC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89E64FF-D5F9-5E24-8AA3-A9A183D2C0A0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398AD75-BB59-B236-F2DF-E76431D0BB06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48DA946-86A8-1FEE-56BB-9AA2A974F87A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2211BF8-353F-AF8D-129D-EDE9AA6DF166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2443F7A-6AFC-834D-DB63-936CAA8E09A1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B1684B4-36A8-F77D-FE7E-5145C10E6934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F73B332-7FA6-696E-9729-97B9E81B1632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849F7A1-7AB4-C456-018E-7E3E6DC254B9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300E2637-BF5F-170A-49DD-4D99245D2D31}"/>
              </a:ext>
            </a:extLst>
          </p:cNvPr>
          <p:cNvSpPr txBox="1"/>
          <p:nvPr/>
        </p:nvSpPr>
        <p:spPr>
          <a:xfrm>
            <a:off x="729750" y="3909176"/>
            <a:ext cx="17679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，该上升沿加载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Kernel 0</a:t>
            </a: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之后整个时钟周期，组合逻辑吸收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Kernel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，传播计算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E8124F1-D5BB-D611-000C-06336767E2F2}"/>
              </a:ext>
            </a:extLst>
          </p:cNvPr>
          <p:cNvSpPr/>
          <p:nvPr/>
        </p:nvSpPr>
        <p:spPr>
          <a:xfrm>
            <a:off x="1500271" y="2753840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03E45EF-AEAB-EA8D-44EF-4F73CC871008}"/>
              </a:ext>
            </a:extLst>
          </p:cNvPr>
          <p:cNvSpPr/>
          <p:nvPr/>
        </p:nvSpPr>
        <p:spPr>
          <a:xfrm>
            <a:off x="3141082" y="2780318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CA48E6A-FCD5-5B2E-1250-27F75084075F}"/>
              </a:ext>
            </a:extLst>
          </p:cNvPr>
          <p:cNvSpPr txBox="1"/>
          <p:nvPr/>
        </p:nvSpPr>
        <p:spPr>
          <a:xfrm>
            <a:off x="3118518" y="1579115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路并行计算，每路计算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 32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 32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8DF3FFB-3D15-7F5E-F738-F422755C6426}"/>
              </a:ext>
            </a:extLst>
          </p:cNvPr>
          <p:cNvSpPr/>
          <p:nvPr/>
        </p:nvSpPr>
        <p:spPr>
          <a:xfrm>
            <a:off x="4814970" y="2753840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8EAEF18-59FE-C622-A509-E11458B93194}"/>
              </a:ext>
            </a:extLst>
          </p:cNvPr>
          <p:cNvSpPr/>
          <p:nvPr/>
        </p:nvSpPr>
        <p:spPr>
          <a:xfrm>
            <a:off x="6456973" y="275384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4932699-0233-E1F6-143B-C7A9CC2CEA6F}"/>
              </a:ext>
            </a:extLst>
          </p:cNvPr>
          <p:cNvSpPr txBox="1"/>
          <p:nvPr/>
        </p:nvSpPr>
        <p:spPr>
          <a:xfrm>
            <a:off x="4806770" y="1582974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3: 4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的乘法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9CF11E2-F58A-21F1-355D-7A44A6A16250}"/>
              </a:ext>
            </a:extLst>
          </p:cNvPr>
          <p:cNvSpPr txBox="1"/>
          <p:nvPr/>
        </p:nvSpPr>
        <p:spPr>
          <a:xfrm>
            <a:off x="6476818" y="1582974"/>
            <a:ext cx="2268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4: 4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的移位和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ReLU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左大括号 70">
            <a:extLst>
              <a:ext uri="{FF2B5EF4-FFF2-40B4-BE49-F238E27FC236}">
                <a16:creationId xmlns:a16="http://schemas.microsoft.com/office/drawing/2014/main" id="{854B9D27-B6E8-BB6F-04E4-FF480664F973}"/>
              </a:ext>
            </a:extLst>
          </p:cNvPr>
          <p:cNvSpPr/>
          <p:nvPr/>
        </p:nvSpPr>
        <p:spPr>
          <a:xfrm rot="16200000">
            <a:off x="6231211" y="2171581"/>
            <a:ext cx="322128" cy="317100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A9AFDDC-1DF1-406B-FBE5-05E5893DFE84}"/>
              </a:ext>
            </a:extLst>
          </p:cNvPr>
          <p:cNvSpPr txBox="1"/>
          <p:nvPr/>
        </p:nvSpPr>
        <p:spPr>
          <a:xfrm>
            <a:off x="4884948" y="4108757"/>
            <a:ext cx="3171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Verilog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模块中完成，因此该模块占了两拍。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A35C24-1B3E-C266-D797-38AEAA1C5862}"/>
              </a:ext>
            </a:extLst>
          </p:cNvPr>
          <p:cNvSpPr txBox="1"/>
          <p:nvPr/>
        </p:nvSpPr>
        <p:spPr>
          <a:xfrm>
            <a:off x="1405135" y="1575255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Bias,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路并行计算，每路八组并行计算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 8 MAC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7B156B-936A-F56F-0E90-8C64C49DD9E0}"/>
              </a:ext>
            </a:extLst>
          </p:cNvPr>
          <p:cNvSpPr txBox="1"/>
          <p:nvPr/>
        </p:nvSpPr>
        <p:spPr>
          <a:xfrm>
            <a:off x="21353" y="1469767"/>
            <a:ext cx="12501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=31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，所有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32 Channels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数据加载完毕</a:t>
            </a:r>
          </a:p>
        </p:txBody>
      </p:sp>
      <p:sp>
        <p:nvSpPr>
          <p:cNvPr id="32" name="左大括号 31">
            <a:extLst>
              <a:ext uri="{FF2B5EF4-FFF2-40B4-BE49-F238E27FC236}">
                <a16:creationId xmlns:a16="http://schemas.microsoft.com/office/drawing/2014/main" id="{9B6D7268-1D1A-F7E7-B6E0-0EF2FEC464CF}"/>
              </a:ext>
            </a:extLst>
          </p:cNvPr>
          <p:cNvSpPr/>
          <p:nvPr/>
        </p:nvSpPr>
        <p:spPr>
          <a:xfrm rot="16200000">
            <a:off x="2950350" y="2138923"/>
            <a:ext cx="322128" cy="317100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684401C-7AF6-2DD5-9948-2464C26B57EA}"/>
              </a:ext>
            </a:extLst>
          </p:cNvPr>
          <p:cNvSpPr txBox="1"/>
          <p:nvPr/>
        </p:nvSpPr>
        <p:spPr>
          <a:xfrm>
            <a:off x="2418972" y="4000773"/>
            <a:ext cx="14857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Verilog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模块中完成，因此该模块占了两拍。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4017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B1786-943D-24D8-D4DE-E0C48B05B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101CAC0-350D-1038-A4A4-D7E4B5790C9C}"/>
              </a:ext>
            </a:extLst>
          </p:cNvPr>
          <p:cNvSpPr txBox="1"/>
          <p:nvPr/>
        </p:nvSpPr>
        <p:spPr>
          <a:xfrm>
            <a:off x="540045" y="362078"/>
            <a:ext cx="10807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PostProcess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时序模型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MaxPool+FC+Resc+Sigmoid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4819B9F-7103-6CB1-BB3B-24417FACCA74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277068A-4516-B16A-2F4B-E15D25C63F59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9FEE1FB-ADC7-A450-EF3E-94F142500881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642368A-5841-9813-B20B-D680854813E8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84946AD-7593-A18C-0D84-AE0B14632EBE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3D59C65-1E71-3675-BFBE-842E7692E8BA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9E0E9F6-13FF-5BA7-9AA8-93173DC778E4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830CF6D-9C96-5128-0B2E-AF7FB6DC7198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ED44E86-5690-72A6-CDBD-7480E14869C8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6EEF4F2-4809-B137-EF34-9F320A507278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D62EB60-CE43-BD58-8C23-131193C109C7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C2CEEF4-7909-6DC8-DCC3-81A546041B4F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487025B-3890-2EAD-E1CC-D144FBD8B4A3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45691EF-B313-7B71-C6AA-1D6B174C48D3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7F346EF-0238-B653-05DA-2DBD4B53B8D5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6D48D80-B2A6-2223-D85C-A09F94BC933F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9BC7807-C25D-4AED-E54B-5D8B2A39AE79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620D71E-1615-7690-B7AD-7AF7A12CB78A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D9D31D6-349D-75A2-F601-BF1316D6BCBF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9C0CE6E-DA88-CC64-BEA2-001CA44FD6FB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E39EB53-40BB-99CD-958D-AFEED7760113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6A6E470-098C-944A-4570-48F9AD4EB62B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6870742-EBDB-F517-90C0-58E5DFDF7332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785297FE-24EE-3F9D-F7C4-A223C9670116}"/>
              </a:ext>
            </a:extLst>
          </p:cNvPr>
          <p:cNvSpPr/>
          <p:nvPr/>
        </p:nvSpPr>
        <p:spPr>
          <a:xfrm>
            <a:off x="1500271" y="2753840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F150734-27CB-3208-A976-22C57A31BAAB}"/>
              </a:ext>
            </a:extLst>
          </p:cNvPr>
          <p:cNvSpPr/>
          <p:nvPr/>
        </p:nvSpPr>
        <p:spPr>
          <a:xfrm>
            <a:off x="3141082" y="2780318"/>
            <a:ext cx="1443192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12FC1A8-2648-1E77-515E-A8C2CBC95790}"/>
              </a:ext>
            </a:extLst>
          </p:cNvPr>
          <p:cNvSpPr txBox="1"/>
          <p:nvPr/>
        </p:nvSpPr>
        <p:spPr>
          <a:xfrm>
            <a:off x="3118518" y="1579115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2: 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路并行，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矩阵乘法，与权重相乘后加到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data_out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116B551-8129-80F8-45A3-6F89356BAA09}"/>
              </a:ext>
            </a:extLst>
          </p:cNvPr>
          <p:cNvSpPr/>
          <p:nvPr/>
        </p:nvSpPr>
        <p:spPr>
          <a:xfrm>
            <a:off x="6456973" y="275384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0F12A23-EA05-5B0C-05D6-4657ED418653}"/>
              </a:ext>
            </a:extLst>
          </p:cNvPr>
          <p:cNvSpPr/>
          <p:nvPr/>
        </p:nvSpPr>
        <p:spPr>
          <a:xfrm>
            <a:off x="8120655" y="2762203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908E43-862D-7B38-562D-FC3BEADD4606}"/>
              </a:ext>
            </a:extLst>
          </p:cNvPr>
          <p:cNvSpPr txBox="1"/>
          <p:nvPr/>
        </p:nvSpPr>
        <p:spPr>
          <a:xfrm>
            <a:off x="1405135" y="1575255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1: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MaxPool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(4, 4)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，同时加载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权重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同时加载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偏置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CA0272-C214-3D40-8251-B55E8DDEE931}"/>
              </a:ext>
            </a:extLst>
          </p:cNvPr>
          <p:cNvSpPr txBox="1"/>
          <p:nvPr/>
        </p:nvSpPr>
        <p:spPr>
          <a:xfrm>
            <a:off x="4412325" y="2837540"/>
            <a:ext cx="717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35FCF3-9DAE-5147-B448-C96CE6DF153F}"/>
              </a:ext>
            </a:extLst>
          </p:cNvPr>
          <p:cNvSpPr/>
          <p:nvPr/>
        </p:nvSpPr>
        <p:spPr>
          <a:xfrm>
            <a:off x="4927451" y="2779545"/>
            <a:ext cx="1443192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72F8404-53B5-8767-AF17-09D54464159D}"/>
              </a:ext>
            </a:extLst>
          </p:cNvPr>
          <p:cNvSpPr txBox="1"/>
          <p:nvPr/>
        </p:nvSpPr>
        <p:spPr>
          <a:xfrm>
            <a:off x="3753971" y="3660743"/>
            <a:ext cx="1944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9×32=288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个周期</a:t>
            </a:r>
          </a:p>
        </p:txBody>
      </p:sp>
      <p:sp>
        <p:nvSpPr>
          <p:cNvPr id="35" name="左大括号 34">
            <a:extLst>
              <a:ext uri="{FF2B5EF4-FFF2-40B4-BE49-F238E27FC236}">
                <a16:creationId xmlns:a16="http://schemas.microsoft.com/office/drawing/2014/main" id="{93FC4669-99D2-CAF6-EF08-0DF8CAE75EA8}"/>
              </a:ext>
            </a:extLst>
          </p:cNvPr>
          <p:cNvSpPr/>
          <p:nvPr/>
        </p:nvSpPr>
        <p:spPr>
          <a:xfrm rot="16200000">
            <a:off x="7874866" y="2124368"/>
            <a:ext cx="322128" cy="317100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D01D0C8-1BDA-DED4-B9D1-283AFB16B7B1}"/>
              </a:ext>
            </a:extLst>
          </p:cNvPr>
          <p:cNvSpPr txBox="1"/>
          <p:nvPr/>
        </p:nvSpPr>
        <p:spPr>
          <a:xfrm>
            <a:off x="6528603" y="4061544"/>
            <a:ext cx="3171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Verilog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模块中完成，因此该模块占了两拍。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1864A36-7A8F-B18C-2678-615B5AA365B0}"/>
              </a:ext>
            </a:extLst>
          </p:cNvPr>
          <p:cNvSpPr txBox="1"/>
          <p:nvPr/>
        </p:nvSpPr>
        <p:spPr>
          <a:xfrm>
            <a:off x="6370643" y="1575256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3: 2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的乘法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EDBB753-7419-40BF-557C-437D4376BBB9}"/>
              </a:ext>
            </a:extLst>
          </p:cNvPr>
          <p:cNvSpPr txBox="1"/>
          <p:nvPr/>
        </p:nvSpPr>
        <p:spPr>
          <a:xfrm>
            <a:off x="8040693" y="1575256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4: 2 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个并行计算单元，每个单元计算进行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的移位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93D8518-43ED-8B8B-4863-B64E94A95B57}"/>
              </a:ext>
            </a:extLst>
          </p:cNvPr>
          <p:cNvSpPr/>
          <p:nvPr/>
        </p:nvSpPr>
        <p:spPr>
          <a:xfrm>
            <a:off x="9753817" y="2753840"/>
            <a:ext cx="1507331" cy="723628"/>
          </a:xfrm>
          <a:prstGeom prst="rect">
            <a:avLst/>
          </a:prstGeom>
          <a:solidFill>
            <a:srgbClr val="00B050">
              <a:alpha val="27000"/>
            </a:srgbClr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9B2C6F4-3CB6-CA1C-AD28-B2ABCD89F71E}"/>
              </a:ext>
            </a:extLst>
          </p:cNvPr>
          <p:cNvSpPr txBox="1"/>
          <p:nvPr/>
        </p:nvSpPr>
        <p:spPr>
          <a:xfrm>
            <a:off x="9710743" y="1549594"/>
            <a:ext cx="17567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 5: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最后的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Float32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结果根据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INT8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查表得出，一拍</a:t>
            </a:r>
          </a:p>
        </p:txBody>
      </p:sp>
    </p:spTree>
    <p:extLst>
      <p:ext uri="{BB962C8B-B14F-4D97-AF65-F5344CB8AC3E}">
        <p14:creationId xmlns:p14="http://schemas.microsoft.com/office/powerpoint/2010/main" val="1751758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A4ED7-DEB4-5611-6BC9-928D7E2E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1C44008-2E21-ABE6-A921-B4D86525B10F}"/>
              </a:ext>
            </a:extLst>
          </p:cNvPr>
          <p:cNvSpPr txBox="1"/>
          <p:nvPr/>
        </p:nvSpPr>
        <p:spPr>
          <a:xfrm>
            <a:off x="540047" y="362078"/>
            <a:ext cx="4412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MiniCNN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架构分析：优缺点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8DAEF3-D04B-6361-B53C-F0538611A834}"/>
              </a:ext>
            </a:extLst>
          </p:cNvPr>
          <p:cNvSpPr txBox="1"/>
          <p:nvPr/>
        </p:nvSpPr>
        <p:spPr>
          <a:xfrm>
            <a:off x="742564" y="1147602"/>
            <a:ext cx="10622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29" lvl="1" indent="-285742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高度并行化的输入计算，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14×10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4×4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2×2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2×2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9×32=288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个周期即可计算完毕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输出向量，架构清晰易懂，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构建二位空间索引指明当前位置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29" lvl="1" indent="-285742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不用消耗过多存储存放参数和输入，所有参数与输入都是随用随取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BA0595-25B5-D6AA-F31F-7201DAA2A248}"/>
              </a:ext>
            </a:extLst>
          </p:cNvPr>
          <p:cNvSpPr txBox="1"/>
          <p:nvPr/>
        </p:nvSpPr>
        <p:spPr>
          <a:xfrm>
            <a:off x="742565" y="2754450"/>
            <a:ext cx="106966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29" lvl="1" indent="-285742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重复计算：发生在大窗口移动后，大量卷积窗口发生重复计算，这一点造成了大量不必要的动态功耗！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29" lvl="1" indent="-285742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状态信号缺失，数据同步全程依赖严格的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及其附属子信号对齐，但是这一点既是坏处，也是好处。代价就是各级顶层模块的子模块定义相当混乱，无法肉眼看出子模块的流水阶段，可读性差。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29" lvl="1" indent="-285742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除此之外还有许多额外操作，例如第一轮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通道没有填满，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没有任何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在流水，但是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仍然傻乎乎的每周期切换。</a:t>
            </a:r>
          </a:p>
        </p:txBody>
      </p:sp>
    </p:spTree>
    <p:extLst>
      <p:ext uri="{BB962C8B-B14F-4D97-AF65-F5344CB8AC3E}">
        <p14:creationId xmlns:p14="http://schemas.microsoft.com/office/powerpoint/2010/main" val="1387983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FA0EA-9686-D191-AC58-047CDF78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7DB746-0F17-1047-6694-7CB25F2E5143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1F2A2C-BF88-D759-806A-95F3E84542E8}"/>
              </a:ext>
            </a:extLst>
          </p:cNvPr>
          <p:cNvSpPr txBox="1"/>
          <p:nvPr/>
        </p:nvSpPr>
        <p:spPr>
          <a:xfrm>
            <a:off x="540047" y="1123055"/>
            <a:ext cx="488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输入侧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20E652E-C769-B4A9-60C4-EE718913AFFD}"/>
              </a:ext>
            </a:extLst>
          </p:cNvPr>
          <p:cNvCxnSpPr>
            <a:cxnSpLocks/>
          </p:cNvCxnSpPr>
          <p:nvPr/>
        </p:nvCxnSpPr>
        <p:spPr>
          <a:xfrm>
            <a:off x="2324321" y="299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25C79E1-84D5-1BE1-7C7E-A5F747CC8147}"/>
              </a:ext>
            </a:extLst>
          </p:cNvPr>
          <p:cNvCxnSpPr>
            <a:cxnSpLocks/>
          </p:cNvCxnSpPr>
          <p:nvPr/>
        </p:nvCxnSpPr>
        <p:spPr>
          <a:xfrm>
            <a:off x="3152805" y="240480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27D90EF-B8C9-D36F-AF4E-31FDF127615A}"/>
              </a:ext>
            </a:extLst>
          </p:cNvPr>
          <p:cNvCxnSpPr>
            <a:cxnSpLocks/>
          </p:cNvCxnSpPr>
          <p:nvPr/>
        </p:nvCxnSpPr>
        <p:spPr>
          <a:xfrm>
            <a:off x="3152806" y="242147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D819CC8-0BF4-348D-022F-F2AC2F1B025D}"/>
              </a:ext>
            </a:extLst>
          </p:cNvPr>
          <p:cNvCxnSpPr>
            <a:cxnSpLocks/>
          </p:cNvCxnSpPr>
          <p:nvPr/>
        </p:nvCxnSpPr>
        <p:spPr>
          <a:xfrm>
            <a:off x="3981290" y="2404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CD8B8A-0908-090A-0991-C8FA8836E3CD}"/>
              </a:ext>
            </a:extLst>
          </p:cNvPr>
          <p:cNvCxnSpPr>
            <a:cxnSpLocks/>
          </p:cNvCxnSpPr>
          <p:nvPr/>
        </p:nvCxnSpPr>
        <p:spPr>
          <a:xfrm>
            <a:off x="3976909" y="299535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42A2B14-643A-6D81-A48D-17AD9FB5C95D}"/>
              </a:ext>
            </a:extLst>
          </p:cNvPr>
          <p:cNvCxnSpPr>
            <a:cxnSpLocks/>
          </p:cNvCxnSpPr>
          <p:nvPr/>
        </p:nvCxnSpPr>
        <p:spPr>
          <a:xfrm>
            <a:off x="4805393" y="240774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93B3BD7-800E-AB68-A34B-C350A0BF97F9}"/>
              </a:ext>
            </a:extLst>
          </p:cNvPr>
          <p:cNvCxnSpPr>
            <a:cxnSpLocks/>
          </p:cNvCxnSpPr>
          <p:nvPr/>
        </p:nvCxnSpPr>
        <p:spPr>
          <a:xfrm>
            <a:off x="4805394" y="242441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8EC791B-6D75-B6A2-7C20-E4BEBDED4C55}"/>
              </a:ext>
            </a:extLst>
          </p:cNvPr>
          <p:cNvCxnSpPr>
            <a:cxnSpLocks/>
          </p:cNvCxnSpPr>
          <p:nvPr/>
        </p:nvCxnSpPr>
        <p:spPr>
          <a:xfrm>
            <a:off x="5633878" y="2407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64E5440-9534-CBC0-DCEE-C94BBF8CF740}"/>
              </a:ext>
            </a:extLst>
          </p:cNvPr>
          <p:cNvCxnSpPr>
            <a:cxnSpLocks/>
          </p:cNvCxnSpPr>
          <p:nvPr/>
        </p:nvCxnSpPr>
        <p:spPr>
          <a:xfrm>
            <a:off x="5634258" y="299535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BFD76E4-92F0-B94E-0F30-032FCD5DDB0B}"/>
              </a:ext>
            </a:extLst>
          </p:cNvPr>
          <p:cNvCxnSpPr>
            <a:cxnSpLocks/>
          </p:cNvCxnSpPr>
          <p:nvPr/>
        </p:nvCxnSpPr>
        <p:spPr>
          <a:xfrm>
            <a:off x="6462742" y="240774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1A32F39-D3CC-34C8-8874-6832018BA1C1}"/>
              </a:ext>
            </a:extLst>
          </p:cNvPr>
          <p:cNvCxnSpPr>
            <a:cxnSpLocks/>
          </p:cNvCxnSpPr>
          <p:nvPr/>
        </p:nvCxnSpPr>
        <p:spPr>
          <a:xfrm>
            <a:off x="6462743" y="242441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024709-F893-2A7A-8683-34F32C094D2B}"/>
              </a:ext>
            </a:extLst>
          </p:cNvPr>
          <p:cNvCxnSpPr>
            <a:cxnSpLocks/>
          </p:cNvCxnSpPr>
          <p:nvPr/>
        </p:nvCxnSpPr>
        <p:spPr>
          <a:xfrm>
            <a:off x="7291227" y="2407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4563C2C-3847-1F99-58E3-206988729EBD}"/>
              </a:ext>
            </a:extLst>
          </p:cNvPr>
          <p:cNvCxnSpPr>
            <a:cxnSpLocks/>
          </p:cNvCxnSpPr>
          <p:nvPr/>
        </p:nvCxnSpPr>
        <p:spPr>
          <a:xfrm>
            <a:off x="7286846" y="299829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1C00D05-0AF3-FCA7-83A4-4E8F13C89F74}"/>
              </a:ext>
            </a:extLst>
          </p:cNvPr>
          <p:cNvCxnSpPr>
            <a:cxnSpLocks/>
          </p:cNvCxnSpPr>
          <p:nvPr/>
        </p:nvCxnSpPr>
        <p:spPr>
          <a:xfrm>
            <a:off x="8115330" y="241068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50E2372-36A6-8463-8B67-B460A8D380EF}"/>
              </a:ext>
            </a:extLst>
          </p:cNvPr>
          <p:cNvCxnSpPr>
            <a:cxnSpLocks/>
          </p:cNvCxnSpPr>
          <p:nvPr/>
        </p:nvCxnSpPr>
        <p:spPr>
          <a:xfrm>
            <a:off x="8115331" y="242735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A2D8818-2557-0886-11CB-6B7CBD8185C6}"/>
              </a:ext>
            </a:extLst>
          </p:cNvPr>
          <p:cNvCxnSpPr>
            <a:cxnSpLocks/>
          </p:cNvCxnSpPr>
          <p:nvPr/>
        </p:nvCxnSpPr>
        <p:spPr>
          <a:xfrm>
            <a:off x="8943815" y="241068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5E58092-B9FD-333C-78EF-601F514825CC}"/>
              </a:ext>
            </a:extLst>
          </p:cNvPr>
          <p:cNvCxnSpPr>
            <a:cxnSpLocks/>
          </p:cNvCxnSpPr>
          <p:nvPr/>
        </p:nvCxnSpPr>
        <p:spPr>
          <a:xfrm>
            <a:off x="8948958" y="299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D34D9F8-80DB-2CA2-168F-48F535DF3D38}"/>
              </a:ext>
            </a:extLst>
          </p:cNvPr>
          <p:cNvCxnSpPr>
            <a:cxnSpLocks/>
          </p:cNvCxnSpPr>
          <p:nvPr/>
        </p:nvCxnSpPr>
        <p:spPr>
          <a:xfrm>
            <a:off x="9777442" y="240480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901BFF9-DE55-86E8-4EA4-D35725096742}"/>
              </a:ext>
            </a:extLst>
          </p:cNvPr>
          <p:cNvCxnSpPr>
            <a:cxnSpLocks/>
          </p:cNvCxnSpPr>
          <p:nvPr/>
        </p:nvCxnSpPr>
        <p:spPr>
          <a:xfrm>
            <a:off x="2324320" y="2404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3E813ED-F261-A44D-898B-8E59C37B7243}"/>
              </a:ext>
            </a:extLst>
          </p:cNvPr>
          <p:cNvSpPr txBox="1"/>
          <p:nvPr/>
        </p:nvSpPr>
        <p:spPr>
          <a:xfrm>
            <a:off x="890857" y="250149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读时序：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D4EE1A0-0509-6D58-3EC1-8C175D12F2DC}"/>
              </a:ext>
            </a:extLst>
          </p:cNvPr>
          <p:cNvSpPr txBox="1"/>
          <p:nvPr/>
        </p:nvSpPr>
        <p:spPr>
          <a:xfrm>
            <a:off x="2367375" y="3351404"/>
            <a:ext cx="1704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pos_req_pos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33F7660-4621-40C5-DBD6-D895F379F9E6}"/>
              </a:ext>
            </a:extLst>
          </p:cNvPr>
          <p:cNvCxnSpPr>
            <a:cxnSpLocks/>
          </p:cNvCxnSpPr>
          <p:nvPr/>
        </p:nvCxnSpPr>
        <p:spPr>
          <a:xfrm>
            <a:off x="3152805" y="242147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3A23DAD8-51E8-ABDC-E6DB-81CBF536DE35}"/>
              </a:ext>
            </a:extLst>
          </p:cNvPr>
          <p:cNvSpPr/>
          <p:nvPr/>
        </p:nvSpPr>
        <p:spPr>
          <a:xfrm>
            <a:off x="3230196" y="2268782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7C1C06D-E07F-F17A-C666-28829AEABFD6}"/>
              </a:ext>
            </a:extLst>
          </p:cNvPr>
          <p:cNvSpPr txBox="1"/>
          <p:nvPr/>
        </p:nvSpPr>
        <p:spPr>
          <a:xfrm>
            <a:off x="2923126" y="1722337"/>
            <a:ext cx="2569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pos_req_pos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组合逻辑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提取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pos_window_now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8B33C84-57F5-BB0D-4D0F-0A5F2416C825}"/>
              </a:ext>
            </a:extLst>
          </p:cNvPr>
          <p:cNvSpPr txBox="1"/>
          <p:nvPr/>
        </p:nvSpPr>
        <p:spPr>
          <a:xfrm>
            <a:off x="4071381" y="3351404"/>
            <a:ext cx="4289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pos_window_data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获取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pos_window_now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C1CEAAC-61CE-8913-C0CA-DE9CC161BF67}"/>
              </a:ext>
            </a:extLst>
          </p:cNvPr>
          <p:cNvCxnSpPr>
            <a:cxnSpLocks/>
          </p:cNvCxnSpPr>
          <p:nvPr/>
        </p:nvCxnSpPr>
        <p:spPr>
          <a:xfrm>
            <a:off x="4807773" y="242147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909B747-EBAE-6C58-8161-CF2254F478FF}"/>
              </a:ext>
            </a:extLst>
          </p:cNvPr>
          <p:cNvCxnSpPr>
            <a:cxnSpLocks/>
          </p:cNvCxnSpPr>
          <p:nvPr/>
        </p:nvCxnSpPr>
        <p:spPr>
          <a:xfrm>
            <a:off x="2324321" y="543388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90F6E6F-C112-FE73-CFF8-BB723E80DEA9}"/>
              </a:ext>
            </a:extLst>
          </p:cNvPr>
          <p:cNvCxnSpPr>
            <a:cxnSpLocks/>
          </p:cNvCxnSpPr>
          <p:nvPr/>
        </p:nvCxnSpPr>
        <p:spPr>
          <a:xfrm>
            <a:off x="3152805" y="484627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5323F4-0625-EE4E-B74F-C3B763E71F6D}"/>
              </a:ext>
            </a:extLst>
          </p:cNvPr>
          <p:cNvCxnSpPr>
            <a:cxnSpLocks/>
          </p:cNvCxnSpPr>
          <p:nvPr/>
        </p:nvCxnSpPr>
        <p:spPr>
          <a:xfrm>
            <a:off x="3152806" y="486294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1B3BE6C-C266-7B8D-F7BC-66CDBDF4709B}"/>
              </a:ext>
            </a:extLst>
          </p:cNvPr>
          <p:cNvCxnSpPr>
            <a:cxnSpLocks/>
          </p:cNvCxnSpPr>
          <p:nvPr/>
        </p:nvCxnSpPr>
        <p:spPr>
          <a:xfrm>
            <a:off x="3981290" y="484627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4E33CFD-4A3E-EE7D-DB85-E060F3465681}"/>
              </a:ext>
            </a:extLst>
          </p:cNvPr>
          <p:cNvCxnSpPr>
            <a:cxnSpLocks/>
          </p:cNvCxnSpPr>
          <p:nvPr/>
        </p:nvCxnSpPr>
        <p:spPr>
          <a:xfrm>
            <a:off x="3976909" y="543682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F8AF07D-D188-6ACA-E32A-6F1D0F9069D4}"/>
              </a:ext>
            </a:extLst>
          </p:cNvPr>
          <p:cNvCxnSpPr>
            <a:cxnSpLocks/>
          </p:cNvCxnSpPr>
          <p:nvPr/>
        </p:nvCxnSpPr>
        <p:spPr>
          <a:xfrm>
            <a:off x="4805393" y="48492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FD0C9A5-1E87-F03B-6D5F-0A8C27DC9F68}"/>
              </a:ext>
            </a:extLst>
          </p:cNvPr>
          <p:cNvCxnSpPr>
            <a:cxnSpLocks/>
          </p:cNvCxnSpPr>
          <p:nvPr/>
        </p:nvCxnSpPr>
        <p:spPr>
          <a:xfrm>
            <a:off x="4805394" y="486588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86EBFB7-382D-6594-5394-CB708949207C}"/>
              </a:ext>
            </a:extLst>
          </p:cNvPr>
          <p:cNvCxnSpPr>
            <a:cxnSpLocks/>
          </p:cNvCxnSpPr>
          <p:nvPr/>
        </p:nvCxnSpPr>
        <p:spPr>
          <a:xfrm>
            <a:off x="5633878" y="484921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0A942A8-7398-46C2-7864-74C7593D543D}"/>
              </a:ext>
            </a:extLst>
          </p:cNvPr>
          <p:cNvCxnSpPr>
            <a:cxnSpLocks/>
          </p:cNvCxnSpPr>
          <p:nvPr/>
        </p:nvCxnSpPr>
        <p:spPr>
          <a:xfrm>
            <a:off x="5634258" y="543682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20177EE-8A09-0D42-83A3-0CA01991E541}"/>
              </a:ext>
            </a:extLst>
          </p:cNvPr>
          <p:cNvCxnSpPr>
            <a:cxnSpLocks/>
          </p:cNvCxnSpPr>
          <p:nvPr/>
        </p:nvCxnSpPr>
        <p:spPr>
          <a:xfrm>
            <a:off x="6462742" y="484921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A04B320-7821-C39D-CD04-459DD23B81F2}"/>
              </a:ext>
            </a:extLst>
          </p:cNvPr>
          <p:cNvCxnSpPr>
            <a:cxnSpLocks/>
          </p:cNvCxnSpPr>
          <p:nvPr/>
        </p:nvCxnSpPr>
        <p:spPr>
          <a:xfrm>
            <a:off x="6462743" y="486588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A037C86F-D187-C80D-14C9-11CEFD88E294}"/>
              </a:ext>
            </a:extLst>
          </p:cNvPr>
          <p:cNvCxnSpPr>
            <a:cxnSpLocks/>
          </p:cNvCxnSpPr>
          <p:nvPr/>
        </p:nvCxnSpPr>
        <p:spPr>
          <a:xfrm>
            <a:off x="7291227" y="484921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322226C-7DD6-AD2F-5E26-5456F946CA02}"/>
              </a:ext>
            </a:extLst>
          </p:cNvPr>
          <p:cNvCxnSpPr>
            <a:cxnSpLocks/>
          </p:cNvCxnSpPr>
          <p:nvPr/>
        </p:nvCxnSpPr>
        <p:spPr>
          <a:xfrm>
            <a:off x="7286846" y="543976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75B7DF3-21E0-657E-C579-3984ED6A8FDC}"/>
              </a:ext>
            </a:extLst>
          </p:cNvPr>
          <p:cNvCxnSpPr>
            <a:cxnSpLocks/>
          </p:cNvCxnSpPr>
          <p:nvPr/>
        </p:nvCxnSpPr>
        <p:spPr>
          <a:xfrm>
            <a:off x="8115330" y="485215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B4BC8AC-FC4F-5615-8614-2FAA0F6DFBA2}"/>
              </a:ext>
            </a:extLst>
          </p:cNvPr>
          <p:cNvCxnSpPr>
            <a:cxnSpLocks/>
          </p:cNvCxnSpPr>
          <p:nvPr/>
        </p:nvCxnSpPr>
        <p:spPr>
          <a:xfrm>
            <a:off x="8115331" y="4868823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261B77F-9566-92B0-B2B5-D09B232DCEA4}"/>
              </a:ext>
            </a:extLst>
          </p:cNvPr>
          <p:cNvCxnSpPr>
            <a:cxnSpLocks/>
          </p:cNvCxnSpPr>
          <p:nvPr/>
        </p:nvCxnSpPr>
        <p:spPr>
          <a:xfrm>
            <a:off x="8943815" y="485215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E68C4E6-270D-86A1-EDEB-EA91B88D4DAB}"/>
              </a:ext>
            </a:extLst>
          </p:cNvPr>
          <p:cNvCxnSpPr>
            <a:cxnSpLocks/>
          </p:cNvCxnSpPr>
          <p:nvPr/>
        </p:nvCxnSpPr>
        <p:spPr>
          <a:xfrm>
            <a:off x="8948958" y="543388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6351CA7-FD62-3838-EC19-2F2222EDD021}"/>
              </a:ext>
            </a:extLst>
          </p:cNvPr>
          <p:cNvCxnSpPr>
            <a:cxnSpLocks/>
          </p:cNvCxnSpPr>
          <p:nvPr/>
        </p:nvCxnSpPr>
        <p:spPr>
          <a:xfrm>
            <a:off x="9777442" y="484627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5824A50-E649-5D76-D66D-78ECB75F1959}"/>
              </a:ext>
            </a:extLst>
          </p:cNvPr>
          <p:cNvCxnSpPr>
            <a:cxnSpLocks/>
          </p:cNvCxnSpPr>
          <p:nvPr/>
        </p:nvCxnSpPr>
        <p:spPr>
          <a:xfrm>
            <a:off x="2324320" y="48462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EC9C3D2C-255E-C690-1CA5-BEE4250379FB}"/>
              </a:ext>
            </a:extLst>
          </p:cNvPr>
          <p:cNvSpPr txBox="1"/>
          <p:nvPr/>
        </p:nvSpPr>
        <p:spPr>
          <a:xfrm>
            <a:off x="890857" y="494296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写时序：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35C4A0A-1398-684F-A911-3BC01A0AC167}"/>
              </a:ext>
            </a:extLst>
          </p:cNvPr>
          <p:cNvSpPr txBox="1"/>
          <p:nvPr/>
        </p:nvSpPr>
        <p:spPr>
          <a:xfrm>
            <a:off x="1954970" y="5803795"/>
            <a:ext cx="28516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信号组变为有效：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img_wr_en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img_wr_buf_sel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img_wr_addr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img_wr_data_lo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img_wr_data_hi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C057341-28A4-CE35-5F3F-24E558CFCE59}"/>
              </a:ext>
            </a:extLst>
          </p:cNvPr>
          <p:cNvCxnSpPr>
            <a:cxnSpLocks/>
          </p:cNvCxnSpPr>
          <p:nvPr/>
        </p:nvCxnSpPr>
        <p:spPr>
          <a:xfrm>
            <a:off x="3152805" y="4862941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3D08340B-C90A-9ECB-EA22-33DB57E899BC}"/>
              </a:ext>
            </a:extLst>
          </p:cNvPr>
          <p:cNvSpPr/>
          <p:nvPr/>
        </p:nvSpPr>
        <p:spPr>
          <a:xfrm>
            <a:off x="3230196" y="4710251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117C8B5-C7D4-B66C-2A3B-270829ED3DD4}"/>
              </a:ext>
            </a:extLst>
          </p:cNvPr>
          <p:cNvSpPr txBox="1"/>
          <p:nvPr/>
        </p:nvSpPr>
        <p:spPr>
          <a:xfrm>
            <a:off x="4555897" y="5841075"/>
            <a:ext cx="33206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frame_cache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根据输入地址写入数据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0A5CDB82-4614-E892-3776-07A3B4564422}"/>
              </a:ext>
            </a:extLst>
          </p:cNvPr>
          <p:cNvCxnSpPr>
            <a:cxnSpLocks/>
          </p:cNvCxnSpPr>
          <p:nvPr/>
        </p:nvCxnSpPr>
        <p:spPr>
          <a:xfrm>
            <a:off x="4807773" y="4862941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369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1D56-89C3-4C3F-1290-97F5CB90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267D61-9604-3A00-D6C0-975921DE9A6D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DCA46D-E9C2-4CBD-17FC-BEDEF3BBB3BF}"/>
              </a:ext>
            </a:extLst>
          </p:cNvPr>
          <p:cNvSpPr txBox="1"/>
          <p:nvPr/>
        </p:nvSpPr>
        <p:spPr>
          <a:xfrm>
            <a:off x="540047" y="1123055"/>
            <a:ext cx="488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输入侧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EA9E0C2-CAE1-035F-665A-D4EC9896038D}"/>
              </a:ext>
            </a:extLst>
          </p:cNvPr>
          <p:cNvCxnSpPr>
            <a:cxnSpLocks/>
          </p:cNvCxnSpPr>
          <p:nvPr/>
        </p:nvCxnSpPr>
        <p:spPr>
          <a:xfrm>
            <a:off x="2299773" y="3679746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8DC1F35-3042-0CD1-E9FD-48123529D745}"/>
              </a:ext>
            </a:extLst>
          </p:cNvPr>
          <p:cNvCxnSpPr>
            <a:cxnSpLocks/>
          </p:cNvCxnSpPr>
          <p:nvPr/>
        </p:nvCxnSpPr>
        <p:spPr>
          <a:xfrm>
            <a:off x="3128257" y="3092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6DC07D2-30E1-E175-7C89-7A1D645EE74F}"/>
              </a:ext>
            </a:extLst>
          </p:cNvPr>
          <p:cNvCxnSpPr>
            <a:cxnSpLocks/>
          </p:cNvCxnSpPr>
          <p:nvPr/>
        </p:nvCxnSpPr>
        <p:spPr>
          <a:xfrm>
            <a:off x="3128258" y="3108806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683B996-39BE-737F-4BBF-931CAC790997}"/>
              </a:ext>
            </a:extLst>
          </p:cNvPr>
          <p:cNvCxnSpPr>
            <a:cxnSpLocks/>
          </p:cNvCxnSpPr>
          <p:nvPr/>
        </p:nvCxnSpPr>
        <p:spPr>
          <a:xfrm>
            <a:off x="3956742" y="309213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8B1CF08-2751-B8FE-58F7-0E9DDF39A944}"/>
              </a:ext>
            </a:extLst>
          </p:cNvPr>
          <p:cNvCxnSpPr>
            <a:cxnSpLocks/>
          </p:cNvCxnSpPr>
          <p:nvPr/>
        </p:nvCxnSpPr>
        <p:spPr>
          <a:xfrm>
            <a:off x="3952361" y="368268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8738E9B-D9CF-DA85-D707-09990146EEAD}"/>
              </a:ext>
            </a:extLst>
          </p:cNvPr>
          <p:cNvCxnSpPr>
            <a:cxnSpLocks/>
          </p:cNvCxnSpPr>
          <p:nvPr/>
        </p:nvCxnSpPr>
        <p:spPr>
          <a:xfrm>
            <a:off x="4780845" y="309507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021FCFD-0B25-9710-E55A-B3802684714B}"/>
              </a:ext>
            </a:extLst>
          </p:cNvPr>
          <p:cNvCxnSpPr>
            <a:cxnSpLocks/>
          </p:cNvCxnSpPr>
          <p:nvPr/>
        </p:nvCxnSpPr>
        <p:spPr>
          <a:xfrm>
            <a:off x="4780846" y="311174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01C3C4E-E33B-EE53-B66C-ECAC0DB1C15B}"/>
              </a:ext>
            </a:extLst>
          </p:cNvPr>
          <p:cNvCxnSpPr>
            <a:cxnSpLocks/>
          </p:cNvCxnSpPr>
          <p:nvPr/>
        </p:nvCxnSpPr>
        <p:spPr>
          <a:xfrm>
            <a:off x="5609330" y="309507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E528E84-E778-67C0-77C3-F6F683778A7E}"/>
              </a:ext>
            </a:extLst>
          </p:cNvPr>
          <p:cNvCxnSpPr>
            <a:cxnSpLocks/>
          </p:cNvCxnSpPr>
          <p:nvPr/>
        </p:nvCxnSpPr>
        <p:spPr>
          <a:xfrm>
            <a:off x="5609710" y="368268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04262D2-E4BC-A78A-3D26-C58D64B32814}"/>
              </a:ext>
            </a:extLst>
          </p:cNvPr>
          <p:cNvCxnSpPr>
            <a:cxnSpLocks/>
          </p:cNvCxnSpPr>
          <p:nvPr/>
        </p:nvCxnSpPr>
        <p:spPr>
          <a:xfrm>
            <a:off x="6438194" y="309507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3EFB923-4FFE-82DD-FD9A-23A1F2FBC103}"/>
              </a:ext>
            </a:extLst>
          </p:cNvPr>
          <p:cNvCxnSpPr>
            <a:cxnSpLocks/>
          </p:cNvCxnSpPr>
          <p:nvPr/>
        </p:nvCxnSpPr>
        <p:spPr>
          <a:xfrm>
            <a:off x="6438195" y="311174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8B7A7A3-5848-2EC8-18A4-AF07A31548D2}"/>
              </a:ext>
            </a:extLst>
          </p:cNvPr>
          <p:cNvCxnSpPr>
            <a:cxnSpLocks/>
          </p:cNvCxnSpPr>
          <p:nvPr/>
        </p:nvCxnSpPr>
        <p:spPr>
          <a:xfrm>
            <a:off x="7266679" y="309507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B10C383-9518-8499-9C7D-DC6A281D0430}"/>
              </a:ext>
            </a:extLst>
          </p:cNvPr>
          <p:cNvCxnSpPr>
            <a:cxnSpLocks/>
          </p:cNvCxnSpPr>
          <p:nvPr/>
        </p:nvCxnSpPr>
        <p:spPr>
          <a:xfrm>
            <a:off x="7262298" y="368562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84C35ED-C6AF-B1ED-E886-324D8C737936}"/>
              </a:ext>
            </a:extLst>
          </p:cNvPr>
          <p:cNvCxnSpPr>
            <a:cxnSpLocks/>
          </p:cNvCxnSpPr>
          <p:nvPr/>
        </p:nvCxnSpPr>
        <p:spPr>
          <a:xfrm>
            <a:off x="8090782" y="309802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F18C136E-B08C-8D79-C854-6D293A30D8F7}"/>
              </a:ext>
            </a:extLst>
          </p:cNvPr>
          <p:cNvCxnSpPr>
            <a:cxnSpLocks/>
          </p:cNvCxnSpPr>
          <p:nvPr/>
        </p:nvCxnSpPr>
        <p:spPr>
          <a:xfrm>
            <a:off x="8090783" y="311468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B4B9A7C0-7525-F1EA-B695-4ECCBE76929C}"/>
              </a:ext>
            </a:extLst>
          </p:cNvPr>
          <p:cNvCxnSpPr>
            <a:cxnSpLocks/>
          </p:cNvCxnSpPr>
          <p:nvPr/>
        </p:nvCxnSpPr>
        <p:spPr>
          <a:xfrm>
            <a:off x="8919267" y="309801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03696AA9-8B34-A92B-FD02-C4ECECB584B1}"/>
              </a:ext>
            </a:extLst>
          </p:cNvPr>
          <p:cNvCxnSpPr>
            <a:cxnSpLocks/>
          </p:cNvCxnSpPr>
          <p:nvPr/>
        </p:nvCxnSpPr>
        <p:spPr>
          <a:xfrm>
            <a:off x="8924410" y="3679746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7056BCC4-A5D6-E2A7-3681-6F5F33C4D16F}"/>
              </a:ext>
            </a:extLst>
          </p:cNvPr>
          <p:cNvCxnSpPr>
            <a:cxnSpLocks/>
          </p:cNvCxnSpPr>
          <p:nvPr/>
        </p:nvCxnSpPr>
        <p:spPr>
          <a:xfrm>
            <a:off x="9752894" y="3092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D5E1D099-BE99-C1E6-6A87-85A103643573}"/>
              </a:ext>
            </a:extLst>
          </p:cNvPr>
          <p:cNvCxnSpPr>
            <a:cxnSpLocks/>
          </p:cNvCxnSpPr>
          <p:nvPr/>
        </p:nvCxnSpPr>
        <p:spPr>
          <a:xfrm>
            <a:off x="2299772" y="309213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5AC2CC2C-8138-B5CA-558F-1F925A8794EE}"/>
              </a:ext>
            </a:extLst>
          </p:cNvPr>
          <p:cNvSpPr txBox="1"/>
          <p:nvPr/>
        </p:nvSpPr>
        <p:spPr>
          <a:xfrm>
            <a:off x="866309" y="3188827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切换时序：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B3B1F98-033E-C999-AAC2-0A7214DEAB0E}"/>
              </a:ext>
            </a:extLst>
          </p:cNvPr>
          <p:cNvSpPr txBox="1"/>
          <p:nvPr/>
        </p:nvSpPr>
        <p:spPr>
          <a:xfrm>
            <a:off x="2432269" y="4038739"/>
            <a:ext cx="1520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start_consume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8C1FCF1A-07BC-18C2-5338-489D9DAD51C8}"/>
              </a:ext>
            </a:extLst>
          </p:cNvPr>
          <p:cNvCxnSpPr>
            <a:cxnSpLocks/>
          </p:cNvCxnSpPr>
          <p:nvPr/>
        </p:nvCxnSpPr>
        <p:spPr>
          <a:xfrm>
            <a:off x="3128257" y="3108806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C92D2A1D-03C9-9F82-950A-26D5F0F4D667}"/>
              </a:ext>
            </a:extLst>
          </p:cNvPr>
          <p:cNvSpPr/>
          <p:nvPr/>
        </p:nvSpPr>
        <p:spPr>
          <a:xfrm>
            <a:off x="3205648" y="2956116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A10965C-2D52-F4E6-69AC-60ACB2D0E21F}"/>
              </a:ext>
            </a:extLst>
          </p:cNvPr>
          <p:cNvSpPr txBox="1"/>
          <p:nvPr/>
        </p:nvSpPr>
        <p:spPr>
          <a:xfrm>
            <a:off x="4045685" y="4049315"/>
            <a:ext cx="1978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切换为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BEDEEBD-28D2-E6F8-8E1E-38CC06C710F5}"/>
              </a:ext>
            </a:extLst>
          </p:cNvPr>
          <p:cNvCxnSpPr>
            <a:cxnSpLocks/>
          </p:cNvCxnSpPr>
          <p:nvPr/>
        </p:nvCxnSpPr>
        <p:spPr>
          <a:xfrm>
            <a:off x="4783225" y="3108806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7F28BB29-B6E7-1F4A-F2EB-3C7B393B06F4}"/>
              </a:ext>
            </a:extLst>
          </p:cNvPr>
          <p:cNvSpPr/>
          <p:nvPr/>
        </p:nvSpPr>
        <p:spPr>
          <a:xfrm>
            <a:off x="4926480" y="2956116"/>
            <a:ext cx="1443192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3C9633D-52A4-51BF-AB71-1499881F0FB8}"/>
              </a:ext>
            </a:extLst>
          </p:cNvPr>
          <p:cNvSpPr txBox="1"/>
          <p:nvPr/>
        </p:nvSpPr>
        <p:spPr>
          <a:xfrm>
            <a:off x="4118746" y="2293526"/>
            <a:ext cx="3511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组合逻辑时间内，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active_frame_bus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切换输入寄存器总线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9566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B5E9D-412C-0FC3-0EAD-C4F3CAF2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A01092-A4EE-3B7D-FB9A-BD1B4931C984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4A1ACC-7AC8-72A7-A1FA-15F8A4587C87}"/>
              </a:ext>
            </a:extLst>
          </p:cNvPr>
          <p:cNvSpPr txBox="1"/>
          <p:nvPr/>
        </p:nvSpPr>
        <p:spPr>
          <a:xfrm>
            <a:off x="540047" y="1123055"/>
            <a:ext cx="488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conv_sram_sp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行为模型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B6C7A72-93BE-5000-881A-1527AAEDB442}"/>
              </a:ext>
            </a:extLst>
          </p:cNvPr>
          <p:cNvCxnSpPr>
            <a:cxnSpLocks/>
          </p:cNvCxnSpPr>
          <p:nvPr/>
        </p:nvCxnSpPr>
        <p:spPr>
          <a:xfrm>
            <a:off x="2305910" y="32086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38663F1-1C07-AD54-A980-2F40BA0D1953}"/>
              </a:ext>
            </a:extLst>
          </p:cNvPr>
          <p:cNvCxnSpPr>
            <a:cxnSpLocks/>
          </p:cNvCxnSpPr>
          <p:nvPr/>
        </p:nvCxnSpPr>
        <p:spPr>
          <a:xfrm>
            <a:off x="3134394" y="26210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C43253D-C57D-EEF8-9E15-B9EF515D7184}"/>
              </a:ext>
            </a:extLst>
          </p:cNvPr>
          <p:cNvCxnSpPr>
            <a:cxnSpLocks/>
          </p:cNvCxnSpPr>
          <p:nvPr/>
        </p:nvCxnSpPr>
        <p:spPr>
          <a:xfrm>
            <a:off x="3134395" y="263775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4F91779-CCC0-2A8B-430D-369CFB91EA29}"/>
              </a:ext>
            </a:extLst>
          </p:cNvPr>
          <p:cNvCxnSpPr>
            <a:cxnSpLocks/>
          </p:cNvCxnSpPr>
          <p:nvPr/>
        </p:nvCxnSpPr>
        <p:spPr>
          <a:xfrm>
            <a:off x="3962879" y="262108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EED7BF9-940D-B899-C280-E2B2CF462883}"/>
              </a:ext>
            </a:extLst>
          </p:cNvPr>
          <p:cNvCxnSpPr>
            <a:cxnSpLocks/>
          </p:cNvCxnSpPr>
          <p:nvPr/>
        </p:nvCxnSpPr>
        <p:spPr>
          <a:xfrm>
            <a:off x="3958498" y="321163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7A2822E-3E64-2F9C-57B1-4F2EAEABDF64}"/>
              </a:ext>
            </a:extLst>
          </p:cNvPr>
          <p:cNvCxnSpPr>
            <a:cxnSpLocks/>
          </p:cNvCxnSpPr>
          <p:nvPr/>
        </p:nvCxnSpPr>
        <p:spPr>
          <a:xfrm>
            <a:off x="4786982" y="26240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44157A0-E4F7-514A-039B-8C9634378228}"/>
              </a:ext>
            </a:extLst>
          </p:cNvPr>
          <p:cNvCxnSpPr>
            <a:cxnSpLocks/>
          </p:cNvCxnSpPr>
          <p:nvPr/>
        </p:nvCxnSpPr>
        <p:spPr>
          <a:xfrm>
            <a:off x="4786983" y="264069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1A9ED81-368F-0B83-4295-B6D4A61B9741}"/>
              </a:ext>
            </a:extLst>
          </p:cNvPr>
          <p:cNvCxnSpPr>
            <a:cxnSpLocks/>
          </p:cNvCxnSpPr>
          <p:nvPr/>
        </p:nvCxnSpPr>
        <p:spPr>
          <a:xfrm>
            <a:off x="5615467" y="26240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FE94BFD-336F-9FA0-B5CE-9E1CA5C1FB59}"/>
              </a:ext>
            </a:extLst>
          </p:cNvPr>
          <p:cNvCxnSpPr>
            <a:cxnSpLocks/>
          </p:cNvCxnSpPr>
          <p:nvPr/>
        </p:nvCxnSpPr>
        <p:spPr>
          <a:xfrm>
            <a:off x="5615847" y="321163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F2BDFF9-50ED-1D19-D2FA-935B6DF1CBE0}"/>
              </a:ext>
            </a:extLst>
          </p:cNvPr>
          <p:cNvCxnSpPr>
            <a:cxnSpLocks/>
          </p:cNvCxnSpPr>
          <p:nvPr/>
        </p:nvCxnSpPr>
        <p:spPr>
          <a:xfrm>
            <a:off x="6444331" y="26240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AFBACEF-430B-B263-3974-BF51317245D3}"/>
              </a:ext>
            </a:extLst>
          </p:cNvPr>
          <p:cNvCxnSpPr>
            <a:cxnSpLocks/>
          </p:cNvCxnSpPr>
          <p:nvPr/>
        </p:nvCxnSpPr>
        <p:spPr>
          <a:xfrm>
            <a:off x="6444332" y="264069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D6F10AE-53D6-8712-5FE5-CA5946EE25C7}"/>
              </a:ext>
            </a:extLst>
          </p:cNvPr>
          <p:cNvCxnSpPr>
            <a:cxnSpLocks/>
          </p:cNvCxnSpPr>
          <p:nvPr/>
        </p:nvCxnSpPr>
        <p:spPr>
          <a:xfrm>
            <a:off x="7272816" y="26240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04D51C0-0B48-ABD0-85F8-C53FFB5385FA}"/>
              </a:ext>
            </a:extLst>
          </p:cNvPr>
          <p:cNvCxnSpPr>
            <a:cxnSpLocks/>
          </p:cNvCxnSpPr>
          <p:nvPr/>
        </p:nvCxnSpPr>
        <p:spPr>
          <a:xfrm>
            <a:off x="7268435" y="321458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0557C00-B1D1-629F-4591-316FA000CECB}"/>
              </a:ext>
            </a:extLst>
          </p:cNvPr>
          <p:cNvCxnSpPr>
            <a:cxnSpLocks/>
          </p:cNvCxnSpPr>
          <p:nvPr/>
        </p:nvCxnSpPr>
        <p:spPr>
          <a:xfrm>
            <a:off x="8096919" y="262697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AD5276DA-2583-2C63-464E-5719CD923727}"/>
              </a:ext>
            </a:extLst>
          </p:cNvPr>
          <p:cNvCxnSpPr>
            <a:cxnSpLocks/>
          </p:cNvCxnSpPr>
          <p:nvPr/>
        </p:nvCxnSpPr>
        <p:spPr>
          <a:xfrm>
            <a:off x="8096920" y="264364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6859CA84-1721-95C8-2CE9-07E346DDFFDC}"/>
              </a:ext>
            </a:extLst>
          </p:cNvPr>
          <p:cNvCxnSpPr>
            <a:cxnSpLocks/>
          </p:cNvCxnSpPr>
          <p:nvPr/>
        </p:nvCxnSpPr>
        <p:spPr>
          <a:xfrm>
            <a:off x="8925404" y="26269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C69272E6-1408-F52E-D8F0-FBF1F3A5C16E}"/>
              </a:ext>
            </a:extLst>
          </p:cNvPr>
          <p:cNvCxnSpPr>
            <a:cxnSpLocks/>
          </p:cNvCxnSpPr>
          <p:nvPr/>
        </p:nvCxnSpPr>
        <p:spPr>
          <a:xfrm>
            <a:off x="8930547" y="32086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B6A68433-2EDB-9CF9-F757-ECDA7A7B7E48}"/>
              </a:ext>
            </a:extLst>
          </p:cNvPr>
          <p:cNvCxnSpPr>
            <a:cxnSpLocks/>
          </p:cNvCxnSpPr>
          <p:nvPr/>
        </p:nvCxnSpPr>
        <p:spPr>
          <a:xfrm>
            <a:off x="9759031" y="26210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C1886D4-E4B4-1D18-5738-0EFDCF5C5957}"/>
              </a:ext>
            </a:extLst>
          </p:cNvPr>
          <p:cNvCxnSpPr>
            <a:cxnSpLocks/>
          </p:cNvCxnSpPr>
          <p:nvPr/>
        </p:nvCxnSpPr>
        <p:spPr>
          <a:xfrm>
            <a:off x="2305909" y="26210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5BF4FCAB-5C82-CF95-11BB-F4CED504C109}"/>
              </a:ext>
            </a:extLst>
          </p:cNvPr>
          <p:cNvSpPr txBox="1"/>
          <p:nvPr/>
        </p:nvSpPr>
        <p:spPr>
          <a:xfrm>
            <a:off x="872446" y="271777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写时序：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83EB435-B60E-A028-9459-EFA1AB5A629B}"/>
              </a:ext>
            </a:extLst>
          </p:cNvPr>
          <p:cNvSpPr txBox="1"/>
          <p:nvPr/>
        </p:nvSpPr>
        <p:spPr>
          <a:xfrm>
            <a:off x="2438405" y="3567691"/>
            <a:ext cx="1520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wr_en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wdata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8FD8C9C-DF81-26FE-C21B-AC9CBCCFB9CA}"/>
              </a:ext>
            </a:extLst>
          </p:cNvPr>
          <p:cNvCxnSpPr>
            <a:cxnSpLocks/>
          </p:cNvCxnSpPr>
          <p:nvPr/>
        </p:nvCxnSpPr>
        <p:spPr>
          <a:xfrm>
            <a:off x="3134394" y="263775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5876D173-FB22-4DCB-DD2D-708B33CCC9E7}"/>
              </a:ext>
            </a:extLst>
          </p:cNvPr>
          <p:cNvSpPr/>
          <p:nvPr/>
        </p:nvSpPr>
        <p:spPr>
          <a:xfrm>
            <a:off x="3211785" y="2485068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0B3C6EA-F943-1914-0485-5555ED2EE1F0}"/>
              </a:ext>
            </a:extLst>
          </p:cNvPr>
          <p:cNvSpPr txBox="1"/>
          <p:nvPr/>
        </p:nvSpPr>
        <p:spPr>
          <a:xfrm>
            <a:off x="4475462" y="3612492"/>
            <a:ext cx="679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写入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363B4019-BC28-DB7B-1E65-D60209E399BF}"/>
              </a:ext>
            </a:extLst>
          </p:cNvPr>
          <p:cNvCxnSpPr>
            <a:cxnSpLocks/>
          </p:cNvCxnSpPr>
          <p:nvPr/>
        </p:nvCxnSpPr>
        <p:spPr>
          <a:xfrm>
            <a:off x="4789362" y="2637758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42DA0C9-3050-D7AF-4023-CF10C1F469EB}"/>
              </a:ext>
            </a:extLst>
          </p:cNvPr>
          <p:cNvCxnSpPr>
            <a:cxnSpLocks/>
          </p:cNvCxnSpPr>
          <p:nvPr/>
        </p:nvCxnSpPr>
        <p:spPr>
          <a:xfrm>
            <a:off x="2305910" y="536459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8F94D8E-A513-6E17-5FB9-C045808D437B}"/>
              </a:ext>
            </a:extLst>
          </p:cNvPr>
          <p:cNvCxnSpPr>
            <a:cxnSpLocks/>
          </p:cNvCxnSpPr>
          <p:nvPr/>
        </p:nvCxnSpPr>
        <p:spPr>
          <a:xfrm>
            <a:off x="3134394" y="477698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AB210F2-FF27-7D33-F640-E43E274E91C8}"/>
              </a:ext>
            </a:extLst>
          </p:cNvPr>
          <p:cNvCxnSpPr>
            <a:cxnSpLocks/>
          </p:cNvCxnSpPr>
          <p:nvPr/>
        </p:nvCxnSpPr>
        <p:spPr>
          <a:xfrm>
            <a:off x="3134395" y="479365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2AC9581-EEC8-3E41-C910-9324A1709F88}"/>
              </a:ext>
            </a:extLst>
          </p:cNvPr>
          <p:cNvCxnSpPr>
            <a:cxnSpLocks/>
          </p:cNvCxnSpPr>
          <p:nvPr/>
        </p:nvCxnSpPr>
        <p:spPr>
          <a:xfrm>
            <a:off x="3962879" y="47769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0F9619-0005-DC31-8D47-F06C23D2FD3C}"/>
              </a:ext>
            </a:extLst>
          </p:cNvPr>
          <p:cNvCxnSpPr>
            <a:cxnSpLocks/>
          </p:cNvCxnSpPr>
          <p:nvPr/>
        </p:nvCxnSpPr>
        <p:spPr>
          <a:xfrm>
            <a:off x="3958498" y="536753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9D070AE-CAB2-31BE-19D5-BF4277B1600B}"/>
              </a:ext>
            </a:extLst>
          </p:cNvPr>
          <p:cNvCxnSpPr>
            <a:cxnSpLocks/>
          </p:cNvCxnSpPr>
          <p:nvPr/>
        </p:nvCxnSpPr>
        <p:spPr>
          <a:xfrm>
            <a:off x="4786982" y="47799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53319B-99E1-2E98-66C0-4117543DBBC3}"/>
              </a:ext>
            </a:extLst>
          </p:cNvPr>
          <p:cNvCxnSpPr>
            <a:cxnSpLocks/>
          </p:cNvCxnSpPr>
          <p:nvPr/>
        </p:nvCxnSpPr>
        <p:spPr>
          <a:xfrm>
            <a:off x="4786983" y="47965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9CB309D-683A-9DFF-CDB0-FBF59C78B0BB}"/>
              </a:ext>
            </a:extLst>
          </p:cNvPr>
          <p:cNvCxnSpPr>
            <a:cxnSpLocks/>
          </p:cNvCxnSpPr>
          <p:nvPr/>
        </p:nvCxnSpPr>
        <p:spPr>
          <a:xfrm>
            <a:off x="5615467" y="477992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1DCA90B-8C69-19EB-1734-D21CB40C83AB}"/>
              </a:ext>
            </a:extLst>
          </p:cNvPr>
          <p:cNvCxnSpPr>
            <a:cxnSpLocks/>
          </p:cNvCxnSpPr>
          <p:nvPr/>
        </p:nvCxnSpPr>
        <p:spPr>
          <a:xfrm>
            <a:off x="5615847" y="536753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7DBD6BD-87A9-3A78-3A8C-F5EC78F7AAA8}"/>
              </a:ext>
            </a:extLst>
          </p:cNvPr>
          <p:cNvCxnSpPr>
            <a:cxnSpLocks/>
          </p:cNvCxnSpPr>
          <p:nvPr/>
        </p:nvCxnSpPr>
        <p:spPr>
          <a:xfrm>
            <a:off x="6444331" y="47799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9177776-AA0C-ABD0-B247-D4D7279CA918}"/>
              </a:ext>
            </a:extLst>
          </p:cNvPr>
          <p:cNvCxnSpPr>
            <a:cxnSpLocks/>
          </p:cNvCxnSpPr>
          <p:nvPr/>
        </p:nvCxnSpPr>
        <p:spPr>
          <a:xfrm>
            <a:off x="6444332" y="479659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6013A42-FF79-04E9-9F6C-CF92D7D10DD6}"/>
              </a:ext>
            </a:extLst>
          </p:cNvPr>
          <p:cNvCxnSpPr>
            <a:cxnSpLocks/>
          </p:cNvCxnSpPr>
          <p:nvPr/>
        </p:nvCxnSpPr>
        <p:spPr>
          <a:xfrm>
            <a:off x="7272816" y="477992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C345FEA-85AB-E226-C52C-E33A7BE9D877}"/>
              </a:ext>
            </a:extLst>
          </p:cNvPr>
          <p:cNvCxnSpPr>
            <a:cxnSpLocks/>
          </p:cNvCxnSpPr>
          <p:nvPr/>
        </p:nvCxnSpPr>
        <p:spPr>
          <a:xfrm>
            <a:off x="7268435" y="53704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68920AE-4184-B982-2943-225B0CB55903}"/>
              </a:ext>
            </a:extLst>
          </p:cNvPr>
          <p:cNvCxnSpPr>
            <a:cxnSpLocks/>
          </p:cNvCxnSpPr>
          <p:nvPr/>
        </p:nvCxnSpPr>
        <p:spPr>
          <a:xfrm>
            <a:off x="8096919" y="47828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EDFB459-B710-53E1-1CD2-01F06DDB4319}"/>
              </a:ext>
            </a:extLst>
          </p:cNvPr>
          <p:cNvCxnSpPr>
            <a:cxnSpLocks/>
          </p:cNvCxnSpPr>
          <p:nvPr/>
        </p:nvCxnSpPr>
        <p:spPr>
          <a:xfrm>
            <a:off x="8096920" y="479953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7CF8FDC-443D-2D6D-79C8-DE5A8D1DA82D}"/>
              </a:ext>
            </a:extLst>
          </p:cNvPr>
          <p:cNvCxnSpPr>
            <a:cxnSpLocks/>
          </p:cNvCxnSpPr>
          <p:nvPr/>
        </p:nvCxnSpPr>
        <p:spPr>
          <a:xfrm>
            <a:off x="8925404" y="47828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B902750-8F87-9340-0F73-C8F17765DA68}"/>
              </a:ext>
            </a:extLst>
          </p:cNvPr>
          <p:cNvCxnSpPr>
            <a:cxnSpLocks/>
          </p:cNvCxnSpPr>
          <p:nvPr/>
        </p:nvCxnSpPr>
        <p:spPr>
          <a:xfrm>
            <a:off x="8930547" y="536459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DF9DB0A-D374-62E5-97B9-914B0E4785FE}"/>
              </a:ext>
            </a:extLst>
          </p:cNvPr>
          <p:cNvCxnSpPr>
            <a:cxnSpLocks/>
          </p:cNvCxnSpPr>
          <p:nvPr/>
        </p:nvCxnSpPr>
        <p:spPr>
          <a:xfrm>
            <a:off x="9759031" y="477698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628F38A-71C7-581B-EA61-652B9836B445}"/>
              </a:ext>
            </a:extLst>
          </p:cNvPr>
          <p:cNvCxnSpPr>
            <a:cxnSpLocks/>
          </p:cNvCxnSpPr>
          <p:nvPr/>
        </p:nvCxnSpPr>
        <p:spPr>
          <a:xfrm>
            <a:off x="2305909" y="477698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B7C39442-F2AF-E3DA-7954-68EF57905B86}"/>
              </a:ext>
            </a:extLst>
          </p:cNvPr>
          <p:cNvSpPr txBox="1"/>
          <p:nvPr/>
        </p:nvSpPr>
        <p:spPr>
          <a:xfrm>
            <a:off x="872446" y="487367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读时序：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3811737-F1C2-C516-F711-C56A802BD2F4}"/>
              </a:ext>
            </a:extLst>
          </p:cNvPr>
          <p:cNvSpPr txBox="1"/>
          <p:nvPr/>
        </p:nvSpPr>
        <p:spPr>
          <a:xfrm>
            <a:off x="2451739" y="5769677"/>
            <a:ext cx="1520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rd_en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987108E-DF35-012C-76B7-735B42B858BF}"/>
              </a:ext>
            </a:extLst>
          </p:cNvPr>
          <p:cNvCxnSpPr>
            <a:cxnSpLocks/>
          </p:cNvCxnSpPr>
          <p:nvPr/>
        </p:nvCxnSpPr>
        <p:spPr>
          <a:xfrm>
            <a:off x="3134394" y="479365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8066A53-CDCE-2856-4B16-EC7D2ECD276C}"/>
              </a:ext>
            </a:extLst>
          </p:cNvPr>
          <p:cNvSpPr/>
          <p:nvPr/>
        </p:nvSpPr>
        <p:spPr>
          <a:xfrm>
            <a:off x="3211785" y="4640967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C46646A-F9E3-D26D-8A11-E4B07057BBB7}"/>
              </a:ext>
            </a:extLst>
          </p:cNvPr>
          <p:cNvCxnSpPr>
            <a:cxnSpLocks/>
          </p:cNvCxnSpPr>
          <p:nvPr/>
        </p:nvCxnSpPr>
        <p:spPr>
          <a:xfrm>
            <a:off x="4789362" y="479365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13A63AE-B203-F54A-52E2-FB8FFEFA68B5}"/>
              </a:ext>
            </a:extLst>
          </p:cNvPr>
          <p:cNvSpPr txBox="1"/>
          <p:nvPr/>
        </p:nvSpPr>
        <p:spPr>
          <a:xfrm>
            <a:off x="4240657" y="5769678"/>
            <a:ext cx="1372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old_word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1C22F6B-9C52-6E28-3593-6F98B54154F2}"/>
              </a:ext>
            </a:extLst>
          </p:cNvPr>
          <p:cNvSpPr txBox="1"/>
          <p:nvPr/>
        </p:nvSpPr>
        <p:spPr>
          <a:xfrm>
            <a:off x="5910555" y="5723590"/>
            <a:ext cx="1446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old_word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95B862F-8548-4612-B7E7-80CFEE818B7A}"/>
              </a:ext>
            </a:extLst>
          </p:cNvPr>
          <p:cNvCxnSpPr>
            <a:cxnSpLocks/>
          </p:cNvCxnSpPr>
          <p:nvPr/>
        </p:nvCxnSpPr>
        <p:spPr>
          <a:xfrm>
            <a:off x="6444331" y="4793656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40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7E696-EC05-FE9E-7047-3F27175C2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44D2A3-8EA2-091B-E21B-6170F3F37DAD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72CF26-213D-4B70-8499-1B6F33D1F6EF}"/>
              </a:ext>
            </a:extLst>
          </p:cNvPr>
          <p:cNvSpPr txBox="1"/>
          <p:nvPr/>
        </p:nvSpPr>
        <p:spPr>
          <a:xfrm>
            <a:off x="540047" y="1123055"/>
            <a:ext cx="488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conv_tile_mac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的时序模型</a:t>
            </a: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054E0D42-8C20-10F6-C77B-B9A3E05C877F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A15C10C3-ABD0-CCE3-BD4E-2B42CDFE5D8E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045BA3B3-A7E4-BCC9-FC17-77A691E235E7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91440019-7864-7CAD-74A2-964C5E8D5227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831E82D6-464F-DFA0-64E5-231B56E6EA24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88E1FE24-5CC6-3ADD-7F4A-48756CA0DE40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C57DBD7E-8CB4-F994-0278-7F0CC907E852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DC8D7C30-6282-4A66-7293-4281471330E4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5A522C8D-F58D-1FCD-E126-DC8999C8390F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6711DDAC-1AD2-6C00-9BDE-49A61D0D2231}"/>
              </a:ext>
            </a:extLst>
          </p:cNvPr>
          <p:cNvCxnSpPr>
            <a:cxnSpLocks/>
          </p:cNvCxnSpPr>
          <p:nvPr/>
        </p:nvCxnSpPr>
        <p:spPr>
          <a:xfrm>
            <a:off x="4725994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EBFBFCFA-6FEB-A7E1-0A21-1FF6A5647C88}"/>
              </a:ext>
            </a:extLst>
          </p:cNvPr>
          <p:cNvCxnSpPr>
            <a:cxnSpLocks/>
          </p:cNvCxnSpPr>
          <p:nvPr/>
        </p:nvCxnSpPr>
        <p:spPr>
          <a:xfrm>
            <a:off x="4725995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9A7B8953-6CC5-9C0E-F0FB-59BF45A39A53}"/>
              </a:ext>
            </a:extLst>
          </p:cNvPr>
          <p:cNvCxnSpPr>
            <a:cxnSpLocks/>
          </p:cNvCxnSpPr>
          <p:nvPr/>
        </p:nvCxnSpPr>
        <p:spPr>
          <a:xfrm>
            <a:off x="5554479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B280CE9E-1776-FB27-B173-A07DECB9C9A7}"/>
              </a:ext>
            </a:extLst>
          </p:cNvPr>
          <p:cNvCxnSpPr>
            <a:cxnSpLocks/>
          </p:cNvCxnSpPr>
          <p:nvPr/>
        </p:nvCxnSpPr>
        <p:spPr>
          <a:xfrm>
            <a:off x="5550098" y="3483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94BA9229-4D53-9D5E-6830-6DAC5F7908A9}"/>
              </a:ext>
            </a:extLst>
          </p:cNvPr>
          <p:cNvCxnSpPr>
            <a:cxnSpLocks/>
          </p:cNvCxnSpPr>
          <p:nvPr/>
        </p:nvCxnSpPr>
        <p:spPr>
          <a:xfrm>
            <a:off x="6378582" y="2895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8124B825-BF75-574E-ABB8-7F4B34E5A9C6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AE53D150-B84E-CA47-78DC-0054D646AFBE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8CAE9ED3-535F-39DF-337E-216363BE7E85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765E6990-D47E-7E09-6E71-7342753DFC09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9D58D2B3-EE09-48C8-F58A-1E6A4605E03D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2D8E8EF8-BF68-9572-C001-0AA3177F7558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45944349-9367-6C67-155D-FA076589DD90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C1D35A69-C75A-9F3B-84DF-DDC0F2DD86A8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B000FAA7-CAB9-0363-3428-EF112045998B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727EF5B5-559C-DF35-122E-BA30433FE0DA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3BADB14A-BD6D-DF9E-22F0-5995ED670608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E7A27B28-4798-2892-6DA2-D0A9CAF99B8F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7BF6F4A5-C637-A057-A8C4-33AA94C4625A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DD625F9B-EF6C-A5B7-BFDF-28DE693D8B5C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9091BA80-27E3-8B3C-27A3-AE59DABCAA52}"/>
              </a:ext>
            </a:extLst>
          </p:cNvPr>
          <p:cNvSpPr/>
          <p:nvPr/>
        </p:nvSpPr>
        <p:spPr>
          <a:xfrm>
            <a:off x="1500271" y="2753840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9F3229E6-1531-2AB2-FAA8-8AE1B3D7B487}"/>
              </a:ext>
            </a:extLst>
          </p:cNvPr>
          <p:cNvSpPr/>
          <p:nvPr/>
        </p:nvSpPr>
        <p:spPr>
          <a:xfrm>
            <a:off x="3141082" y="2780318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490BCA6-AF9F-CCB2-1F28-29B2C48ADC1A}"/>
              </a:ext>
            </a:extLst>
          </p:cNvPr>
          <p:cNvSpPr/>
          <p:nvPr/>
        </p:nvSpPr>
        <p:spPr>
          <a:xfrm>
            <a:off x="4814970" y="2753840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19ABCB1-5301-196C-FA1F-A4FEB2E391B4}"/>
              </a:ext>
            </a:extLst>
          </p:cNvPr>
          <p:cNvSpPr/>
          <p:nvPr/>
        </p:nvSpPr>
        <p:spPr>
          <a:xfrm>
            <a:off x="6456973" y="2753840"/>
            <a:ext cx="1507331" cy="723628"/>
          </a:xfrm>
          <a:prstGeom prst="rect">
            <a:avLst/>
          </a:prstGeom>
          <a:solidFill>
            <a:srgbClr val="FFFF00">
              <a:alpha val="27000"/>
            </a:srgbClr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674CE83-777A-B62D-C5B3-79268D4E147C}"/>
              </a:ext>
            </a:extLst>
          </p:cNvPr>
          <p:cNvSpPr txBox="1"/>
          <p:nvPr/>
        </p:nvSpPr>
        <p:spPr>
          <a:xfrm>
            <a:off x="1548553" y="1914508"/>
            <a:ext cx="1520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Stage1: </a:t>
            </a: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数据打拍，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元数据打拍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B56249D1-436E-A041-173B-E76C7F6C5DE4}"/>
              </a:ext>
            </a:extLst>
          </p:cNvPr>
          <p:cNvSpPr txBox="1"/>
          <p:nvPr/>
        </p:nvSpPr>
        <p:spPr>
          <a:xfrm>
            <a:off x="1548553" y="3673860"/>
            <a:ext cx="13087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元数据：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valid, last, pos, group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ADA37DA5-E5D7-4413-D29D-46A0873A345B}"/>
              </a:ext>
            </a:extLst>
          </p:cNvPr>
          <p:cNvSpPr txBox="1"/>
          <p:nvPr/>
        </p:nvSpPr>
        <p:spPr>
          <a:xfrm>
            <a:off x="3068645" y="1906364"/>
            <a:ext cx="1520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stage2: </a:t>
            </a:r>
          </a:p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kernel_row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卷积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C23E1CDD-EE6D-07C0-6C69-F734B34ED652}"/>
              </a:ext>
            </a:extLst>
          </p:cNvPr>
          <p:cNvSpPr txBox="1"/>
          <p:nvPr/>
        </p:nvSpPr>
        <p:spPr>
          <a:xfrm>
            <a:off x="2910801" y="3649579"/>
            <a:ext cx="19041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一共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个输出通道，每个通道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kernel_row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维度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(7, 1)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，输入数据的维度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(4, 10)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kernel_row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滑动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16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次，每次做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7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INT8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的乘累加，想想为什么要这样滑动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6242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B6B51-BE71-C29C-0628-7354FE4F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620C5E-A578-7F58-FEC6-8676F0411066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0DFEF3-5421-1606-3B0E-7CE4C0739AA2}"/>
              </a:ext>
            </a:extLst>
          </p:cNvPr>
          <p:cNvSpPr txBox="1"/>
          <p:nvPr/>
        </p:nvSpPr>
        <p:spPr>
          <a:xfrm>
            <a:off x="540047" y="1123055"/>
            <a:ext cx="5224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conv_tile_mac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数据形状变化（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stage1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5EDE27A-79B5-B020-3684-313E6BB0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177981"/>
              </p:ext>
            </p:extLst>
          </p:nvPr>
        </p:nvGraphicFramePr>
        <p:xfrm>
          <a:off x="626647" y="1634066"/>
          <a:ext cx="360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7026740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395081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012822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32092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631192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0953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293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578633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207159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5367894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12989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80521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17052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21411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26804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43386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45095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7774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648947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893540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000436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463963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42073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87893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7AF0B33-E5A3-29BC-7DE4-2C08FDC64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207514"/>
              </p:ext>
            </p:extLst>
          </p:nvPr>
        </p:nvGraphicFramePr>
        <p:xfrm>
          <a:off x="6293389" y="1634067"/>
          <a:ext cx="360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451458"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451458"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sp>
        <p:nvSpPr>
          <p:cNvPr id="9" name="箭头: 右 8">
            <a:extLst>
              <a:ext uri="{FF2B5EF4-FFF2-40B4-BE49-F238E27FC236}">
                <a16:creationId xmlns:a16="http://schemas.microsoft.com/office/drawing/2014/main" id="{91096C93-9408-333D-4EC1-F972FFFC4EF8}"/>
              </a:ext>
            </a:extLst>
          </p:cNvPr>
          <p:cNvSpPr/>
          <p:nvPr/>
        </p:nvSpPr>
        <p:spPr>
          <a:xfrm>
            <a:off x="5356997" y="2123372"/>
            <a:ext cx="564596" cy="40011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0CDD7FF-EB4C-A587-34CB-E5254BDB0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806247"/>
              </p:ext>
            </p:extLst>
          </p:nvPr>
        </p:nvGraphicFramePr>
        <p:xfrm>
          <a:off x="5140543" y="4194386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E7667F73-15D6-7CA0-CAB7-64E2892782DF}"/>
              </a:ext>
            </a:extLst>
          </p:cNvPr>
          <p:cNvSpPr/>
          <p:nvPr/>
        </p:nvSpPr>
        <p:spPr>
          <a:xfrm rot="5400000">
            <a:off x="7747902" y="3445691"/>
            <a:ext cx="564596" cy="40011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418BEEF-A0E3-7137-45B1-8C187C005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847506"/>
              </p:ext>
            </p:extLst>
          </p:nvPr>
        </p:nvGraphicFramePr>
        <p:xfrm>
          <a:off x="6695149" y="4194386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E2370A91-AF81-7646-F656-0AACC02CE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418495"/>
              </p:ext>
            </p:extLst>
          </p:nvPr>
        </p:nvGraphicFramePr>
        <p:xfrm>
          <a:off x="8230255" y="4194386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A635A15-4F3A-0924-626E-84AB02EB1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426556"/>
              </p:ext>
            </p:extLst>
          </p:nvPr>
        </p:nvGraphicFramePr>
        <p:xfrm>
          <a:off x="9784861" y="4194386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6265ABDA-029E-00E4-612D-89C3E41A4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706999"/>
              </p:ext>
            </p:extLst>
          </p:nvPr>
        </p:nvGraphicFramePr>
        <p:xfrm>
          <a:off x="5140543" y="4934857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5D9C6BA9-9301-54D9-A265-963A31FB1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175074"/>
              </p:ext>
            </p:extLst>
          </p:nvPr>
        </p:nvGraphicFramePr>
        <p:xfrm>
          <a:off x="6695149" y="4934857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641C4BCB-17C5-3953-F5F8-C309242FB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302570"/>
              </p:ext>
            </p:extLst>
          </p:nvPr>
        </p:nvGraphicFramePr>
        <p:xfrm>
          <a:off x="8230255" y="4934857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0212FA77-7E1C-5C9F-3D9B-8987954E8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932528"/>
              </p:ext>
            </p:extLst>
          </p:nvPr>
        </p:nvGraphicFramePr>
        <p:xfrm>
          <a:off x="9784861" y="4934857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F7CB16A9-C5C9-2AD6-ECD6-3F8DBEB4C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134905"/>
              </p:ext>
            </p:extLst>
          </p:nvPr>
        </p:nvGraphicFramePr>
        <p:xfrm>
          <a:off x="5140543" y="559894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A01B4204-91F9-7528-FFA2-4C8828C2C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236535"/>
              </p:ext>
            </p:extLst>
          </p:nvPr>
        </p:nvGraphicFramePr>
        <p:xfrm>
          <a:off x="6695149" y="559894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EDAFBA93-A5AF-19AF-E1F4-D2452005A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853546"/>
              </p:ext>
            </p:extLst>
          </p:nvPr>
        </p:nvGraphicFramePr>
        <p:xfrm>
          <a:off x="8230255" y="559894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6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87558EEA-A41A-D53F-6512-DF30B532A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825946"/>
              </p:ext>
            </p:extLst>
          </p:nvPr>
        </p:nvGraphicFramePr>
        <p:xfrm>
          <a:off x="9784861" y="559894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DCC55FFD-0D89-812F-0270-66F195A92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966218"/>
              </p:ext>
            </p:extLst>
          </p:nvPr>
        </p:nvGraphicFramePr>
        <p:xfrm>
          <a:off x="5140543" y="633941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021A413D-BA84-75FA-23E6-50DE73AC0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549423"/>
              </p:ext>
            </p:extLst>
          </p:nvPr>
        </p:nvGraphicFramePr>
        <p:xfrm>
          <a:off x="6695149" y="633941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9C2B27CA-915D-21EF-2338-9C4B7C9F9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877564"/>
              </p:ext>
            </p:extLst>
          </p:nvPr>
        </p:nvGraphicFramePr>
        <p:xfrm>
          <a:off x="8230255" y="633941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7D0696BB-3D97-832D-AED2-136EB3FD9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168732"/>
              </p:ext>
            </p:extLst>
          </p:nvPr>
        </p:nvGraphicFramePr>
        <p:xfrm>
          <a:off x="9784861" y="6339419"/>
          <a:ext cx="1278770" cy="519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77">
                  <a:extLst>
                    <a:ext uri="{9D8B030D-6E8A-4147-A177-3AD203B41FA5}">
                      <a16:colId xmlns:a16="http://schemas.microsoft.com/office/drawing/2014/main" val="389245499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66019926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841200107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136566726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135244508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325828634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493260312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370127034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235680481"/>
                    </a:ext>
                  </a:extLst>
                </a:gridCol>
                <a:gridCol w="127877">
                  <a:extLst>
                    <a:ext uri="{9D8B030D-6E8A-4147-A177-3AD203B41FA5}">
                      <a16:colId xmlns:a16="http://schemas.microsoft.com/office/drawing/2014/main" val="1665210294"/>
                    </a:ext>
                  </a:extLst>
                </a:gridCol>
              </a:tblGrid>
              <a:tr h="129923"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28692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66018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695615"/>
                  </a:ext>
                </a:extLst>
              </a:tr>
              <a:tr h="129923"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>
                        <a:solidFill>
                          <a:srgbClr val="FF0000"/>
                        </a:solidFill>
                      </a:endParaRPr>
                    </a:p>
                  </a:txBody>
                  <a:tcPr marL="32481" marR="32481" marT="16241" marB="162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1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410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86102-E294-CAB2-1967-EA4306EC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C31ED4-4642-1BE4-A088-AC8E8645EB0E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3DF690-023D-63C4-F757-072DD2045DBA}"/>
              </a:ext>
            </a:extLst>
          </p:cNvPr>
          <p:cNvSpPr txBox="1"/>
          <p:nvPr/>
        </p:nvSpPr>
        <p:spPr>
          <a:xfrm>
            <a:off x="540047" y="1123055"/>
            <a:ext cx="3915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状态信号更迭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B15B2D6-4824-0118-4E1E-79626B260578}"/>
              </a:ext>
            </a:extLst>
          </p:cNvPr>
          <p:cNvCxnSpPr>
            <a:cxnSpLocks/>
          </p:cNvCxnSpPr>
          <p:nvPr/>
        </p:nvCxnSpPr>
        <p:spPr>
          <a:xfrm>
            <a:off x="587572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F1AA55E-4A8B-1F97-1D24-05D8D1264998}"/>
              </a:ext>
            </a:extLst>
          </p:cNvPr>
          <p:cNvCxnSpPr>
            <a:cxnSpLocks/>
          </p:cNvCxnSpPr>
          <p:nvPr/>
        </p:nvCxnSpPr>
        <p:spPr>
          <a:xfrm>
            <a:off x="1416057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50109C4-6266-1DE2-D768-7FDAD766E593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55C1703-1932-AF1B-8345-39EEEE1D115D}"/>
              </a:ext>
            </a:extLst>
          </p:cNvPr>
          <p:cNvCxnSpPr>
            <a:cxnSpLocks/>
          </p:cNvCxnSpPr>
          <p:nvPr/>
        </p:nvCxnSpPr>
        <p:spPr>
          <a:xfrm>
            <a:off x="2244542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B03C78D-7297-5F8F-62E6-C0A1395C02B6}"/>
              </a:ext>
            </a:extLst>
          </p:cNvPr>
          <p:cNvCxnSpPr>
            <a:cxnSpLocks/>
          </p:cNvCxnSpPr>
          <p:nvPr/>
        </p:nvCxnSpPr>
        <p:spPr>
          <a:xfrm>
            <a:off x="2240161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CFEF096-BAB8-CBA7-8B3D-71B21D99D4E3}"/>
              </a:ext>
            </a:extLst>
          </p:cNvPr>
          <p:cNvCxnSpPr>
            <a:cxnSpLocks/>
          </p:cNvCxnSpPr>
          <p:nvPr/>
        </p:nvCxnSpPr>
        <p:spPr>
          <a:xfrm>
            <a:off x="3068645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AC8058E-3070-D0BB-F5AC-C35CBB8FECFD}"/>
              </a:ext>
            </a:extLst>
          </p:cNvPr>
          <p:cNvCxnSpPr>
            <a:cxnSpLocks/>
          </p:cNvCxnSpPr>
          <p:nvPr/>
        </p:nvCxnSpPr>
        <p:spPr>
          <a:xfrm>
            <a:off x="3068646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52F5960-CC14-081C-5A7C-FA545248F3C7}"/>
              </a:ext>
            </a:extLst>
          </p:cNvPr>
          <p:cNvCxnSpPr>
            <a:cxnSpLocks/>
          </p:cNvCxnSpPr>
          <p:nvPr/>
        </p:nvCxnSpPr>
        <p:spPr>
          <a:xfrm>
            <a:off x="3897130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E482270-264B-3C62-774D-84423E20C99E}"/>
              </a:ext>
            </a:extLst>
          </p:cNvPr>
          <p:cNvCxnSpPr>
            <a:cxnSpLocks/>
          </p:cNvCxnSpPr>
          <p:nvPr/>
        </p:nvCxnSpPr>
        <p:spPr>
          <a:xfrm>
            <a:off x="3897510" y="348041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3356F22-65D8-2A6D-93E7-F97643635E50}"/>
              </a:ext>
            </a:extLst>
          </p:cNvPr>
          <p:cNvCxnSpPr>
            <a:cxnSpLocks/>
          </p:cNvCxnSpPr>
          <p:nvPr/>
        </p:nvCxnSpPr>
        <p:spPr>
          <a:xfrm>
            <a:off x="4725994" y="289280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3EB404C-9FEB-FBC7-9B0D-AD80FBFC03DD}"/>
              </a:ext>
            </a:extLst>
          </p:cNvPr>
          <p:cNvCxnSpPr>
            <a:cxnSpLocks/>
          </p:cNvCxnSpPr>
          <p:nvPr/>
        </p:nvCxnSpPr>
        <p:spPr>
          <a:xfrm>
            <a:off x="4725995" y="2909471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21ED086-06E0-2C17-1EBC-965714D3D292}"/>
              </a:ext>
            </a:extLst>
          </p:cNvPr>
          <p:cNvCxnSpPr>
            <a:cxnSpLocks/>
          </p:cNvCxnSpPr>
          <p:nvPr/>
        </p:nvCxnSpPr>
        <p:spPr>
          <a:xfrm>
            <a:off x="5554479" y="28928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F22BF91-5475-20D0-298D-F006674DA801}"/>
              </a:ext>
            </a:extLst>
          </p:cNvPr>
          <p:cNvCxnSpPr>
            <a:cxnSpLocks/>
          </p:cNvCxnSpPr>
          <p:nvPr/>
        </p:nvCxnSpPr>
        <p:spPr>
          <a:xfrm>
            <a:off x="5550098" y="348335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92E7C10-9FB2-3F2A-3409-F9FD62715CD8}"/>
              </a:ext>
            </a:extLst>
          </p:cNvPr>
          <p:cNvCxnSpPr>
            <a:cxnSpLocks/>
          </p:cNvCxnSpPr>
          <p:nvPr/>
        </p:nvCxnSpPr>
        <p:spPr>
          <a:xfrm>
            <a:off x="6378582" y="2895744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B48AB88-A902-4889-23D4-AAA4BFB4CD8F}"/>
              </a:ext>
            </a:extLst>
          </p:cNvPr>
          <p:cNvCxnSpPr>
            <a:cxnSpLocks/>
          </p:cNvCxnSpPr>
          <p:nvPr/>
        </p:nvCxnSpPr>
        <p:spPr>
          <a:xfrm>
            <a:off x="6378583" y="2912412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D72BDD1-27CC-B6C0-AD9A-D8A916D3A417}"/>
              </a:ext>
            </a:extLst>
          </p:cNvPr>
          <p:cNvCxnSpPr>
            <a:cxnSpLocks/>
          </p:cNvCxnSpPr>
          <p:nvPr/>
        </p:nvCxnSpPr>
        <p:spPr>
          <a:xfrm>
            <a:off x="7207067" y="2895743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4E05492-4FF6-FE3B-5B71-A77809881F43}"/>
              </a:ext>
            </a:extLst>
          </p:cNvPr>
          <p:cNvCxnSpPr>
            <a:cxnSpLocks/>
          </p:cNvCxnSpPr>
          <p:nvPr/>
        </p:nvCxnSpPr>
        <p:spPr>
          <a:xfrm>
            <a:off x="7212210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37C93F9-345C-4EF4-7C58-A6BDDA70CB1C}"/>
              </a:ext>
            </a:extLst>
          </p:cNvPr>
          <p:cNvCxnSpPr>
            <a:cxnSpLocks/>
          </p:cNvCxnSpPr>
          <p:nvPr/>
        </p:nvCxnSpPr>
        <p:spPr>
          <a:xfrm>
            <a:off x="8040694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B84F201-9507-4F11-1A32-001D36C08758}"/>
              </a:ext>
            </a:extLst>
          </p:cNvPr>
          <p:cNvCxnSpPr>
            <a:cxnSpLocks/>
          </p:cNvCxnSpPr>
          <p:nvPr/>
        </p:nvCxnSpPr>
        <p:spPr>
          <a:xfrm>
            <a:off x="8040695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CE5E320-006F-061E-5731-99B40A852F2C}"/>
              </a:ext>
            </a:extLst>
          </p:cNvPr>
          <p:cNvCxnSpPr>
            <a:cxnSpLocks/>
          </p:cNvCxnSpPr>
          <p:nvPr/>
        </p:nvCxnSpPr>
        <p:spPr>
          <a:xfrm>
            <a:off x="8869179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708016A-5D46-2F98-26C1-DE71DD114A31}"/>
              </a:ext>
            </a:extLst>
          </p:cNvPr>
          <p:cNvCxnSpPr>
            <a:cxnSpLocks/>
          </p:cNvCxnSpPr>
          <p:nvPr/>
        </p:nvCxnSpPr>
        <p:spPr>
          <a:xfrm>
            <a:off x="8862416" y="347747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FD4F8B8-1028-AEC9-6850-2B5D423C185E}"/>
              </a:ext>
            </a:extLst>
          </p:cNvPr>
          <p:cNvCxnSpPr>
            <a:cxnSpLocks/>
          </p:cNvCxnSpPr>
          <p:nvPr/>
        </p:nvCxnSpPr>
        <p:spPr>
          <a:xfrm>
            <a:off x="9690900" y="288986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C7EBD68-A571-6642-7545-DE846B14F95C}"/>
              </a:ext>
            </a:extLst>
          </p:cNvPr>
          <p:cNvCxnSpPr>
            <a:cxnSpLocks/>
          </p:cNvCxnSpPr>
          <p:nvPr/>
        </p:nvCxnSpPr>
        <p:spPr>
          <a:xfrm>
            <a:off x="9690901" y="2906530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7C239D8-47E5-DCF3-40DA-E4198FBEB2D9}"/>
              </a:ext>
            </a:extLst>
          </p:cNvPr>
          <p:cNvCxnSpPr>
            <a:cxnSpLocks/>
          </p:cNvCxnSpPr>
          <p:nvPr/>
        </p:nvCxnSpPr>
        <p:spPr>
          <a:xfrm>
            <a:off x="10519385" y="288986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2E520D6-C84C-437B-CB57-C3A502892250}"/>
              </a:ext>
            </a:extLst>
          </p:cNvPr>
          <p:cNvCxnSpPr>
            <a:cxnSpLocks/>
          </p:cNvCxnSpPr>
          <p:nvPr/>
        </p:nvCxnSpPr>
        <p:spPr>
          <a:xfrm>
            <a:off x="10519386" y="347746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2729BB7-16E9-9CA2-0C2E-1AB9F8E26D4E}"/>
              </a:ext>
            </a:extLst>
          </p:cNvPr>
          <p:cNvCxnSpPr>
            <a:cxnSpLocks/>
          </p:cNvCxnSpPr>
          <p:nvPr/>
        </p:nvCxnSpPr>
        <p:spPr>
          <a:xfrm>
            <a:off x="11347870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219A9DD-B708-50DE-19C7-23718CBBE94F}"/>
              </a:ext>
            </a:extLst>
          </p:cNvPr>
          <p:cNvCxnSpPr>
            <a:cxnSpLocks/>
          </p:cNvCxnSpPr>
          <p:nvPr/>
        </p:nvCxnSpPr>
        <p:spPr>
          <a:xfrm>
            <a:off x="587572" y="28898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6544A14-92C2-30FD-1957-BF5404920958}"/>
              </a:ext>
            </a:extLst>
          </p:cNvPr>
          <p:cNvCxnSpPr>
            <a:cxnSpLocks/>
          </p:cNvCxnSpPr>
          <p:nvPr/>
        </p:nvCxnSpPr>
        <p:spPr>
          <a:xfrm>
            <a:off x="1416057" y="290653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32F08C59-4032-DCE2-BBD0-D8D290F72853}"/>
              </a:ext>
            </a:extLst>
          </p:cNvPr>
          <p:cNvSpPr txBox="1"/>
          <p:nvPr/>
        </p:nvSpPr>
        <p:spPr>
          <a:xfrm>
            <a:off x="-39796" y="1996655"/>
            <a:ext cx="2083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69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next_issue_count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70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1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A56D872-A9CB-EC6E-2E1C-E582016CCE2A}"/>
              </a:ext>
            </a:extLst>
          </p:cNvPr>
          <p:cNvSpPr txBox="1"/>
          <p:nvPr/>
        </p:nvSpPr>
        <p:spPr>
          <a:xfrm>
            <a:off x="722586" y="3855096"/>
            <a:ext cx="1836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70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，进而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1,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next_issue_count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71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9B6E3AE6-5FE1-CB0D-EB27-4722AFCF6D18}"/>
              </a:ext>
            </a:extLst>
          </p:cNvPr>
          <p:cNvSpPr/>
          <p:nvPr/>
        </p:nvSpPr>
        <p:spPr>
          <a:xfrm>
            <a:off x="2657207" y="5099102"/>
            <a:ext cx="925543" cy="764775"/>
          </a:xfrm>
          <a:prstGeom prst="roundRect">
            <a:avLst/>
          </a:prstGeom>
          <a:solidFill>
            <a:srgbClr val="00B0F0">
              <a:alpha val="17000"/>
            </a:srgbClr>
          </a:solidFill>
          <a:ln w="254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91E27CB-6A90-EDAA-7E42-1F92E8615003}"/>
              </a:ext>
            </a:extLst>
          </p:cNvPr>
          <p:cNvSpPr txBox="1"/>
          <p:nvPr/>
        </p:nvSpPr>
        <p:spPr>
          <a:xfrm>
            <a:off x="1261763" y="5143608"/>
            <a:ext cx="925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busy = 1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E9D0982-90C1-A756-90E9-CABE2FFA9483}"/>
              </a:ext>
            </a:extLst>
          </p:cNvPr>
          <p:cNvSpPr txBox="1"/>
          <p:nvPr/>
        </p:nvSpPr>
        <p:spPr>
          <a:xfrm>
            <a:off x="596099" y="5482162"/>
            <a:ext cx="1643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&lt; 71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567B7344-E372-BD79-C754-CCED937E7B73}"/>
              </a:ext>
            </a:extLst>
          </p:cNvPr>
          <p:cNvCxnSpPr>
            <a:cxnSpLocks/>
          </p:cNvCxnSpPr>
          <p:nvPr/>
        </p:nvCxnSpPr>
        <p:spPr>
          <a:xfrm>
            <a:off x="2118005" y="5312885"/>
            <a:ext cx="53589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3C2FCD12-3482-3529-4968-7392BBC0D898}"/>
              </a:ext>
            </a:extLst>
          </p:cNvPr>
          <p:cNvCxnSpPr>
            <a:cxnSpLocks/>
          </p:cNvCxnSpPr>
          <p:nvPr/>
        </p:nvCxnSpPr>
        <p:spPr>
          <a:xfrm>
            <a:off x="2113685" y="5651439"/>
            <a:ext cx="53589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B1816E39-42E5-1813-6780-125F402F80C1}"/>
              </a:ext>
            </a:extLst>
          </p:cNvPr>
          <p:cNvCxnSpPr>
            <a:cxnSpLocks/>
          </p:cNvCxnSpPr>
          <p:nvPr/>
        </p:nvCxnSpPr>
        <p:spPr>
          <a:xfrm>
            <a:off x="3582750" y="5481489"/>
            <a:ext cx="53589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D08F572F-DD74-C644-8E6C-B3477154F83C}"/>
              </a:ext>
            </a:extLst>
          </p:cNvPr>
          <p:cNvSpPr txBox="1"/>
          <p:nvPr/>
        </p:nvSpPr>
        <p:spPr>
          <a:xfrm>
            <a:off x="4118645" y="5312885"/>
            <a:ext cx="1067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235ABB94-F336-E51D-76B8-A6D15E70C0F7}"/>
              </a:ext>
            </a:extLst>
          </p:cNvPr>
          <p:cNvSpPr/>
          <p:nvPr/>
        </p:nvSpPr>
        <p:spPr>
          <a:xfrm>
            <a:off x="5325413" y="4388101"/>
            <a:ext cx="1377864" cy="338554"/>
          </a:xfrm>
          <a:prstGeom prst="roundRect">
            <a:avLst/>
          </a:prstGeom>
          <a:solidFill>
            <a:srgbClr val="7030A0">
              <a:alpha val="1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pos_req_valid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345A694-0237-6F86-53BB-5396ECD6CEFF}"/>
              </a:ext>
            </a:extLst>
          </p:cNvPr>
          <p:cNvSpPr/>
          <p:nvPr/>
        </p:nvSpPr>
        <p:spPr>
          <a:xfrm>
            <a:off x="5325413" y="4991483"/>
            <a:ext cx="1377864" cy="338554"/>
          </a:xfrm>
          <a:prstGeom prst="roundRect">
            <a:avLst/>
          </a:prstGeom>
          <a:solidFill>
            <a:srgbClr val="00B050">
              <a:alpha val="17000"/>
            </a:srgbClr>
          </a:solidFill>
          <a:ln w="254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weight_rd_en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79421FD4-A1F0-8DFF-ABB7-364EA21503C4}"/>
              </a:ext>
            </a:extLst>
          </p:cNvPr>
          <p:cNvSpPr/>
          <p:nvPr/>
        </p:nvSpPr>
        <p:spPr>
          <a:xfrm>
            <a:off x="5325413" y="5594865"/>
            <a:ext cx="1377864" cy="338554"/>
          </a:xfrm>
          <a:prstGeom prst="roundRect">
            <a:avLst/>
          </a:prstGeom>
          <a:solidFill>
            <a:srgbClr val="FF0000">
              <a:alpha val="17000"/>
            </a:srgb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bias_rd_en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C417190-AE6C-8BF7-968A-4C44AFACD214}"/>
              </a:ext>
            </a:extLst>
          </p:cNvPr>
          <p:cNvSpPr txBox="1"/>
          <p:nvPr/>
        </p:nvSpPr>
        <p:spPr>
          <a:xfrm>
            <a:off x="6842831" y="4388101"/>
            <a:ext cx="2309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向输入存储器发送请求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DEB9018-AD6D-26B6-0A71-2485070DBAEB}"/>
              </a:ext>
            </a:extLst>
          </p:cNvPr>
          <p:cNvSpPr txBox="1"/>
          <p:nvPr/>
        </p:nvSpPr>
        <p:spPr>
          <a:xfrm>
            <a:off x="6842830" y="4991483"/>
            <a:ext cx="1729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权重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使能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FCD1B46-26CE-F564-203C-8B650527DC69}"/>
              </a:ext>
            </a:extLst>
          </p:cNvPr>
          <p:cNvSpPr txBox="1"/>
          <p:nvPr/>
        </p:nvSpPr>
        <p:spPr>
          <a:xfrm>
            <a:off x="6842829" y="5594865"/>
            <a:ext cx="1729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偏置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使能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83D1596E-B592-5C09-4892-C50A87634764}"/>
              </a:ext>
            </a:extLst>
          </p:cNvPr>
          <p:cNvSpPr/>
          <p:nvPr/>
        </p:nvSpPr>
        <p:spPr>
          <a:xfrm>
            <a:off x="5325413" y="6198247"/>
            <a:ext cx="1377864" cy="338554"/>
          </a:xfrm>
          <a:prstGeom prst="roundRect">
            <a:avLst/>
          </a:prstGeom>
          <a:solidFill>
            <a:srgbClr val="FFC000">
              <a:alpha val="17000"/>
            </a:srgbClr>
          </a:solidFill>
          <a:ln w="254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stage0_valid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68F7B3B-44EE-F36B-1AE2-A2671678BF36}"/>
              </a:ext>
            </a:extLst>
          </p:cNvPr>
          <p:cNvSpPr txBox="1"/>
          <p:nvPr/>
        </p:nvSpPr>
        <p:spPr>
          <a:xfrm>
            <a:off x="6849974" y="6204527"/>
            <a:ext cx="2179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左大括号 76">
            <a:extLst>
              <a:ext uri="{FF2B5EF4-FFF2-40B4-BE49-F238E27FC236}">
                <a16:creationId xmlns:a16="http://schemas.microsoft.com/office/drawing/2014/main" id="{8E9F6468-46E1-F17E-9E09-04107B2BD2A3}"/>
              </a:ext>
            </a:extLst>
          </p:cNvPr>
          <p:cNvSpPr/>
          <p:nvPr/>
        </p:nvSpPr>
        <p:spPr>
          <a:xfrm>
            <a:off x="5044690" y="4609845"/>
            <a:ext cx="242744" cy="174809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EE0D91E5-0E00-B96E-D415-020444F97CF7}"/>
              </a:ext>
            </a:extLst>
          </p:cNvPr>
          <p:cNvCxnSpPr>
            <a:cxnSpLocks/>
          </p:cNvCxnSpPr>
          <p:nvPr/>
        </p:nvCxnSpPr>
        <p:spPr>
          <a:xfrm>
            <a:off x="3068645" y="294679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23A7AA2D-8C4F-9369-5386-E8EC4F4430D2}"/>
              </a:ext>
            </a:extLst>
          </p:cNvPr>
          <p:cNvSpPr txBox="1"/>
          <p:nvPr/>
        </p:nvSpPr>
        <p:spPr>
          <a:xfrm>
            <a:off x="2664498" y="3884147"/>
            <a:ext cx="1836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71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，进而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next_issue_count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停止更新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9522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CE04-4EC7-0771-16F1-F527FCFAA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A715D3-00C0-11D2-4DF0-72D2007A88FE}"/>
              </a:ext>
            </a:extLst>
          </p:cNvPr>
          <p:cNvSpPr txBox="1"/>
          <p:nvPr/>
        </p:nvSpPr>
        <p:spPr>
          <a:xfrm>
            <a:off x="540047" y="362078"/>
            <a:ext cx="3295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222D26-F931-337E-6777-B6CA3252CDC5}"/>
              </a:ext>
            </a:extLst>
          </p:cNvPr>
          <p:cNvSpPr txBox="1"/>
          <p:nvPr/>
        </p:nvSpPr>
        <p:spPr>
          <a:xfrm>
            <a:off x="540047" y="1123055"/>
            <a:ext cx="3823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133297-0092-4BB7-A17C-10A38C9665E1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7671E22-1A8A-C14B-4157-6A90E33C30B3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B60A98D-0CC9-4845-EA97-581D8B0019D8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8BAA2E6-AA25-867A-08E6-040D9B96E042}"/>
              </a:ext>
            </a:extLst>
          </p:cNvPr>
          <p:cNvCxnSpPr>
            <a:cxnSpLocks/>
          </p:cNvCxnSpPr>
          <p:nvPr/>
        </p:nvCxnSpPr>
        <p:spPr>
          <a:xfrm>
            <a:off x="2275227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BF6D513-2062-EB33-457E-3A1118CB5FA2}"/>
              </a:ext>
            </a:extLst>
          </p:cNvPr>
          <p:cNvCxnSpPr>
            <a:cxnSpLocks/>
          </p:cNvCxnSpPr>
          <p:nvPr/>
        </p:nvCxnSpPr>
        <p:spPr>
          <a:xfrm>
            <a:off x="2270846" y="298945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C79219-D5E0-173E-761D-214ED411DDD9}"/>
              </a:ext>
            </a:extLst>
          </p:cNvPr>
          <p:cNvCxnSpPr>
            <a:cxnSpLocks/>
          </p:cNvCxnSpPr>
          <p:nvPr/>
        </p:nvCxnSpPr>
        <p:spPr>
          <a:xfrm>
            <a:off x="3099330" y="240185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9FD68FF-EA2A-EA0E-EBD4-DD16121CECE8}"/>
              </a:ext>
            </a:extLst>
          </p:cNvPr>
          <p:cNvCxnSpPr>
            <a:cxnSpLocks/>
          </p:cNvCxnSpPr>
          <p:nvPr/>
        </p:nvCxnSpPr>
        <p:spPr>
          <a:xfrm>
            <a:off x="3099331" y="241851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10E5DFA-963B-A183-523E-4ACB72A84AB7}"/>
              </a:ext>
            </a:extLst>
          </p:cNvPr>
          <p:cNvCxnSpPr>
            <a:cxnSpLocks/>
          </p:cNvCxnSpPr>
          <p:nvPr/>
        </p:nvCxnSpPr>
        <p:spPr>
          <a:xfrm>
            <a:off x="3927815" y="240184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70728C3-6930-F656-0214-65B9D15B7B52}"/>
              </a:ext>
            </a:extLst>
          </p:cNvPr>
          <p:cNvCxnSpPr>
            <a:cxnSpLocks/>
          </p:cNvCxnSpPr>
          <p:nvPr/>
        </p:nvCxnSpPr>
        <p:spPr>
          <a:xfrm>
            <a:off x="3928195" y="298945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27C756C-9BD1-639D-490D-5AB7B89F1A5D}"/>
              </a:ext>
            </a:extLst>
          </p:cNvPr>
          <p:cNvCxnSpPr>
            <a:cxnSpLocks/>
          </p:cNvCxnSpPr>
          <p:nvPr/>
        </p:nvCxnSpPr>
        <p:spPr>
          <a:xfrm>
            <a:off x="4756679" y="240185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D0607EA-5483-C199-3630-A8A1001E22ED}"/>
              </a:ext>
            </a:extLst>
          </p:cNvPr>
          <p:cNvCxnSpPr>
            <a:cxnSpLocks/>
          </p:cNvCxnSpPr>
          <p:nvPr/>
        </p:nvCxnSpPr>
        <p:spPr>
          <a:xfrm>
            <a:off x="4756680" y="2418518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D363525-3046-1D65-0BCF-9A757AF8844E}"/>
              </a:ext>
            </a:extLst>
          </p:cNvPr>
          <p:cNvCxnSpPr>
            <a:cxnSpLocks/>
          </p:cNvCxnSpPr>
          <p:nvPr/>
        </p:nvCxnSpPr>
        <p:spPr>
          <a:xfrm>
            <a:off x="5585164" y="240184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A418BC1-5E9F-EE8B-AB40-31F106C60E4D}"/>
              </a:ext>
            </a:extLst>
          </p:cNvPr>
          <p:cNvCxnSpPr>
            <a:cxnSpLocks/>
          </p:cNvCxnSpPr>
          <p:nvPr/>
        </p:nvCxnSpPr>
        <p:spPr>
          <a:xfrm>
            <a:off x="5580783" y="299239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3AF49FE-B661-D0F5-353A-7AD2ADAB968C}"/>
              </a:ext>
            </a:extLst>
          </p:cNvPr>
          <p:cNvCxnSpPr>
            <a:cxnSpLocks/>
          </p:cNvCxnSpPr>
          <p:nvPr/>
        </p:nvCxnSpPr>
        <p:spPr>
          <a:xfrm>
            <a:off x="6409267" y="240479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5ADB6DB-E967-F1FD-1489-89CAE32471CD}"/>
              </a:ext>
            </a:extLst>
          </p:cNvPr>
          <p:cNvCxnSpPr>
            <a:cxnSpLocks/>
          </p:cNvCxnSpPr>
          <p:nvPr/>
        </p:nvCxnSpPr>
        <p:spPr>
          <a:xfrm>
            <a:off x="6409268" y="242145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A9E2197-DB9F-EC93-0A0D-C5EDE3EFF880}"/>
              </a:ext>
            </a:extLst>
          </p:cNvPr>
          <p:cNvCxnSpPr>
            <a:cxnSpLocks/>
          </p:cNvCxnSpPr>
          <p:nvPr/>
        </p:nvCxnSpPr>
        <p:spPr>
          <a:xfrm>
            <a:off x="7237752" y="24047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BB1EC8C-3A06-8800-4DB0-6C15F09E5B8A}"/>
              </a:ext>
            </a:extLst>
          </p:cNvPr>
          <p:cNvCxnSpPr>
            <a:cxnSpLocks/>
          </p:cNvCxnSpPr>
          <p:nvPr/>
        </p:nvCxnSpPr>
        <p:spPr>
          <a:xfrm>
            <a:off x="7242895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5DF6808-63FD-C5FA-8DEF-BBA904DAC5CC}"/>
              </a:ext>
            </a:extLst>
          </p:cNvPr>
          <p:cNvCxnSpPr>
            <a:cxnSpLocks/>
          </p:cNvCxnSpPr>
          <p:nvPr/>
        </p:nvCxnSpPr>
        <p:spPr>
          <a:xfrm>
            <a:off x="8071379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ADB72BB-DA6D-CEDF-A3EC-86E574352A42}"/>
              </a:ext>
            </a:extLst>
          </p:cNvPr>
          <p:cNvCxnSpPr>
            <a:cxnSpLocks/>
          </p:cNvCxnSpPr>
          <p:nvPr/>
        </p:nvCxnSpPr>
        <p:spPr>
          <a:xfrm>
            <a:off x="8071380" y="241557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9C421FE-08CD-2894-B6FC-41B1512EAF95}"/>
              </a:ext>
            </a:extLst>
          </p:cNvPr>
          <p:cNvCxnSpPr>
            <a:cxnSpLocks/>
          </p:cNvCxnSpPr>
          <p:nvPr/>
        </p:nvCxnSpPr>
        <p:spPr>
          <a:xfrm>
            <a:off x="8893101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B2C0AE5-E0B9-AC18-8CA7-D2FE2085B95D}"/>
              </a:ext>
            </a:extLst>
          </p:cNvPr>
          <p:cNvCxnSpPr>
            <a:cxnSpLocks/>
          </p:cNvCxnSpPr>
          <p:nvPr/>
        </p:nvCxnSpPr>
        <p:spPr>
          <a:xfrm>
            <a:off x="9721585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938CF0E-0EC4-A1AE-65F3-047378B32A35}"/>
              </a:ext>
            </a:extLst>
          </p:cNvPr>
          <p:cNvCxnSpPr>
            <a:cxnSpLocks/>
          </p:cNvCxnSpPr>
          <p:nvPr/>
        </p:nvCxnSpPr>
        <p:spPr>
          <a:xfrm>
            <a:off x="9721586" y="241557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D66ED09-6214-B429-AF9E-DD171FB927F8}"/>
              </a:ext>
            </a:extLst>
          </p:cNvPr>
          <p:cNvCxnSpPr>
            <a:cxnSpLocks/>
          </p:cNvCxnSpPr>
          <p:nvPr/>
        </p:nvCxnSpPr>
        <p:spPr>
          <a:xfrm>
            <a:off x="10550071" y="2986516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3AB705C-A70C-F196-87F8-06BD91A4A138}"/>
              </a:ext>
            </a:extLst>
          </p:cNvPr>
          <p:cNvCxnSpPr>
            <a:cxnSpLocks/>
          </p:cNvCxnSpPr>
          <p:nvPr/>
        </p:nvCxnSpPr>
        <p:spPr>
          <a:xfrm>
            <a:off x="11378555" y="23989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464EA7F-CE07-0C15-CA4F-A494121FFB06}"/>
              </a:ext>
            </a:extLst>
          </p:cNvPr>
          <p:cNvCxnSpPr>
            <a:cxnSpLocks/>
          </p:cNvCxnSpPr>
          <p:nvPr/>
        </p:nvCxnSpPr>
        <p:spPr>
          <a:xfrm>
            <a:off x="618257" y="23989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EA46E69-0393-9115-BF88-710AC1BB328F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9D25CC8-A66E-3657-91D7-03D3265B185F}"/>
              </a:ext>
            </a:extLst>
          </p:cNvPr>
          <p:cNvCxnSpPr>
            <a:cxnSpLocks/>
          </p:cNvCxnSpPr>
          <p:nvPr/>
        </p:nvCxnSpPr>
        <p:spPr>
          <a:xfrm>
            <a:off x="3099330" y="245584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0F8B440-0ED8-80C8-E610-FD99F52F270A}"/>
              </a:ext>
            </a:extLst>
          </p:cNvPr>
          <p:cNvSpPr txBox="1"/>
          <p:nvPr/>
        </p:nvSpPr>
        <p:spPr>
          <a:xfrm>
            <a:off x="987975" y="3424853"/>
            <a:ext cx="1000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404457-C1FB-2EC9-15D0-3D3518883C23}"/>
              </a:ext>
            </a:extLst>
          </p:cNvPr>
          <p:cNvSpPr txBox="1"/>
          <p:nvPr/>
        </p:nvSpPr>
        <p:spPr>
          <a:xfrm>
            <a:off x="2685087" y="3424854"/>
            <a:ext cx="15248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411515-6869-DB15-7E4F-8E6066CBB4D1}"/>
              </a:ext>
            </a:extLst>
          </p:cNvPr>
          <p:cNvSpPr txBox="1"/>
          <p:nvPr/>
        </p:nvSpPr>
        <p:spPr>
          <a:xfrm>
            <a:off x="2685086" y="4664769"/>
            <a:ext cx="172121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wt_rd_en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bs_rd_en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并发送地址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F2890C1-CB14-72AA-36C5-ED33F564A746}"/>
              </a:ext>
            </a:extLst>
          </p:cNvPr>
          <p:cNvCxnSpPr>
            <a:cxnSpLocks/>
          </p:cNvCxnSpPr>
          <p:nvPr/>
        </p:nvCxnSpPr>
        <p:spPr>
          <a:xfrm>
            <a:off x="4756679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E27E990-F34A-848D-09F6-8AE7C0151851}"/>
              </a:ext>
            </a:extLst>
          </p:cNvPr>
          <p:cNvSpPr txBox="1"/>
          <p:nvPr/>
        </p:nvSpPr>
        <p:spPr>
          <a:xfrm>
            <a:off x="4284780" y="3430402"/>
            <a:ext cx="1887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识别到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，更新状态计数器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A59C9B-781B-FC32-CE2C-5488C7D81AA5}"/>
              </a:ext>
            </a:extLst>
          </p:cNvPr>
          <p:cNvSpPr txBox="1"/>
          <p:nvPr/>
        </p:nvSpPr>
        <p:spPr>
          <a:xfrm>
            <a:off x="4277430" y="4339498"/>
            <a:ext cx="18871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Input buffer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识别到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，置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，并输出一组数据窗口（其实这个窗口一直在，只是此时有效了）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8F20F08-227A-CEDE-DD17-F9960281A427}"/>
              </a:ext>
            </a:extLst>
          </p:cNvPr>
          <p:cNvSpPr txBox="1"/>
          <p:nvPr/>
        </p:nvSpPr>
        <p:spPr>
          <a:xfrm>
            <a:off x="2685086" y="5792659"/>
            <a:ext cx="13807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Input buffer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识别到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，标记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active buffer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总线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80FCB22-E425-C6E6-48B2-3B190668B665}"/>
              </a:ext>
            </a:extLst>
          </p:cNvPr>
          <p:cNvSpPr txBox="1"/>
          <p:nvPr/>
        </p:nvSpPr>
        <p:spPr>
          <a:xfrm>
            <a:off x="4284779" y="5834320"/>
            <a:ext cx="16823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Wt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/bs SRAM 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接受到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，组织好数据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4D306AD-6DB1-E381-DC86-0CAD31EDEA50}"/>
              </a:ext>
            </a:extLst>
          </p:cNvPr>
          <p:cNvCxnSpPr>
            <a:cxnSpLocks/>
          </p:cNvCxnSpPr>
          <p:nvPr/>
        </p:nvCxnSpPr>
        <p:spPr>
          <a:xfrm>
            <a:off x="6409267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0E9C3896-38AE-BF46-A8BE-85042CE976B2}"/>
              </a:ext>
            </a:extLst>
          </p:cNvPr>
          <p:cNvSpPr txBox="1"/>
          <p:nvPr/>
        </p:nvSpPr>
        <p:spPr>
          <a:xfrm>
            <a:off x="5967126" y="3379984"/>
            <a:ext cx="18871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读到输入数据有效信号（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总线直连输入数据和权重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偏置），置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mac_in_valid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D41AF07-AD05-246F-ED07-223E275C7FA4}"/>
              </a:ext>
            </a:extLst>
          </p:cNvPr>
          <p:cNvCxnSpPr>
            <a:cxnSpLocks/>
          </p:cNvCxnSpPr>
          <p:nvPr/>
        </p:nvCxnSpPr>
        <p:spPr>
          <a:xfrm>
            <a:off x="8078823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136BDFF-5657-F502-A107-709F032A6538}"/>
              </a:ext>
            </a:extLst>
          </p:cNvPr>
          <p:cNvSpPr txBox="1"/>
          <p:nvPr/>
        </p:nvSpPr>
        <p:spPr>
          <a:xfrm>
            <a:off x="5995025" y="4596173"/>
            <a:ext cx="1887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Input buffer,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wt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/bs SRAM 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继续发送新的数据</a:t>
            </a:r>
            <a:endParaRPr lang="en-US" altLang="zh-CN" sz="1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30F145-F0B8-D754-B300-D6B573AE2723}"/>
              </a:ext>
            </a:extLst>
          </p:cNvPr>
          <p:cNvSpPr txBox="1"/>
          <p:nvPr/>
        </p:nvSpPr>
        <p:spPr>
          <a:xfrm>
            <a:off x="7791849" y="3360263"/>
            <a:ext cx="1887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识别到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mac_in_valid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，启动五级流水线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3E85985-694C-EE0D-E273-F7E76284D7F8}"/>
              </a:ext>
            </a:extLst>
          </p:cNvPr>
          <p:cNvSpPr/>
          <p:nvPr/>
        </p:nvSpPr>
        <p:spPr>
          <a:xfrm>
            <a:off x="1554568" y="2262887"/>
            <a:ext cx="1507331" cy="7236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BE41FD-B72A-9A6C-83BA-FF7F4813A13D}"/>
              </a:ext>
            </a:extLst>
          </p:cNvPr>
          <p:cNvSpPr/>
          <p:nvPr/>
        </p:nvSpPr>
        <p:spPr>
          <a:xfrm>
            <a:off x="3172966" y="2262887"/>
            <a:ext cx="1507331" cy="723628"/>
          </a:xfrm>
          <a:prstGeom prst="rect">
            <a:avLst/>
          </a:prstGeom>
          <a:solidFill>
            <a:srgbClr val="FF0000">
              <a:alpha val="27000"/>
            </a:srgbClr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200B5C3-87BE-ECFA-4C40-14883E2799F2}"/>
              </a:ext>
            </a:extLst>
          </p:cNvPr>
          <p:cNvSpPr/>
          <p:nvPr/>
        </p:nvSpPr>
        <p:spPr>
          <a:xfrm>
            <a:off x="4843705" y="2284681"/>
            <a:ext cx="1507331" cy="723628"/>
          </a:xfrm>
          <a:prstGeom prst="rect">
            <a:avLst/>
          </a:prstGeom>
          <a:solidFill>
            <a:srgbClr val="FFC000">
              <a:alpha val="27000"/>
            </a:srgbClr>
          </a:solidFill>
          <a:ln w="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C72F28-3AF6-F3EF-7DC0-F098AFF8F555}"/>
              </a:ext>
            </a:extLst>
          </p:cNvPr>
          <p:cNvSpPr/>
          <p:nvPr/>
        </p:nvSpPr>
        <p:spPr>
          <a:xfrm>
            <a:off x="6476642" y="2271222"/>
            <a:ext cx="1507331" cy="723628"/>
          </a:xfrm>
          <a:prstGeom prst="rect">
            <a:avLst/>
          </a:prstGeom>
          <a:solidFill>
            <a:srgbClr val="92D05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3DD2DA-6558-B350-4E18-106CB5F5DA4B}"/>
              </a:ext>
            </a:extLst>
          </p:cNvPr>
          <p:cNvSpPr txBox="1"/>
          <p:nvPr/>
        </p:nvSpPr>
        <p:spPr>
          <a:xfrm>
            <a:off x="8606466" y="2487810"/>
            <a:ext cx="952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A01D689-3D85-6B45-3E04-49B5427B6BF6}"/>
              </a:ext>
            </a:extLst>
          </p:cNvPr>
          <p:cNvSpPr/>
          <p:nvPr/>
        </p:nvSpPr>
        <p:spPr>
          <a:xfrm>
            <a:off x="9788960" y="2250958"/>
            <a:ext cx="1507331" cy="723628"/>
          </a:xfrm>
          <a:prstGeom prst="rect">
            <a:avLst/>
          </a:prstGeom>
          <a:solidFill>
            <a:srgbClr val="0070C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4E72A66-7DAC-CD88-1DC4-5D350F44D7D9}"/>
              </a:ext>
            </a:extLst>
          </p:cNvPr>
          <p:cNvSpPr txBox="1"/>
          <p:nvPr/>
        </p:nvSpPr>
        <p:spPr>
          <a:xfrm>
            <a:off x="9606473" y="3360263"/>
            <a:ext cx="188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紧接着是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的三级流水线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104C955-179F-05DD-A463-3B71DAE87960}"/>
              </a:ext>
            </a:extLst>
          </p:cNvPr>
          <p:cNvSpPr txBox="1"/>
          <p:nvPr/>
        </p:nvSpPr>
        <p:spPr>
          <a:xfrm>
            <a:off x="10222104" y="2487810"/>
            <a:ext cx="952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4E4FC50-5245-6364-185E-BC23BD381CD6}"/>
              </a:ext>
            </a:extLst>
          </p:cNvPr>
          <p:cNvSpPr/>
          <p:nvPr/>
        </p:nvSpPr>
        <p:spPr>
          <a:xfrm>
            <a:off x="8158787" y="2250958"/>
            <a:ext cx="1507331" cy="723628"/>
          </a:xfrm>
          <a:prstGeom prst="rect">
            <a:avLst/>
          </a:prstGeom>
          <a:solidFill>
            <a:srgbClr val="7030A0">
              <a:alpha val="27000"/>
            </a:srgbClr>
          </a:solidFill>
          <a:ln w="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30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FE92C-16DD-1133-9EAA-BCA33571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3640F0DD-5041-C7CC-CA40-EF7AF3EAD3B7}"/>
              </a:ext>
            </a:extLst>
          </p:cNvPr>
          <p:cNvSpPr/>
          <p:nvPr/>
        </p:nvSpPr>
        <p:spPr>
          <a:xfrm>
            <a:off x="4892348" y="1949455"/>
            <a:ext cx="1973364" cy="464372"/>
          </a:xfrm>
          <a:prstGeom prst="roundRect">
            <a:avLst/>
          </a:prstGeom>
          <a:solidFill>
            <a:srgbClr val="00B0F0">
              <a:alpha val="28000"/>
            </a:srgbClr>
          </a:solidFill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DC501A9C-AF1A-2771-3647-98B9F71A7297}"/>
              </a:ext>
            </a:extLst>
          </p:cNvPr>
          <p:cNvSpPr/>
          <p:nvPr/>
        </p:nvSpPr>
        <p:spPr>
          <a:xfrm>
            <a:off x="5473504" y="3829940"/>
            <a:ext cx="3038037" cy="768582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AC4785-E899-4F9B-3B5F-491E3500C4CA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4CF5DD-9745-4F00-F42F-1D40AA8ED5E4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518053-ACFB-A6E3-73EB-FB55048791AF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49921A-1F4B-7131-DDD1-B9D8DC011C3C}"/>
              </a:ext>
            </a:extLst>
          </p:cNvPr>
          <p:cNvSpPr/>
          <p:nvPr/>
        </p:nvSpPr>
        <p:spPr>
          <a:xfrm>
            <a:off x="1341681" y="3537168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A7582F-3BB8-C15A-E3C1-88E4D5349822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CB8D33E3-F23E-6981-DB03-088E3638A4DC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F34C6DB-E97B-896F-9250-E327890541DF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DCF90CD-7E6B-6B1C-D0E9-E09E3FE3DE0A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9571ADA-1C53-A6F8-F93A-17F94CA8B29F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FC1638-9397-8670-3DB8-B63ACBB8D65D}"/>
              </a:ext>
            </a:extLst>
          </p:cNvPr>
          <p:cNvSpPr/>
          <p:nvPr/>
        </p:nvSpPr>
        <p:spPr>
          <a:xfrm>
            <a:off x="1341680" y="2955300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E7D0F81-3433-E462-776C-F18D9638188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E33981-5108-9EAB-822F-5C74DF1E01D4}"/>
              </a:ext>
            </a:extLst>
          </p:cNvPr>
          <p:cNvCxnSpPr>
            <a:cxnSpLocks/>
          </p:cNvCxnSpPr>
          <p:nvPr/>
        </p:nvCxnSpPr>
        <p:spPr>
          <a:xfrm>
            <a:off x="2466749" y="31656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66AF5F7-38CC-C143-A1E9-D3FDE916C05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466748" y="3737193"/>
            <a:ext cx="46405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0164B8A-51BF-25F3-2222-CF44FDB5F15F}"/>
              </a:ext>
            </a:extLst>
          </p:cNvPr>
          <p:cNvSpPr txBox="1"/>
          <p:nvPr/>
        </p:nvSpPr>
        <p:spPr>
          <a:xfrm>
            <a:off x="2085468" y="3942402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1E7BEB-2C8D-AE82-5A8C-E0E2BC865EFA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E0F3125-F228-59EB-C7B5-58285D582471}"/>
              </a:ext>
            </a:extLst>
          </p:cNvPr>
          <p:cNvSpPr txBox="1"/>
          <p:nvPr/>
        </p:nvSpPr>
        <p:spPr>
          <a:xfrm>
            <a:off x="2409248" y="2930308"/>
            <a:ext cx="613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55F6BD7-0A90-BB33-E599-19BA032B8B4F}"/>
              </a:ext>
            </a:extLst>
          </p:cNvPr>
          <p:cNvSpPr/>
          <p:nvPr/>
        </p:nvSpPr>
        <p:spPr>
          <a:xfrm>
            <a:off x="103782" y="2399504"/>
            <a:ext cx="1005872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F454987-CEB2-E70C-BFCC-5491A348BAEE}"/>
              </a:ext>
            </a:extLst>
          </p:cNvPr>
          <p:cNvSpPr/>
          <p:nvPr/>
        </p:nvSpPr>
        <p:spPr>
          <a:xfrm>
            <a:off x="103782" y="3522242"/>
            <a:ext cx="1005872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F7A46CE3-77C0-BD06-504F-966C42B2DF33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109654" y="2606992"/>
            <a:ext cx="232026" cy="548333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2E04690D-8B07-BEC7-0575-4239EEFC47EE}"/>
              </a:ext>
            </a:extLst>
          </p:cNvPr>
          <p:cNvCxnSpPr>
            <a:cxnSpLocks/>
            <a:stCxn id="29" idx="3"/>
            <a:endCxn id="14" idx="1"/>
          </p:cNvCxnSpPr>
          <p:nvPr/>
        </p:nvCxnSpPr>
        <p:spPr>
          <a:xfrm flipV="1">
            <a:off x="1109654" y="3155325"/>
            <a:ext cx="232026" cy="5744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52B5202-7514-4DB1-118A-285105A819D7}"/>
              </a:ext>
            </a:extLst>
          </p:cNvPr>
          <p:cNvSpPr txBox="1"/>
          <p:nvPr/>
        </p:nvSpPr>
        <p:spPr>
          <a:xfrm>
            <a:off x="464890" y="3006304"/>
            <a:ext cx="750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52390A7-77D3-ED29-69D8-197A56354187}"/>
              </a:ext>
            </a:extLst>
          </p:cNvPr>
          <p:cNvCxnSpPr>
            <a:cxnSpLocks/>
          </p:cNvCxnSpPr>
          <p:nvPr/>
        </p:nvCxnSpPr>
        <p:spPr>
          <a:xfrm>
            <a:off x="4253796" y="3169771"/>
            <a:ext cx="459712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52B0E4E1-06C5-953E-70D9-812FEF0BCAD5}"/>
              </a:ext>
            </a:extLst>
          </p:cNvPr>
          <p:cNvSpPr txBox="1"/>
          <p:nvPr/>
        </p:nvSpPr>
        <p:spPr>
          <a:xfrm>
            <a:off x="4098060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5EDA55E-2C9A-3174-1074-6E05CBCA99B3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CAF2667-0093-D90F-DD31-EA0A80F7EE7C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5CB8B31-86B1-0632-0381-62F1875E8A10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52F8A1F-6138-3893-C60D-90E4D973BACF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A57B20C-B88D-1A87-C8DD-CE74BDFF3DE9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7BE40FB-CE32-09E2-380C-139140E0A009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EFFBD15-6FF7-5E70-A0EB-6BDFE21E32DC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DEBFDD0-21C0-E390-47D4-B877E919E528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AE0FE5B6-6BD0-79EE-D038-AA4030F1C065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85DFCBD0-4ABD-624D-6205-D4F7339BEFFC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68240A3C-1924-33A4-688D-F4D98612199B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D9E997E9-1743-7BF6-DCBF-F0233FEEC135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B2FFD02-7E5F-596C-D880-11E75F7478F1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788FB228-F4E1-F8E1-35AE-2F2B644E2F02}"/>
              </a:ext>
            </a:extLst>
          </p:cNvPr>
          <p:cNvSpPr/>
          <p:nvPr/>
        </p:nvSpPr>
        <p:spPr>
          <a:xfrm>
            <a:off x="4707264" y="1575114"/>
            <a:ext cx="4338545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4E946EA-2B96-56F8-FB31-03702E527D5A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C3B833E-4E24-F12A-41F3-DA6D20736145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E677688-2554-1EF9-E1D6-6B47D57671F7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53444F09-D065-83CD-6F89-F1FC207E4899}"/>
              </a:ext>
            </a:extLst>
          </p:cNvPr>
          <p:cNvSpPr/>
          <p:nvPr/>
        </p:nvSpPr>
        <p:spPr>
          <a:xfrm>
            <a:off x="5532995" y="3890346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2A4D857-A65A-9579-EE96-685372497824}"/>
              </a:ext>
            </a:extLst>
          </p:cNvPr>
          <p:cNvSpPr/>
          <p:nvPr/>
        </p:nvSpPr>
        <p:spPr>
          <a:xfrm>
            <a:off x="5559208" y="2555562"/>
            <a:ext cx="313043" cy="119550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57C22C60-43B8-19FB-8A4D-FFABE9993BC0}"/>
              </a:ext>
            </a:extLst>
          </p:cNvPr>
          <p:cNvCxnSpPr>
            <a:cxnSpLocks/>
          </p:cNvCxnSpPr>
          <p:nvPr/>
        </p:nvCxnSpPr>
        <p:spPr>
          <a:xfrm>
            <a:off x="4806439" y="3151221"/>
            <a:ext cx="667065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EB0C1366-C308-E9EA-0C89-456A4685F7CE}"/>
              </a:ext>
            </a:extLst>
          </p:cNvPr>
          <p:cNvSpPr txBox="1"/>
          <p:nvPr/>
        </p:nvSpPr>
        <p:spPr>
          <a:xfrm>
            <a:off x="4798286" y="2798222"/>
            <a:ext cx="711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D42CD76-400B-2FCD-5778-C24C426F5EB5}"/>
              </a:ext>
            </a:extLst>
          </p:cNvPr>
          <p:cNvSpPr txBox="1"/>
          <p:nvPr/>
        </p:nvSpPr>
        <p:spPr>
          <a:xfrm>
            <a:off x="4707265" y="3165667"/>
            <a:ext cx="994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64x32bit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10E04B1-555E-8A0C-E684-826B05DC075D}"/>
              </a:ext>
            </a:extLst>
          </p:cNvPr>
          <p:cNvSpPr/>
          <p:nvPr/>
        </p:nvSpPr>
        <p:spPr>
          <a:xfrm>
            <a:off x="6168925" y="2555562"/>
            <a:ext cx="313043" cy="11955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6925BDE2-9E8B-E945-1D3E-C8B4AA1E91F7}"/>
              </a:ext>
            </a:extLst>
          </p:cNvPr>
          <p:cNvCxnSpPr>
            <a:cxnSpLocks/>
            <a:stCxn id="89" idx="3"/>
            <a:endCxn id="105" idx="1"/>
          </p:cNvCxnSpPr>
          <p:nvPr/>
        </p:nvCxnSpPr>
        <p:spPr>
          <a:xfrm>
            <a:off x="5872251" y="3153315"/>
            <a:ext cx="29667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34CD04D2-8BF5-EB79-333C-F23C729522AD}"/>
              </a:ext>
            </a:extLst>
          </p:cNvPr>
          <p:cNvSpPr/>
          <p:nvPr/>
        </p:nvSpPr>
        <p:spPr>
          <a:xfrm>
            <a:off x="6778642" y="2553525"/>
            <a:ext cx="313043" cy="119550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04DCCB59-FF6D-6426-D1E7-0A275CDDA782}"/>
              </a:ext>
            </a:extLst>
          </p:cNvPr>
          <p:cNvCxnSpPr>
            <a:cxnSpLocks/>
            <a:stCxn id="105" idx="3"/>
            <a:endCxn id="110" idx="1"/>
          </p:cNvCxnSpPr>
          <p:nvPr/>
        </p:nvCxnSpPr>
        <p:spPr>
          <a:xfrm flipV="1">
            <a:off x="6481968" y="3151278"/>
            <a:ext cx="296674" cy="203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D33DE1A0-9660-7066-90C7-A07EF08D7BC9}"/>
              </a:ext>
            </a:extLst>
          </p:cNvPr>
          <p:cNvSpPr/>
          <p:nvPr/>
        </p:nvSpPr>
        <p:spPr>
          <a:xfrm>
            <a:off x="6157086" y="3898390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C12A1FF3-AB6B-622B-7CAE-CF1805DAF206}"/>
              </a:ext>
            </a:extLst>
          </p:cNvPr>
          <p:cNvSpPr/>
          <p:nvPr/>
        </p:nvSpPr>
        <p:spPr>
          <a:xfrm>
            <a:off x="6760890" y="3898390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A5730F24-E079-1529-0C67-21214CA7311D}"/>
              </a:ext>
            </a:extLst>
          </p:cNvPr>
          <p:cNvSpPr txBox="1"/>
          <p:nvPr/>
        </p:nvSpPr>
        <p:spPr>
          <a:xfrm>
            <a:off x="5835564" y="4315347"/>
            <a:ext cx="2402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Weight Reg Array: 224bit per reg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D3A02038-B583-6F25-030B-5767E886CFC9}"/>
              </a:ext>
            </a:extLst>
          </p:cNvPr>
          <p:cNvSpPr/>
          <p:nvPr/>
        </p:nvSpPr>
        <p:spPr>
          <a:xfrm>
            <a:off x="4984493" y="2003867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7EA1C2B-60F3-F245-EA41-7037BF0C0C5A}"/>
              </a:ext>
            </a:extLst>
          </p:cNvPr>
          <p:cNvSpPr/>
          <p:nvPr/>
        </p:nvSpPr>
        <p:spPr>
          <a:xfrm>
            <a:off x="5451279" y="2007390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0387238C-273D-BC88-0392-024C0C5B1E7D}"/>
              </a:ext>
            </a:extLst>
          </p:cNvPr>
          <p:cNvSpPr/>
          <p:nvPr/>
        </p:nvSpPr>
        <p:spPr>
          <a:xfrm>
            <a:off x="5931572" y="2007437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6D47F6D-E222-DF10-E3C6-B7C6D10BE067}"/>
              </a:ext>
            </a:extLst>
          </p:cNvPr>
          <p:cNvSpPr/>
          <p:nvPr/>
        </p:nvSpPr>
        <p:spPr>
          <a:xfrm>
            <a:off x="6451220" y="2008877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01F081B5-A1BC-38DE-BD83-6E02F5425964}"/>
              </a:ext>
            </a:extLst>
          </p:cNvPr>
          <p:cNvSpPr txBox="1"/>
          <p:nvPr/>
        </p:nvSpPr>
        <p:spPr>
          <a:xfrm>
            <a:off x="7088721" y="2840338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71F5675-AC85-8711-5A42-ACF3410E54DB}"/>
              </a:ext>
            </a:extLst>
          </p:cNvPr>
          <p:cNvSpPr/>
          <p:nvPr/>
        </p:nvSpPr>
        <p:spPr>
          <a:xfrm>
            <a:off x="7998076" y="2553525"/>
            <a:ext cx="313043" cy="119550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9640C210-ABCF-3149-8B88-BF766BDDCB36}"/>
              </a:ext>
            </a:extLst>
          </p:cNvPr>
          <p:cNvCxnSpPr>
            <a:cxnSpLocks/>
            <a:endCxn id="124" idx="1"/>
          </p:cNvCxnSpPr>
          <p:nvPr/>
        </p:nvCxnSpPr>
        <p:spPr>
          <a:xfrm>
            <a:off x="7826522" y="3151278"/>
            <a:ext cx="17155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>
            <a:extLst>
              <a:ext uri="{FF2B5EF4-FFF2-40B4-BE49-F238E27FC236}">
                <a16:creationId xmlns:a16="http://schemas.microsoft.com/office/drawing/2014/main" id="{2D67355A-C675-BA76-23A4-3EAD0B31C5B1}"/>
              </a:ext>
            </a:extLst>
          </p:cNvPr>
          <p:cNvSpPr/>
          <p:nvPr/>
        </p:nvSpPr>
        <p:spPr>
          <a:xfrm>
            <a:off x="6967045" y="2003867"/>
            <a:ext cx="33672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175AA51C-A7AA-FF00-3521-AA9B2A143F7C}"/>
              </a:ext>
            </a:extLst>
          </p:cNvPr>
          <p:cNvSpPr/>
          <p:nvPr/>
        </p:nvSpPr>
        <p:spPr>
          <a:xfrm>
            <a:off x="8511541" y="2018962"/>
            <a:ext cx="3825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06766475-89DA-F3BA-8AB7-21F6FD5446D4}"/>
              </a:ext>
            </a:extLst>
          </p:cNvPr>
          <p:cNvSpPr/>
          <p:nvPr/>
        </p:nvSpPr>
        <p:spPr>
          <a:xfrm>
            <a:off x="8012247" y="2009127"/>
            <a:ext cx="397960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5F529D81-66D5-E309-0E85-DB14961D1158}"/>
              </a:ext>
            </a:extLst>
          </p:cNvPr>
          <p:cNvSpPr txBox="1"/>
          <p:nvPr/>
        </p:nvSpPr>
        <p:spPr>
          <a:xfrm>
            <a:off x="7253704" y="1872361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816A69E3-2ED6-7A33-EB13-4BD019B54036}"/>
              </a:ext>
            </a:extLst>
          </p:cNvPr>
          <p:cNvSpPr txBox="1"/>
          <p:nvPr/>
        </p:nvSpPr>
        <p:spPr>
          <a:xfrm>
            <a:off x="7081582" y="3767583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F8779EA-1543-4FA8-961A-F0EE15D46C9F}"/>
              </a:ext>
            </a:extLst>
          </p:cNvPr>
          <p:cNvSpPr/>
          <p:nvPr/>
        </p:nvSpPr>
        <p:spPr>
          <a:xfrm>
            <a:off x="7986236" y="3902179"/>
            <a:ext cx="39825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303FD3DB-B8F9-BFDC-CD2B-BB250CEC0EA3}"/>
              </a:ext>
            </a:extLst>
          </p:cNvPr>
          <p:cNvCxnSpPr>
            <a:cxnSpLocks/>
          </p:cNvCxnSpPr>
          <p:nvPr/>
        </p:nvCxnSpPr>
        <p:spPr>
          <a:xfrm flipV="1">
            <a:off x="5718230" y="3730827"/>
            <a:ext cx="0" cy="159519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3F5665FD-A58B-94B8-998D-0F00C02BC2AB}"/>
              </a:ext>
            </a:extLst>
          </p:cNvPr>
          <p:cNvCxnSpPr>
            <a:cxnSpLocks/>
          </p:cNvCxnSpPr>
          <p:nvPr/>
        </p:nvCxnSpPr>
        <p:spPr>
          <a:xfrm flipV="1">
            <a:off x="6325446" y="3738871"/>
            <a:ext cx="0" cy="159519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1E2B3B8C-F850-0C40-5037-10A696ACF58B}"/>
              </a:ext>
            </a:extLst>
          </p:cNvPr>
          <p:cNvCxnSpPr>
            <a:cxnSpLocks/>
          </p:cNvCxnSpPr>
          <p:nvPr/>
        </p:nvCxnSpPr>
        <p:spPr>
          <a:xfrm flipV="1">
            <a:off x="6929250" y="3739631"/>
            <a:ext cx="0" cy="159519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CC63CAE6-1058-BFCA-D482-89850ED9D96A}"/>
              </a:ext>
            </a:extLst>
          </p:cNvPr>
          <p:cNvCxnSpPr>
            <a:cxnSpLocks/>
          </p:cNvCxnSpPr>
          <p:nvPr/>
        </p:nvCxnSpPr>
        <p:spPr>
          <a:xfrm flipV="1">
            <a:off x="8162468" y="3750757"/>
            <a:ext cx="0" cy="159519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连接符: 肘形 169">
            <a:extLst>
              <a:ext uri="{FF2B5EF4-FFF2-40B4-BE49-F238E27FC236}">
                <a16:creationId xmlns:a16="http://schemas.microsoft.com/office/drawing/2014/main" id="{94617123-6A53-849A-14A5-9A6BFDA5583D}"/>
              </a:ext>
            </a:extLst>
          </p:cNvPr>
          <p:cNvCxnSpPr>
            <a:cxnSpLocks/>
            <a:stCxn id="166" idx="2"/>
            <a:endCxn id="89" idx="0"/>
          </p:cNvCxnSpPr>
          <p:nvPr/>
        </p:nvCxnSpPr>
        <p:spPr>
          <a:xfrm rot="5400000">
            <a:off x="5726513" y="2403044"/>
            <a:ext cx="141735" cy="163300"/>
          </a:xfrm>
          <a:prstGeom prst="bentConnector3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连接符: 肘形 171">
            <a:extLst>
              <a:ext uri="{FF2B5EF4-FFF2-40B4-BE49-F238E27FC236}">
                <a16:creationId xmlns:a16="http://schemas.microsoft.com/office/drawing/2014/main" id="{522CA47F-7F20-6DB6-589C-05CD86177F6E}"/>
              </a:ext>
            </a:extLst>
          </p:cNvPr>
          <p:cNvCxnSpPr>
            <a:cxnSpLocks/>
            <a:stCxn id="118" idx="2"/>
            <a:endCxn id="105" idx="0"/>
          </p:cNvCxnSpPr>
          <p:nvPr/>
        </p:nvCxnSpPr>
        <p:spPr>
          <a:xfrm rot="5400000">
            <a:off x="6268671" y="2424192"/>
            <a:ext cx="188146" cy="74594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7DE4DB05-A046-2387-54C4-690A668D59D6}"/>
              </a:ext>
            </a:extLst>
          </p:cNvPr>
          <p:cNvSpPr/>
          <p:nvPr/>
        </p:nvSpPr>
        <p:spPr>
          <a:xfrm>
            <a:off x="5413358" y="1994903"/>
            <a:ext cx="1973365" cy="372513"/>
          </a:xfrm>
          <a:prstGeom prst="roundRect">
            <a:avLst/>
          </a:prstGeom>
          <a:solidFill>
            <a:srgbClr val="FF0000">
              <a:alpha val="28000"/>
            </a:srgb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8602E490-DC62-B6C5-57FF-BB3BE2999812}"/>
              </a:ext>
            </a:extLst>
          </p:cNvPr>
          <p:cNvSpPr/>
          <p:nvPr/>
        </p:nvSpPr>
        <p:spPr>
          <a:xfrm>
            <a:off x="7719374" y="1965182"/>
            <a:ext cx="1227105" cy="464372"/>
          </a:xfrm>
          <a:prstGeom prst="roundRect">
            <a:avLst/>
          </a:prstGeom>
          <a:solidFill>
            <a:srgbClr val="00B050">
              <a:alpha val="28000"/>
            </a:srgbClr>
          </a:solidFill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9" name="连接符: 肘形 178">
            <a:extLst>
              <a:ext uri="{FF2B5EF4-FFF2-40B4-BE49-F238E27FC236}">
                <a16:creationId xmlns:a16="http://schemas.microsoft.com/office/drawing/2014/main" id="{54579896-A81E-A7CA-F4F9-EA115F76160D}"/>
              </a:ext>
            </a:extLst>
          </p:cNvPr>
          <p:cNvCxnSpPr>
            <a:cxnSpLocks/>
            <a:stCxn id="178" idx="2"/>
            <a:endCxn id="124" idx="0"/>
          </p:cNvCxnSpPr>
          <p:nvPr/>
        </p:nvCxnSpPr>
        <p:spPr>
          <a:xfrm rot="5400000">
            <a:off x="8181778" y="2402375"/>
            <a:ext cx="123971" cy="178329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矩形: 圆角 185">
            <a:extLst>
              <a:ext uri="{FF2B5EF4-FFF2-40B4-BE49-F238E27FC236}">
                <a16:creationId xmlns:a16="http://schemas.microsoft.com/office/drawing/2014/main" id="{2190C21A-6B48-5D9C-5DD5-188304773469}"/>
              </a:ext>
            </a:extLst>
          </p:cNvPr>
          <p:cNvSpPr/>
          <p:nvPr/>
        </p:nvSpPr>
        <p:spPr>
          <a:xfrm>
            <a:off x="4790328" y="1671314"/>
            <a:ext cx="4156151" cy="768582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433670EE-5809-8318-C135-46138F6B0B3D}"/>
              </a:ext>
            </a:extLst>
          </p:cNvPr>
          <p:cNvSpPr txBox="1"/>
          <p:nvPr/>
        </p:nvSpPr>
        <p:spPr>
          <a:xfrm>
            <a:off x="5773973" y="1669347"/>
            <a:ext cx="2391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 Reg Array: 80bit per reg</a:t>
            </a: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27CA8238-6F69-9E38-0F63-BA868FC54162}"/>
              </a:ext>
            </a:extLst>
          </p:cNvPr>
          <p:cNvSpPr txBox="1"/>
          <p:nvPr/>
        </p:nvSpPr>
        <p:spPr>
          <a:xfrm rot="16200000">
            <a:off x="5205191" y="3009797"/>
            <a:ext cx="994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Comb Logic</a:t>
            </a: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10BA98DC-5EAA-6227-5484-D23FD1643AA1}"/>
              </a:ext>
            </a:extLst>
          </p:cNvPr>
          <p:cNvSpPr txBox="1"/>
          <p:nvPr/>
        </p:nvSpPr>
        <p:spPr>
          <a:xfrm rot="16200000">
            <a:off x="5792660" y="2989996"/>
            <a:ext cx="1043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Comb Logic</a:t>
            </a: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EEA7F8F0-36F2-5EB1-1FE9-2F2042018C49}"/>
              </a:ext>
            </a:extLst>
          </p:cNvPr>
          <p:cNvSpPr txBox="1"/>
          <p:nvPr/>
        </p:nvSpPr>
        <p:spPr>
          <a:xfrm rot="16200000">
            <a:off x="6373098" y="2994197"/>
            <a:ext cx="1077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Comb Logic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62945F36-B0FC-E4C8-8C57-1D982877C415}"/>
              </a:ext>
            </a:extLst>
          </p:cNvPr>
          <p:cNvSpPr txBox="1"/>
          <p:nvPr/>
        </p:nvSpPr>
        <p:spPr>
          <a:xfrm rot="16200000">
            <a:off x="7609191" y="2997247"/>
            <a:ext cx="1083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Comb Logic</a:t>
            </a:r>
          </a:p>
        </p:txBody>
      </p: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95FFDCA7-B5E5-FC87-6B52-8DDFF022ACEA}"/>
              </a:ext>
            </a:extLst>
          </p:cNvPr>
          <p:cNvCxnSpPr>
            <a:cxnSpLocks/>
            <a:stCxn id="78" idx="3"/>
            <a:endCxn id="201" idx="1"/>
          </p:cNvCxnSpPr>
          <p:nvPr/>
        </p:nvCxnSpPr>
        <p:spPr>
          <a:xfrm flipV="1">
            <a:off x="9045809" y="3151543"/>
            <a:ext cx="587776" cy="378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E81DED02-F5EE-D6A9-D01C-38BC49ED0BA9}"/>
              </a:ext>
            </a:extLst>
          </p:cNvPr>
          <p:cNvSpPr txBox="1"/>
          <p:nvPr/>
        </p:nvSpPr>
        <p:spPr>
          <a:xfrm rot="16200000">
            <a:off x="5762051" y="3257921"/>
            <a:ext cx="54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</a:t>
            </a: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FC77C6DC-66CE-39EF-3267-03A7206CBF3D}"/>
              </a:ext>
            </a:extLst>
          </p:cNvPr>
          <p:cNvSpPr txBox="1"/>
          <p:nvPr/>
        </p:nvSpPr>
        <p:spPr>
          <a:xfrm rot="16200000">
            <a:off x="6345014" y="3242562"/>
            <a:ext cx="54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</a:t>
            </a: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95088E15-33A6-86C5-1B3E-98C618E0B95C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C25FD8C6-C04D-23DC-335E-7878C8B8D2E8}"/>
              </a:ext>
            </a:extLst>
          </p:cNvPr>
          <p:cNvSpPr/>
          <p:nvPr/>
        </p:nvSpPr>
        <p:spPr>
          <a:xfrm>
            <a:off x="9633585" y="2473146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47B7BF2E-3A01-573C-9932-FA4397B6B406}"/>
              </a:ext>
            </a:extLst>
          </p:cNvPr>
          <p:cNvSpPr/>
          <p:nvPr/>
        </p:nvSpPr>
        <p:spPr>
          <a:xfrm rot="5400000">
            <a:off x="9423005" y="2899344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DD24FD7B-E819-0EE3-63EE-1C96BA9FD2C5}"/>
              </a:ext>
            </a:extLst>
          </p:cNvPr>
          <p:cNvSpPr/>
          <p:nvPr/>
        </p:nvSpPr>
        <p:spPr>
          <a:xfrm rot="5400000">
            <a:off x="10299022" y="2898294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ADC59A5A-8AC7-2EA8-C3A2-0BBAE0F6B485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59538" y="3163807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20214D21-6713-8BB1-29F3-1F862960E89F}"/>
              </a:ext>
            </a:extLst>
          </p:cNvPr>
          <p:cNvCxnSpPr>
            <a:cxnSpLocks/>
          </p:cNvCxnSpPr>
          <p:nvPr/>
        </p:nvCxnSpPr>
        <p:spPr>
          <a:xfrm>
            <a:off x="11119876" y="3169771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3F2BB454-48C7-B9F3-7EF5-70ADDEEF10EB}"/>
              </a:ext>
            </a:extLst>
          </p:cNvPr>
          <p:cNvSpPr txBox="1"/>
          <p:nvPr/>
        </p:nvSpPr>
        <p:spPr>
          <a:xfrm>
            <a:off x="11223482" y="287540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2B158943-8C45-03B8-3F60-DBBEE737B62A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5507F4B4-4684-BD5E-0D38-5F305CC1BE9F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70202DB4-91A5-B95D-9DFC-39076A6C544F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(1+n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5FF417FD-1EE4-B4DF-5FE9-6C2D8DFBD2DC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281844-14DA-7767-5088-F1BF24C291B7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3121009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39018-0AC7-4ABC-8A07-F832E64F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5A4874-8372-775B-1CC6-BA4E18C66A6B}"/>
              </a:ext>
            </a:extLst>
          </p:cNvPr>
          <p:cNvSpPr txBox="1"/>
          <p:nvPr/>
        </p:nvSpPr>
        <p:spPr>
          <a:xfrm>
            <a:off x="540047" y="362078"/>
            <a:ext cx="5204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F186F7-2E13-459D-9E5A-BADCEA6B6D91}"/>
              </a:ext>
            </a:extLst>
          </p:cNvPr>
          <p:cNvSpPr txBox="1"/>
          <p:nvPr/>
        </p:nvSpPr>
        <p:spPr>
          <a:xfrm>
            <a:off x="540045" y="1123055"/>
            <a:ext cx="6149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9C6E85D-7E43-10F8-1E6A-18E7C82B2C4A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B13EF44-22AC-EF10-9237-197BA2B7477E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33928FA-9F6A-82FA-D9CC-177D0FE81FEE}"/>
              </a:ext>
            </a:extLst>
          </p:cNvPr>
          <p:cNvCxnSpPr>
            <a:cxnSpLocks/>
          </p:cNvCxnSpPr>
          <p:nvPr/>
        </p:nvCxnSpPr>
        <p:spPr>
          <a:xfrm flipV="1">
            <a:off x="1446742" y="2398907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A5DE19D-E019-9C18-0FCA-9664C3E65C9C}"/>
              </a:ext>
            </a:extLst>
          </p:cNvPr>
          <p:cNvCxnSpPr>
            <a:cxnSpLocks/>
          </p:cNvCxnSpPr>
          <p:nvPr/>
        </p:nvCxnSpPr>
        <p:spPr>
          <a:xfrm>
            <a:off x="3244850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4E602C5-5481-16C3-C2EB-6D38F85322B7}"/>
              </a:ext>
            </a:extLst>
          </p:cNvPr>
          <p:cNvSpPr txBox="1"/>
          <p:nvPr/>
        </p:nvSpPr>
        <p:spPr>
          <a:xfrm>
            <a:off x="4756413" y="3472733"/>
            <a:ext cx="354938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首建工作集且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shadow_cache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中取数据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工作集存在且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，其余不变</a:t>
            </a: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工作集存在，且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pos=current_pos+1</a:t>
            </a:r>
          </a:p>
          <a:p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如果预取有效，则旧行滚动，新行插入，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更新，预取有效信号置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；否则判定失败</a:t>
            </a: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判定失败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1BE95D-35B8-E97D-233C-618E5A20DB85}"/>
              </a:ext>
            </a:extLst>
          </p:cNvPr>
          <p:cNvSpPr txBox="1"/>
          <p:nvPr/>
        </p:nvSpPr>
        <p:spPr>
          <a:xfrm>
            <a:off x="932041" y="3992943"/>
            <a:ext cx="31637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265D939-53C5-F8BF-F41F-F2746F272FD9}"/>
              </a:ext>
            </a:extLst>
          </p:cNvPr>
          <p:cNvCxnSpPr>
            <a:cxnSpLocks/>
          </p:cNvCxnSpPr>
          <p:nvPr/>
        </p:nvCxnSpPr>
        <p:spPr>
          <a:xfrm flipV="1">
            <a:off x="3244850" y="295309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8CC40118-AF22-3A74-B5FE-CE35F1446BE5}"/>
              </a:ext>
            </a:extLst>
          </p:cNvPr>
          <p:cNvCxnSpPr>
            <a:cxnSpLocks/>
          </p:cNvCxnSpPr>
          <p:nvPr/>
        </p:nvCxnSpPr>
        <p:spPr>
          <a:xfrm>
            <a:off x="5042957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ECD5CDE-6459-4F24-836D-8C630D7DCFA2}"/>
              </a:ext>
            </a:extLst>
          </p:cNvPr>
          <p:cNvCxnSpPr>
            <a:cxnSpLocks/>
          </p:cNvCxnSpPr>
          <p:nvPr/>
        </p:nvCxnSpPr>
        <p:spPr>
          <a:xfrm flipV="1">
            <a:off x="5042958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3D5BBCE1-5205-7E7C-3272-AAA35A319D9D}"/>
              </a:ext>
            </a:extLst>
          </p:cNvPr>
          <p:cNvCxnSpPr>
            <a:cxnSpLocks/>
          </p:cNvCxnSpPr>
          <p:nvPr/>
        </p:nvCxnSpPr>
        <p:spPr>
          <a:xfrm>
            <a:off x="6841065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C7050D3-A530-F5C1-0614-725E7C6F1FAD}"/>
              </a:ext>
            </a:extLst>
          </p:cNvPr>
          <p:cNvCxnSpPr>
            <a:cxnSpLocks/>
          </p:cNvCxnSpPr>
          <p:nvPr/>
        </p:nvCxnSpPr>
        <p:spPr>
          <a:xfrm flipV="1">
            <a:off x="6841065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17C4A0E-33BE-1F0B-C87A-3BEE7436BC68}"/>
              </a:ext>
            </a:extLst>
          </p:cNvPr>
          <p:cNvCxnSpPr>
            <a:cxnSpLocks/>
          </p:cNvCxnSpPr>
          <p:nvPr/>
        </p:nvCxnSpPr>
        <p:spPr>
          <a:xfrm>
            <a:off x="8639172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F4E8B135-2D46-EB34-A6BB-7AD426EF9A4B}"/>
              </a:ext>
            </a:extLst>
          </p:cNvPr>
          <p:cNvCxnSpPr>
            <a:cxnSpLocks/>
          </p:cNvCxnSpPr>
          <p:nvPr/>
        </p:nvCxnSpPr>
        <p:spPr>
          <a:xfrm flipV="1">
            <a:off x="8639172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CE2CC80F-1379-7776-DAF6-77981BFA7436}"/>
              </a:ext>
            </a:extLst>
          </p:cNvPr>
          <p:cNvCxnSpPr>
            <a:cxnSpLocks/>
          </p:cNvCxnSpPr>
          <p:nvPr/>
        </p:nvCxnSpPr>
        <p:spPr>
          <a:xfrm>
            <a:off x="10437280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A330A891-55EE-82E8-F7C7-DD9AEC00E6B1}"/>
              </a:ext>
            </a:extLst>
          </p:cNvPr>
          <p:cNvCxnSpPr>
            <a:cxnSpLocks/>
          </p:cNvCxnSpPr>
          <p:nvPr/>
        </p:nvCxnSpPr>
        <p:spPr>
          <a:xfrm flipV="1">
            <a:off x="10437281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4983968-4241-BC91-5244-DCA50B4939DC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E282127-9C9D-56BA-EC50-AB19E5F6E0CF}"/>
              </a:ext>
            </a:extLst>
          </p:cNvPr>
          <p:cNvSpPr txBox="1"/>
          <p:nvPr/>
        </p:nvSpPr>
        <p:spPr>
          <a:xfrm>
            <a:off x="1692824" y="1872029"/>
            <a:ext cx="224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72F41204-ECB7-A28D-DFEF-6E50231878B7}"/>
              </a:ext>
            </a:extLst>
          </p:cNvPr>
          <p:cNvCxnSpPr>
            <a:cxnSpLocks/>
          </p:cNvCxnSpPr>
          <p:nvPr/>
        </p:nvCxnSpPr>
        <p:spPr>
          <a:xfrm>
            <a:off x="5042957" y="237299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2DCB29A7-917F-BCFB-B15A-3660E711922F}"/>
              </a:ext>
            </a:extLst>
          </p:cNvPr>
          <p:cNvSpPr txBox="1"/>
          <p:nvPr/>
        </p:nvSpPr>
        <p:spPr>
          <a:xfrm>
            <a:off x="932041" y="3478018"/>
            <a:ext cx="1849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start_consume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开始消费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73773C8-A585-1133-D860-58DAD942BC3A}"/>
              </a:ext>
            </a:extLst>
          </p:cNvPr>
          <p:cNvSpPr/>
          <p:nvPr/>
        </p:nvSpPr>
        <p:spPr>
          <a:xfrm>
            <a:off x="7247924" y="599482"/>
            <a:ext cx="4621097" cy="857003"/>
          </a:xfrm>
          <a:prstGeom prst="rect">
            <a:avLst/>
          </a:prstGeom>
          <a:solidFill>
            <a:srgbClr val="7030A0">
              <a:alpha val="2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81786BF-C3AE-1ED1-3289-F6B95B749E13}"/>
              </a:ext>
            </a:extLst>
          </p:cNvPr>
          <p:cNvSpPr txBox="1"/>
          <p:nvPr/>
        </p:nvSpPr>
        <p:spPr>
          <a:xfrm>
            <a:off x="7336113" y="617453"/>
            <a:ext cx="4422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相比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直接把所有输入参数存在片上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中，这个版本只存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14x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阵列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+2x10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预取行缓存，节省了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14/30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约等于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618451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88BE-D7EB-AB30-3591-9B6614334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7E50F81D-FC5D-C2D3-F610-B22C967A2516}"/>
              </a:ext>
            </a:extLst>
          </p:cNvPr>
          <p:cNvSpPr/>
          <p:nvPr/>
        </p:nvSpPr>
        <p:spPr>
          <a:xfrm>
            <a:off x="767016" y="3712211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571FFE-E1FE-F8B3-939F-837A207E302D}"/>
              </a:ext>
            </a:extLst>
          </p:cNvPr>
          <p:cNvSpPr/>
          <p:nvPr/>
        </p:nvSpPr>
        <p:spPr>
          <a:xfrm>
            <a:off x="3512086" y="3439428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436F2F6-71B6-6DF1-681F-2E8E7C74A6C3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时序模型：预取逻辑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39CDF15-2365-7A85-17A4-A90C1E6E8DC8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60F7A15-990E-B157-B67D-38182A0C3AF9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7C51A00-1120-F64F-BA51-B19B80356265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C05E974-2C2C-384B-8386-BC9C678129FB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D7B21ED-1CA8-0513-4B51-45DC7A06DC8F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9B40859-A3DF-E00C-0EB1-AB2E5343ACE6}"/>
              </a:ext>
            </a:extLst>
          </p:cNvPr>
          <p:cNvSpPr txBox="1"/>
          <p:nvPr/>
        </p:nvSpPr>
        <p:spPr>
          <a:xfrm>
            <a:off x="932041" y="1658690"/>
            <a:ext cx="5760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工作集加载成功，当前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pos&lt;8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时进入预取逻辑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D8FC3D-8465-5ED6-A193-FC9B1692EDB0}"/>
              </a:ext>
            </a:extLst>
          </p:cNvPr>
          <p:cNvSpPr txBox="1"/>
          <p:nvPr/>
        </p:nvSpPr>
        <p:spPr>
          <a:xfrm>
            <a:off x="777639" y="2044646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5EF93B-2720-1887-B5CF-855291AFAA41}"/>
              </a:ext>
            </a:extLst>
          </p:cNvPr>
          <p:cNvSpPr txBox="1"/>
          <p:nvPr/>
        </p:nvSpPr>
        <p:spPr>
          <a:xfrm>
            <a:off x="767017" y="3703627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B18171-9E1F-5925-ECF5-19EF0A01DC20}"/>
              </a:ext>
            </a:extLst>
          </p:cNvPr>
          <p:cNvSpPr txBox="1"/>
          <p:nvPr/>
        </p:nvSpPr>
        <p:spPr>
          <a:xfrm>
            <a:off x="3444209" y="2028799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51E6A57-EEA8-B471-5766-A6CAD9E43831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9084A07-0F94-AD73-4972-381A38417CFD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1AC275-8B28-3146-4FA9-B9C91DE26A69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080D84B-2DD7-4183-53B2-6539ED1743BA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AA5B74D-F770-E94C-E721-D55B97C92BFC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5FC5D89-48F1-31CA-CDC4-7990E003003A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9E2B2E2-1EBB-5141-A69C-F0E8E83C2F84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E0F59FA-4BE0-2390-A3AC-07AA2D3B0BFC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1EB5617-266D-F22D-1071-0C37F5F8865E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5CDFA06-B920-3C5F-E424-4A4A4D28798A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B7D12D8-93B8-7D11-1120-6AB4585D6363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F1C4218-59D2-0113-D91F-B01725C6A820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8EAF875-CF81-7CCA-2DB3-23D7E38A654E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FE8467F-E1C2-0A79-53E1-350A97DB451C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CAD7DD2-3F14-DE0A-9F29-8094F957F238}"/>
              </a:ext>
            </a:extLst>
          </p:cNvPr>
          <p:cNvSpPr txBox="1"/>
          <p:nvPr/>
        </p:nvSpPr>
        <p:spPr>
          <a:xfrm>
            <a:off x="3492872" y="3453214"/>
            <a:ext cx="2128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1F8B934-FF8F-53DF-BE8F-5B4F49C80893}"/>
              </a:ext>
            </a:extLst>
          </p:cNvPr>
          <p:cNvSpPr txBox="1"/>
          <p:nvPr/>
        </p:nvSpPr>
        <p:spPr>
          <a:xfrm>
            <a:off x="4024232" y="3101929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4C40D3-580E-89A7-0DD6-858FE85F9D64}"/>
              </a:ext>
            </a:extLst>
          </p:cNvPr>
          <p:cNvSpPr/>
          <p:nvPr/>
        </p:nvSpPr>
        <p:spPr>
          <a:xfrm>
            <a:off x="3533372" y="4477113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A299F5B-36EC-6A28-42AE-8E770D1BBAC8}"/>
              </a:ext>
            </a:extLst>
          </p:cNvPr>
          <p:cNvSpPr txBox="1"/>
          <p:nvPr/>
        </p:nvSpPr>
        <p:spPr>
          <a:xfrm>
            <a:off x="4062623" y="4180786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19CCEA1-C48A-3169-6F1E-E920DC18BFC1}"/>
              </a:ext>
            </a:extLst>
          </p:cNvPr>
          <p:cNvSpPr txBox="1"/>
          <p:nvPr/>
        </p:nvSpPr>
        <p:spPr>
          <a:xfrm>
            <a:off x="3533369" y="4484668"/>
            <a:ext cx="2248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根据上一拍的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4CBD6EC-2FA7-83E3-5409-8B6E1D8FF563}"/>
              </a:ext>
            </a:extLst>
          </p:cNvPr>
          <p:cNvSpPr/>
          <p:nvPr/>
        </p:nvSpPr>
        <p:spPr>
          <a:xfrm>
            <a:off x="3533372" y="5442557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2BFB930-763E-EF8E-C5D6-60AF471955C7}"/>
              </a:ext>
            </a:extLst>
          </p:cNvPr>
          <p:cNvSpPr txBox="1"/>
          <p:nvPr/>
        </p:nvSpPr>
        <p:spPr>
          <a:xfrm>
            <a:off x="3492871" y="5453454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085A426-2997-C3AC-314F-C3E8DAAD8F46}"/>
              </a:ext>
            </a:extLst>
          </p:cNvPr>
          <p:cNvSpPr txBox="1"/>
          <p:nvPr/>
        </p:nvSpPr>
        <p:spPr>
          <a:xfrm>
            <a:off x="1961441" y="3379983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47FCBE7-DEA3-9D9F-3AA1-E5B5C25D3576}"/>
              </a:ext>
            </a:extLst>
          </p:cNvPr>
          <p:cNvSpPr/>
          <p:nvPr/>
        </p:nvSpPr>
        <p:spPr>
          <a:xfrm>
            <a:off x="6139331" y="3429001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29EEB74-59E0-92DD-052C-E3933ADA8877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7584B30-4E27-0CFB-73BF-8458F25511E6}"/>
              </a:ext>
            </a:extLst>
          </p:cNvPr>
          <p:cNvSpPr txBox="1"/>
          <p:nvPr/>
        </p:nvSpPr>
        <p:spPr>
          <a:xfrm>
            <a:off x="6614962" y="310977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585F1D2-7BA5-C016-E2B8-85A8FC3918BC}"/>
              </a:ext>
            </a:extLst>
          </p:cNvPr>
          <p:cNvSpPr txBox="1"/>
          <p:nvPr/>
        </p:nvSpPr>
        <p:spPr>
          <a:xfrm>
            <a:off x="6139330" y="3428999"/>
            <a:ext cx="2329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取数据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69596B9-F6BF-A4F1-433D-17EFB6C48D55}"/>
              </a:ext>
            </a:extLst>
          </p:cNvPr>
          <p:cNvSpPr txBox="1"/>
          <p:nvPr/>
        </p:nvSpPr>
        <p:spPr>
          <a:xfrm>
            <a:off x="6039100" y="2028799"/>
            <a:ext cx="2933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，预取第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1C24A4E-987E-1770-0134-A4CEBFF17AF5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3DEFC397-A4DE-8F4E-3B51-9C2D87BAEE88}"/>
              </a:ext>
            </a:extLst>
          </p:cNvPr>
          <p:cNvSpPr txBox="1"/>
          <p:nvPr/>
        </p:nvSpPr>
        <p:spPr>
          <a:xfrm>
            <a:off x="10188274" y="3226095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F3A9847-E811-BFBF-8E1C-4D5F0E87EC65}"/>
              </a:ext>
            </a:extLst>
          </p:cNvPr>
          <p:cNvSpPr/>
          <p:nvPr/>
        </p:nvSpPr>
        <p:spPr>
          <a:xfrm>
            <a:off x="8930247" y="3574126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0615BA1-02F0-4556-189C-38E57217973A}"/>
              </a:ext>
            </a:extLst>
          </p:cNvPr>
          <p:cNvSpPr txBox="1"/>
          <p:nvPr/>
        </p:nvSpPr>
        <p:spPr>
          <a:xfrm>
            <a:off x="8972165" y="3595244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0C96A8-E065-062A-D7B1-C30972CA104C}"/>
              </a:ext>
            </a:extLst>
          </p:cNvPr>
          <p:cNvSpPr txBox="1"/>
          <p:nvPr/>
        </p:nvSpPr>
        <p:spPr>
          <a:xfrm>
            <a:off x="6756279" y="4180784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DB6304-89A3-C668-50A5-ECA0B0FE7645}"/>
              </a:ext>
            </a:extLst>
          </p:cNvPr>
          <p:cNvSpPr/>
          <p:nvPr/>
        </p:nvSpPr>
        <p:spPr>
          <a:xfrm>
            <a:off x="6139331" y="4477112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7C8C6E-2F64-AC81-0DA6-961902E1DFBE}"/>
              </a:ext>
            </a:extLst>
          </p:cNvPr>
          <p:cNvSpPr txBox="1"/>
          <p:nvPr/>
        </p:nvSpPr>
        <p:spPr>
          <a:xfrm>
            <a:off x="6136456" y="4513791"/>
            <a:ext cx="2210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每周期置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无效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CC396F-FFA9-E1B6-9E70-3B34EFA63B3A}"/>
              </a:ext>
            </a:extLst>
          </p:cNvPr>
          <p:cNvSpPr txBox="1"/>
          <p:nvPr/>
        </p:nvSpPr>
        <p:spPr>
          <a:xfrm>
            <a:off x="540047" y="362078"/>
            <a:ext cx="5204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1826516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FB0C-19D2-44DA-DFB9-37102951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2B0BC1-1D04-AD93-BF0F-569F7BF3E1D1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时序模型：预取逻辑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A08DC2E-7D58-152F-A6DC-5DE4D9D552A8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C0F15EE-3E07-DE3A-748E-F4143E7876E9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50C578C-01D2-E8D9-CAA4-7425E6021ECE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BC1717F-32D7-D366-2488-D3071A3EE825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A66652A-193D-A6FF-40AE-C785BFEA1438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F7188FB-A97B-984A-FE47-703E9EC24399}"/>
              </a:ext>
            </a:extLst>
          </p:cNvPr>
          <p:cNvSpPr txBox="1"/>
          <p:nvPr/>
        </p:nvSpPr>
        <p:spPr>
          <a:xfrm>
            <a:off x="932041" y="1658690"/>
            <a:ext cx="5760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工作集加载成功，当前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pos&lt;8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时进入预取逻辑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B0B19BD-69CC-BF8A-52EE-7A2F98F8B993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8AAD5D0-EF58-35D0-8901-F5490911BD4C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542679E-52F1-C0E4-0F58-2B5793B74102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E2D45EB-1B18-B999-0835-89DA41A97EE5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CEB4D51-D979-82DA-8C93-CD4D5A36385B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9D25C5A-9FC5-04ED-5627-385D0D25A825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86F5F6D-0BB6-E27E-24A7-B85F437C08FA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5CDFFD5-F064-F2DB-4B5E-B6AA0DFDFFB9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F375096-620B-FC64-9074-02ABB8EF42A6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7A3D801-1792-BB4B-812A-9E8C2BD20479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87AE168-3FF0-9D98-26FE-F02C48509683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D6D49A3-DCBF-2032-F4B8-F899D44384CF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2BC60CC-EDE5-F8F0-5DBA-97A06A5D2FBC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14E2A3F-20F7-ADAE-E263-5246AA222E69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A10A6B8-4F8F-B0D4-71DB-0B83A5FB9534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10B6C51-F8C6-B6EB-5B37-B00B07816B57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F0160308-CB6F-FAEF-E48F-13CD562D3F5A}"/>
              </a:ext>
            </a:extLst>
          </p:cNvPr>
          <p:cNvSpPr/>
          <p:nvPr/>
        </p:nvSpPr>
        <p:spPr>
          <a:xfrm>
            <a:off x="3512086" y="3439428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A7A6A0E-B5E5-5333-3E1B-D356E50592B7}"/>
              </a:ext>
            </a:extLst>
          </p:cNvPr>
          <p:cNvSpPr txBox="1"/>
          <p:nvPr/>
        </p:nvSpPr>
        <p:spPr>
          <a:xfrm>
            <a:off x="3492872" y="3453214"/>
            <a:ext cx="2128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603E1B6-52EB-55AF-B4C5-DC8A86B96DA4}"/>
              </a:ext>
            </a:extLst>
          </p:cNvPr>
          <p:cNvSpPr txBox="1"/>
          <p:nvPr/>
        </p:nvSpPr>
        <p:spPr>
          <a:xfrm>
            <a:off x="4024232" y="3101929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3BB3F0E-42CE-529A-0C8D-59FC1F1019B6}"/>
              </a:ext>
            </a:extLst>
          </p:cNvPr>
          <p:cNvSpPr txBox="1"/>
          <p:nvPr/>
        </p:nvSpPr>
        <p:spPr>
          <a:xfrm>
            <a:off x="4062623" y="4180786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EDECF27-1AB0-A351-8430-CDB462149B58}"/>
              </a:ext>
            </a:extLst>
          </p:cNvPr>
          <p:cNvSpPr txBox="1"/>
          <p:nvPr/>
        </p:nvSpPr>
        <p:spPr>
          <a:xfrm>
            <a:off x="3533370" y="4484668"/>
            <a:ext cx="2210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根据上一拍的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C716E9B-6B1B-D546-9565-64FD4DAEA31D}"/>
              </a:ext>
            </a:extLst>
          </p:cNvPr>
          <p:cNvSpPr/>
          <p:nvPr/>
        </p:nvSpPr>
        <p:spPr>
          <a:xfrm>
            <a:off x="3533372" y="4477113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0B93ADE-40AB-20D9-0D97-96317F257FCB}"/>
              </a:ext>
            </a:extLst>
          </p:cNvPr>
          <p:cNvSpPr/>
          <p:nvPr/>
        </p:nvSpPr>
        <p:spPr>
          <a:xfrm>
            <a:off x="3533372" y="5442557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4611245-4FE5-A8CB-6790-08952F24C6A3}"/>
              </a:ext>
            </a:extLst>
          </p:cNvPr>
          <p:cNvSpPr txBox="1"/>
          <p:nvPr/>
        </p:nvSpPr>
        <p:spPr>
          <a:xfrm>
            <a:off x="3492871" y="5453454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A71D2AF-EE48-C474-BEC4-3F782A5E3944}"/>
              </a:ext>
            </a:extLst>
          </p:cNvPr>
          <p:cNvSpPr/>
          <p:nvPr/>
        </p:nvSpPr>
        <p:spPr>
          <a:xfrm>
            <a:off x="6139331" y="3429000"/>
            <a:ext cx="2232064" cy="1088666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86609B9-9EB0-AC7F-CFE5-2D8D62C79DB5}"/>
              </a:ext>
            </a:extLst>
          </p:cNvPr>
          <p:cNvSpPr txBox="1"/>
          <p:nvPr/>
        </p:nvSpPr>
        <p:spPr>
          <a:xfrm>
            <a:off x="6614962" y="310977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7E99DA9-C1AA-7D97-EFB4-1763A2796D10}"/>
              </a:ext>
            </a:extLst>
          </p:cNvPr>
          <p:cNvSpPr txBox="1"/>
          <p:nvPr/>
        </p:nvSpPr>
        <p:spPr>
          <a:xfrm>
            <a:off x="6139331" y="3429000"/>
            <a:ext cx="2232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取数据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E32D723-D7C3-F91D-FB7F-4E55EB657640}"/>
              </a:ext>
            </a:extLst>
          </p:cNvPr>
          <p:cNvSpPr txBox="1"/>
          <p:nvPr/>
        </p:nvSpPr>
        <p:spPr>
          <a:xfrm>
            <a:off x="6039100" y="2028799"/>
            <a:ext cx="2933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，预取第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9B11EB5-DDF7-EB1F-C410-3F3A5A025692}"/>
              </a:ext>
            </a:extLst>
          </p:cNvPr>
          <p:cNvSpPr txBox="1"/>
          <p:nvPr/>
        </p:nvSpPr>
        <p:spPr>
          <a:xfrm>
            <a:off x="3444209" y="2028799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4923E13-84C3-0987-45DC-85160F5F9190}"/>
              </a:ext>
            </a:extLst>
          </p:cNvPr>
          <p:cNvSpPr/>
          <p:nvPr/>
        </p:nvSpPr>
        <p:spPr>
          <a:xfrm>
            <a:off x="6136500" y="4849859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35C68E8-AC86-4420-395A-C0DA3F22E733}"/>
              </a:ext>
            </a:extLst>
          </p:cNvPr>
          <p:cNvSpPr txBox="1"/>
          <p:nvPr/>
        </p:nvSpPr>
        <p:spPr>
          <a:xfrm>
            <a:off x="6096000" y="4860756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4294C5E-F3D3-6569-13E8-AE2DA102753B}"/>
              </a:ext>
            </a:extLst>
          </p:cNvPr>
          <p:cNvSpPr/>
          <p:nvPr/>
        </p:nvSpPr>
        <p:spPr>
          <a:xfrm>
            <a:off x="8930246" y="3546561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590852F-CA4D-E001-A849-A87AFD9BCCE5}"/>
              </a:ext>
            </a:extLst>
          </p:cNvPr>
          <p:cNvSpPr txBox="1"/>
          <p:nvPr/>
        </p:nvSpPr>
        <p:spPr>
          <a:xfrm>
            <a:off x="8889746" y="3557457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E685306-90CB-EBFB-7811-8F6640F7388A}"/>
              </a:ext>
            </a:extLst>
          </p:cNvPr>
          <p:cNvSpPr txBox="1"/>
          <p:nvPr/>
        </p:nvSpPr>
        <p:spPr>
          <a:xfrm>
            <a:off x="9808741" y="402420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请求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3B099F05-3B8C-8C6C-DF5A-4DE9EA8A3256}"/>
              </a:ext>
            </a:extLst>
          </p:cNvPr>
          <p:cNvSpPr/>
          <p:nvPr/>
        </p:nvSpPr>
        <p:spPr>
          <a:xfrm>
            <a:off x="8930246" y="4558339"/>
            <a:ext cx="2494737" cy="929900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35E0B1DF-80A4-43D0-381F-8892333BFFC3}"/>
              </a:ext>
            </a:extLst>
          </p:cNvPr>
          <p:cNvSpPr txBox="1"/>
          <p:nvPr/>
        </p:nvSpPr>
        <p:spPr>
          <a:xfrm>
            <a:off x="8930245" y="4608422"/>
            <a:ext cx="2494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有效，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工作集更新，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window_valid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7B76492-7160-7D3C-6ED7-F1F39DB0564A}"/>
              </a:ext>
            </a:extLst>
          </p:cNvPr>
          <p:cNvSpPr/>
          <p:nvPr/>
        </p:nvSpPr>
        <p:spPr>
          <a:xfrm>
            <a:off x="767016" y="3712211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52B141E-9428-8934-975B-7BA05036D77E}"/>
              </a:ext>
            </a:extLst>
          </p:cNvPr>
          <p:cNvSpPr txBox="1"/>
          <p:nvPr/>
        </p:nvSpPr>
        <p:spPr>
          <a:xfrm>
            <a:off x="767017" y="3703627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8B724A9-2F05-2ADF-012D-014A66A02F67}"/>
              </a:ext>
            </a:extLst>
          </p:cNvPr>
          <p:cNvSpPr txBox="1"/>
          <p:nvPr/>
        </p:nvSpPr>
        <p:spPr>
          <a:xfrm>
            <a:off x="1961441" y="3379983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64C1C8-B6A5-722C-4B90-35B8BFB50727}"/>
              </a:ext>
            </a:extLst>
          </p:cNvPr>
          <p:cNvSpPr txBox="1"/>
          <p:nvPr/>
        </p:nvSpPr>
        <p:spPr>
          <a:xfrm>
            <a:off x="540047" y="362078"/>
            <a:ext cx="5204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1834145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ED4FD-5A27-F7FD-3CC7-1572AB17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BB975E9-D41E-F6C4-A518-F928F53F9299}"/>
              </a:ext>
            </a:extLst>
          </p:cNvPr>
          <p:cNvSpPr/>
          <p:nvPr/>
        </p:nvSpPr>
        <p:spPr>
          <a:xfrm>
            <a:off x="9119979" y="4881915"/>
            <a:ext cx="2818576" cy="196042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8C2476-55E4-E6AB-28EC-351363432319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时序模型：从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CD98054-343B-BFAB-9B4F-E8B160392253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EB8CB6-4F47-F578-97E6-C1338AD87444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C2E0095-A362-3BBB-D479-6D2EC64349B9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7B5CE07-1F63-098C-5EDF-7E3D84674B2E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C517F3C4-90FE-F14B-2781-B8987EDD5C3D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B9F328E-43C5-E99D-CBA6-B0CCA48047C5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881AD18-0985-4A26-F7AB-B9C4B5B27101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51C353B-F503-1C9C-CC34-6B0F872728D0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D9D4C6F-3F9B-0B32-ACDE-B314C82321C6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9993EEF-D84E-A6A9-0B50-3CA527FF2DD8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ECB951B-354C-224D-80F8-66E30CECA22C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BEA47CB-115E-D092-2351-E22AA690B4E5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B39156B-4BA2-69E8-1059-FE701FBD9175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AFDF0B6-32A6-4D13-65CC-C6DF25D6FAFD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1CAA14B-9263-4021-E43E-B320206FD6F8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FD29988-0D50-EF8C-313E-1576C8FA649D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033F557-FDAD-6580-4B30-3106D5DECB66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1B5DD32-5C45-6C82-1939-F6942A9D24D5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957FBE6-6157-3E0D-297C-AB5F838F6E87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C4D8A84-25BD-A7B9-FB4D-0060CBD60B0F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61147D0-87FE-DC61-A402-BBCC3181A279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D56536E-3D59-C33C-9061-1FBBE3FE429A}"/>
              </a:ext>
            </a:extLst>
          </p:cNvPr>
          <p:cNvSpPr txBox="1"/>
          <p:nvPr/>
        </p:nvSpPr>
        <p:spPr>
          <a:xfrm>
            <a:off x="17700" y="1916217"/>
            <a:ext cx="1603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外部使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DBA555-7AC7-8F20-C515-92F858A6A485}"/>
              </a:ext>
            </a:extLst>
          </p:cNvPr>
          <p:cNvSpPr txBox="1"/>
          <p:nvPr/>
        </p:nvSpPr>
        <p:spPr>
          <a:xfrm>
            <a:off x="1459986" y="324446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09AF860-1B81-62D2-E402-9BBB927CAAEC}"/>
              </a:ext>
            </a:extLst>
          </p:cNvPr>
          <p:cNvSpPr/>
          <p:nvPr/>
        </p:nvSpPr>
        <p:spPr>
          <a:xfrm>
            <a:off x="881657" y="3648386"/>
            <a:ext cx="2397323" cy="61558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D6CEDE-9FD5-F01D-48BB-FB98DC3C3338}"/>
              </a:ext>
            </a:extLst>
          </p:cNvPr>
          <p:cNvSpPr txBox="1"/>
          <p:nvPr/>
        </p:nvSpPr>
        <p:spPr>
          <a:xfrm>
            <a:off x="903221" y="3679194"/>
            <a:ext cx="2375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req_inti_pos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A689C3-C59F-D71B-9FD0-C18AE2D8E6F9}"/>
              </a:ext>
            </a:extLst>
          </p:cNvPr>
          <p:cNvSpPr txBox="1"/>
          <p:nvPr/>
        </p:nvSpPr>
        <p:spPr>
          <a:xfrm>
            <a:off x="4269597" y="323394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B4972D1-B853-C4EB-3F2D-857D74479AD1}"/>
              </a:ext>
            </a:extLst>
          </p:cNvPr>
          <p:cNvSpPr/>
          <p:nvPr/>
        </p:nvSpPr>
        <p:spPr>
          <a:xfrm>
            <a:off x="1085851" y="4707813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640CAF5-93D3-0B87-A565-B00A098761F7}"/>
              </a:ext>
            </a:extLst>
          </p:cNvPr>
          <p:cNvSpPr txBox="1"/>
          <p:nvPr/>
        </p:nvSpPr>
        <p:spPr>
          <a:xfrm>
            <a:off x="1196219" y="4707812"/>
            <a:ext cx="1939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FA77897-42F6-A049-BB80-6815D7D70B47}"/>
              </a:ext>
            </a:extLst>
          </p:cNvPr>
          <p:cNvSpPr txBox="1"/>
          <p:nvPr/>
        </p:nvSpPr>
        <p:spPr>
          <a:xfrm>
            <a:off x="1784830" y="4332003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DB46433-CE9B-708C-B426-D7776FA1EEA5}"/>
              </a:ext>
            </a:extLst>
          </p:cNvPr>
          <p:cNvSpPr/>
          <p:nvPr/>
        </p:nvSpPr>
        <p:spPr>
          <a:xfrm>
            <a:off x="3647934" y="3637912"/>
            <a:ext cx="2088497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4A14A36-C9CF-15B0-E268-A2FF80DAF4C3}"/>
              </a:ext>
            </a:extLst>
          </p:cNvPr>
          <p:cNvSpPr txBox="1"/>
          <p:nvPr/>
        </p:nvSpPr>
        <p:spPr>
          <a:xfrm>
            <a:off x="3647934" y="3653317"/>
            <a:ext cx="2235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pos_row_data_bus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加载工作集，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FD9214B-4CEC-42A4-146F-B6ED959B70F2}"/>
              </a:ext>
            </a:extLst>
          </p:cNvPr>
          <p:cNvSpPr/>
          <p:nvPr/>
        </p:nvSpPr>
        <p:spPr>
          <a:xfrm>
            <a:off x="3647933" y="4769270"/>
            <a:ext cx="2088497" cy="55412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303B5FC-9885-84D1-E069-A973657D234C}"/>
              </a:ext>
            </a:extLst>
          </p:cNvPr>
          <p:cNvSpPr txBox="1"/>
          <p:nvPr/>
        </p:nvSpPr>
        <p:spPr>
          <a:xfrm>
            <a:off x="3721417" y="4746860"/>
            <a:ext cx="208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仍为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0,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后变为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822B404-C468-5EB8-C065-EAA7E8B9B555}"/>
              </a:ext>
            </a:extLst>
          </p:cNvPr>
          <p:cNvSpPr/>
          <p:nvPr/>
        </p:nvSpPr>
        <p:spPr>
          <a:xfrm>
            <a:off x="6308606" y="3637911"/>
            <a:ext cx="2600325" cy="2344388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193A544-65F6-AB1F-D4F6-CDCA449F42E6}"/>
              </a:ext>
            </a:extLst>
          </p:cNvPr>
          <p:cNvSpPr txBox="1"/>
          <p:nvPr/>
        </p:nvSpPr>
        <p:spPr>
          <a:xfrm>
            <a:off x="4024232" y="434628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5E4DEAB-B45D-A079-1273-985771FAB291}"/>
              </a:ext>
            </a:extLst>
          </p:cNvPr>
          <p:cNvSpPr txBox="1"/>
          <p:nvPr/>
        </p:nvSpPr>
        <p:spPr>
          <a:xfrm>
            <a:off x="6645352" y="323393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303B5FC-9885-84D1-E069-A973657D234C}"/>
              </a:ext>
            </a:extLst>
          </p:cNvPr>
          <p:cNvSpPr txBox="1"/>
          <p:nvPr/>
        </p:nvSpPr>
        <p:spPr>
          <a:xfrm>
            <a:off x="6358622" y="3679194"/>
            <a:ext cx="25309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元数据有效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(valid, pos, count, last)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→更新地址，但是此时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读的仍是之前地址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consume_stick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6556A95-7B35-DEDB-802E-C16ADCCF6EE4}"/>
              </a:ext>
            </a:extLst>
          </p:cNvPr>
          <p:cNvSpPr txBox="1"/>
          <p:nvPr/>
        </p:nvSpPr>
        <p:spPr>
          <a:xfrm>
            <a:off x="4363457" y="5554994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1340A90-5AD3-5D6E-695E-AE5F8A681B88}"/>
              </a:ext>
            </a:extLst>
          </p:cNvPr>
          <p:cNvSpPr/>
          <p:nvPr/>
        </p:nvSpPr>
        <p:spPr>
          <a:xfrm>
            <a:off x="3597607" y="5940933"/>
            <a:ext cx="2111646" cy="800349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CDD5446-D38C-AA5D-FF88-964A652A7E91}"/>
              </a:ext>
            </a:extLst>
          </p:cNvPr>
          <p:cNvSpPr txBox="1"/>
          <p:nvPr/>
        </p:nvSpPr>
        <p:spPr>
          <a:xfrm>
            <a:off x="3633892" y="5940933"/>
            <a:ext cx="2140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7276484-FD75-A1B7-BEDE-9F1713C36588}"/>
              </a:ext>
            </a:extLst>
          </p:cNvPr>
          <p:cNvSpPr txBox="1"/>
          <p:nvPr/>
        </p:nvSpPr>
        <p:spPr>
          <a:xfrm>
            <a:off x="6829743" y="6110125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19CD3FA-F8B8-EB50-0BF8-4504F5A1B413}"/>
              </a:ext>
            </a:extLst>
          </p:cNvPr>
          <p:cNvSpPr/>
          <p:nvPr/>
        </p:nvSpPr>
        <p:spPr>
          <a:xfrm>
            <a:off x="6308606" y="6402728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DBFF2F3-63DB-96F1-7F17-0E3ADA064513}"/>
              </a:ext>
            </a:extLst>
          </p:cNvPr>
          <p:cNvSpPr txBox="1"/>
          <p:nvPr/>
        </p:nvSpPr>
        <p:spPr>
          <a:xfrm>
            <a:off x="6378236" y="6402727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03B0EC2-A2C5-CD43-3AE1-D57AD8963F7D}"/>
              </a:ext>
            </a:extLst>
          </p:cNvPr>
          <p:cNvSpPr txBox="1"/>
          <p:nvPr/>
        </p:nvSpPr>
        <p:spPr>
          <a:xfrm>
            <a:off x="9305524" y="3244462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759442D3-B93D-E4A1-7479-61F83A684E6E}"/>
              </a:ext>
            </a:extLst>
          </p:cNvPr>
          <p:cNvSpPr/>
          <p:nvPr/>
        </p:nvSpPr>
        <p:spPr>
          <a:xfrm>
            <a:off x="9187645" y="3648387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A23FC85-2E6C-D314-0AC4-3546AB85BBD5}"/>
              </a:ext>
            </a:extLst>
          </p:cNvPr>
          <p:cNvSpPr txBox="1"/>
          <p:nvPr/>
        </p:nvSpPr>
        <p:spPr>
          <a:xfrm>
            <a:off x="9257037" y="3648386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CFA8A52-CFCC-581C-7E95-8520549D3DEA}"/>
              </a:ext>
            </a:extLst>
          </p:cNvPr>
          <p:cNvSpPr txBox="1"/>
          <p:nvPr/>
        </p:nvSpPr>
        <p:spPr>
          <a:xfrm>
            <a:off x="9708782" y="4999985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9286C2F-5455-B9EE-7359-3309B0FA1387}"/>
              </a:ext>
            </a:extLst>
          </p:cNvPr>
          <p:cNvSpPr/>
          <p:nvPr/>
        </p:nvSpPr>
        <p:spPr>
          <a:xfrm>
            <a:off x="9187645" y="5292588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1285BA3-E7E1-175D-A46A-87B3C1A204BD}"/>
              </a:ext>
            </a:extLst>
          </p:cNvPr>
          <p:cNvSpPr txBox="1"/>
          <p:nvPr/>
        </p:nvSpPr>
        <p:spPr>
          <a:xfrm>
            <a:off x="9257275" y="5292587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A7E99981-AB7A-FE47-3C39-A76335ECBC29}"/>
              </a:ext>
            </a:extLst>
          </p:cNvPr>
          <p:cNvCxnSpPr>
            <a:endCxn id="64" idx="1"/>
          </p:cNvCxnSpPr>
          <p:nvPr/>
        </p:nvCxnSpPr>
        <p:spPr>
          <a:xfrm>
            <a:off x="8653314" y="5323396"/>
            <a:ext cx="534330" cy="13670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B8BA1EEA-1C9E-770F-419F-1C73F1440E76}"/>
              </a:ext>
            </a:extLst>
          </p:cNvPr>
          <p:cNvSpPr txBox="1"/>
          <p:nvPr/>
        </p:nvSpPr>
        <p:spPr>
          <a:xfrm>
            <a:off x="9672903" y="5674523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8BF72C5A-20BC-3AB0-6B23-A39D20091CEA}"/>
              </a:ext>
            </a:extLst>
          </p:cNvPr>
          <p:cNvSpPr/>
          <p:nvPr/>
        </p:nvSpPr>
        <p:spPr>
          <a:xfrm>
            <a:off x="9187645" y="6070167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BDA072F-1EC1-580A-BDC9-BE53A5A66442}"/>
              </a:ext>
            </a:extLst>
          </p:cNvPr>
          <p:cNvSpPr txBox="1"/>
          <p:nvPr/>
        </p:nvSpPr>
        <p:spPr>
          <a:xfrm>
            <a:off x="9257014" y="6067927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48B104D-3256-D585-5E62-A2E5015CD4B5}"/>
              </a:ext>
            </a:extLst>
          </p:cNvPr>
          <p:cNvSpPr txBox="1"/>
          <p:nvPr/>
        </p:nvSpPr>
        <p:spPr>
          <a:xfrm>
            <a:off x="10730630" y="4936684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下一个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2515E1-5C21-BD8A-59B7-0694E08F2C44}"/>
              </a:ext>
            </a:extLst>
          </p:cNvPr>
          <p:cNvSpPr txBox="1"/>
          <p:nvPr/>
        </p:nvSpPr>
        <p:spPr>
          <a:xfrm>
            <a:off x="540047" y="362078"/>
            <a:ext cx="5204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757019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57B8-723C-E18B-2F83-C420BC86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7FB38C92-BFEB-D247-CE8A-07EA0BAB4B8B}"/>
              </a:ext>
            </a:extLst>
          </p:cNvPr>
          <p:cNvSpPr/>
          <p:nvPr/>
        </p:nvSpPr>
        <p:spPr>
          <a:xfrm>
            <a:off x="7612366" y="5255168"/>
            <a:ext cx="2818576" cy="149236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FBD436-6300-F70F-9514-4E6CE1E2E96C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时序模型：从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95B36B4-C6B9-E7F8-308C-126F4F6FE2E0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BF9AD5-7A79-5619-5414-8F101D6987DA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BC53C30-B1D4-A23E-9871-F588F8A6733C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A2B08CD-1B2E-BCC9-BD9A-BFBF40DD3D64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5A6EE2B5-7498-B32C-48CD-60B412E2CADA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97834A4-3B9C-FC63-72FA-51F6947AAD65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9C3017-FD6C-F17D-64F2-9A8B69EA3EA8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2E8377-B8AA-C632-2728-57ECD2FAD6B3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B390131-32B9-AF60-790B-98834F6BB1E5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9130C66-3A5A-1565-9193-EF29883B3AB7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DE0E167-ACFF-9B49-2975-CAE30A490637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CDC72BA-F912-C050-7BFF-234B684D166B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56B78A4-80CF-DC9B-5457-26C8B3E7AAA7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54BC881-CB16-50FB-DF8A-79C4129572B8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F9912F2-D441-5956-C877-5F4B133EE7D4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87D3B16-4C57-5651-99B1-76063D82D50E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F89521F-A73D-B0FF-49BE-AEEDCD445610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04B04D3-2ACD-9211-5A3A-90DD5BF95A2F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36F7CED-33B1-80D1-1E54-4836A360C0EE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2D1DF591-FFD3-215F-C34F-8C1D141E10B8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5094967-A5F3-1BC1-1C70-F6949ADD15C9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785DCB8D-92DB-B997-74F4-2F77359712EC}"/>
              </a:ext>
            </a:extLst>
          </p:cNvPr>
          <p:cNvSpPr txBox="1"/>
          <p:nvPr/>
        </p:nvSpPr>
        <p:spPr>
          <a:xfrm>
            <a:off x="3715581" y="338528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84C932A-5054-4993-A061-0BC9EBD502EC}"/>
              </a:ext>
            </a:extLst>
          </p:cNvPr>
          <p:cNvSpPr/>
          <p:nvPr/>
        </p:nvSpPr>
        <p:spPr>
          <a:xfrm>
            <a:off x="3597702" y="3789211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C33F438-0332-6207-C3E2-34292A500CB8}"/>
              </a:ext>
            </a:extLst>
          </p:cNvPr>
          <p:cNvSpPr txBox="1"/>
          <p:nvPr/>
        </p:nvSpPr>
        <p:spPr>
          <a:xfrm>
            <a:off x="3667094" y="3789210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第二拍，一个时钟周期内完成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个卷积核的运算，输入元数据从内部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转移到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reg[1]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5DC3EB-AA2C-F51B-2C1E-844B5DFF9E28}"/>
              </a:ext>
            </a:extLst>
          </p:cNvPr>
          <p:cNvSpPr txBox="1"/>
          <p:nvPr/>
        </p:nvSpPr>
        <p:spPr>
          <a:xfrm>
            <a:off x="6441155" y="339050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E3D4416-6CC7-C1B1-54F2-808775F54539}"/>
              </a:ext>
            </a:extLst>
          </p:cNvPr>
          <p:cNvSpPr/>
          <p:nvPr/>
        </p:nvSpPr>
        <p:spPr>
          <a:xfrm>
            <a:off x="6523494" y="3782872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DAD43E-F20D-2B8C-BAE9-8235A8BD9215}"/>
              </a:ext>
            </a:extLst>
          </p:cNvPr>
          <p:cNvSpPr txBox="1"/>
          <p:nvPr/>
        </p:nvSpPr>
        <p:spPr>
          <a:xfrm>
            <a:off x="6523493" y="3793336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第一级流水，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79479B6-C7AB-A27B-DAD8-4E054D865525}"/>
              </a:ext>
            </a:extLst>
          </p:cNvPr>
          <p:cNvSpPr txBox="1"/>
          <p:nvPr/>
        </p:nvSpPr>
        <p:spPr>
          <a:xfrm>
            <a:off x="9141512" y="338260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2FDFC9A-22AF-5181-87D3-93FFE2126F64}"/>
              </a:ext>
            </a:extLst>
          </p:cNvPr>
          <p:cNvSpPr/>
          <p:nvPr/>
        </p:nvSpPr>
        <p:spPr>
          <a:xfrm>
            <a:off x="9223851" y="3774976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A09EF16-DCDB-EF30-6C14-51F29D125DDD}"/>
              </a:ext>
            </a:extLst>
          </p:cNvPr>
          <p:cNvSpPr txBox="1"/>
          <p:nvPr/>
        </p:nvSpPr>
        <p:spPr>
          <a:xfrm>
            <a:off x="9223850" y="3785442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第二级流水，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ReLU+Saturate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94E71796-3EA1-52AF-36B0-44CF2D1D395F}"/>
              </a:ext>
            </a:extLst>
          </p:cNvPr>
          <p:cNvSpPr/>
          <p:nvPr/>
        </p:nvSpPr>
        <p:spPr>
          <a:xfrm>
            <a:off x="559350" y="5015475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302BC04-8E9D-3B13-DC0D-D9B7AA415B37}"/>
              </a:ext>
            </a:extLst>
          </p:cNvPr>
          <p:cNvSpPr txBox="1"/>
          <p:nvPr/>
        </p:nvSpPr>
        <p:spPr>
          <a:xfrm>
            <a:off x="784019" y="335278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65BB1D9-FFC6-ABDC-285E-17605208DD6B}"/>
              </a:ext>
            </a:extLst>
          </p:cNvPr>
          <p:cNvSpPr/>
          <p:nvPr/>
        </p:nvSpPr>
        <p:spPr>
          <a:xfrm>
            <a:off x="627015" y="3781947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43F2BE3-F642-F723-536D-97EA1BDBEE74}"/>
              </a:ext>
            </a:extLst>
          </p:cNvPr>
          <p:cNvSpPr txBox="1"/>
          <p:nvPr/>
        </p:nvSpPr>
        <p:spPr>
          <a:xfrm>
            <a:off x="696408" y="3781947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DA9E4DC-B59B-3A27-D3C9-2E0D579A767D}"/>
              </a:ext>
            </a:extLst>
          </p:cNvPr>
          <p:cNvSpPr txBox="1"/>
          <p:nvPr/>
        </p:nvSpPr>
        <p:spPr>
          <a:xfrm>
            <a:off x="1148152" y="5133546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ECDB1CE-820D-6DA2-2E87-C6D46AF41FD1}"/>
              </a:ext>
            </a:extLst>
          </p:cNvPr>
          <p:cNvSpPr/>
          <p:nvPr/>
        </p:nvSpPr>
        <p:spPr>
          <a:xfrm>
            <a:off x="627015" y="5426148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F312D38-B68D-0B33-D8D6-4999B4B93D3C}"/>
              </a:ext>
            </a:extLst>
          </p:cNvPr>
          <p:cNvSpPr txBox="1"/>
          <p:nvPr/>
        </p:nvSpPr>
        <p:spPr>
          <a:xfrm>
            <a:off x="696645" y="5426148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AC90F5E-A5B0-EC94-AB12-F1D5EE070370}"/>
              </a:ext>
            </a:extLst>
          </p:cNvPr>
          <p:cNvSpPr txBox="1"/>
          <p:nvPr/>
        </p:nvSpPr>
        <p:spPr>
          <a:xfrm>
            <a:off x="1112273" y="5808083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9AC989FC-39BC-C7EC-DCB0-A0F8AF8677B9}"/>
              </a:ext>
            </a:extLst>
          </p:cNvPr>
          <p:cNvSpPr/>
          <p:nvPr/>
        </p:nvSpPr>
        <p:spPr>
          <a:xfrm>
            <a:off x="627015" y="6203728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1A2F4DF-7F73-967D-39CC-0BD73D1D9901}"/>
              </a:ext>
            </a:extLst>
          </p:cNvPr>
          <p:cNvSpPr txBox="1"/>
          <p:nvPr/>
        </p:nvSpPr>
        <p:spPr>
          <a:xfrm>
            <a:off x="696385" y="6201488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B76E5FC7-3DCD-C4E9-09CD-BF6B494B8CAF}"/>
              </a:ext>
            </a:extLst>
          </p:cNvPr>
          <p:cNvSpPr/>
          <p:nvPr/>
        </p:nvSpPr>
        <p:spPr>
          <a:xfrm>
            <a:off x="3597702" y="5662880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3609281-7B29-CAC6-2026-00EC8B7F096A}"/>
              </a:ext>
            </a:extLst>
          </p:cNvPr>
          <p:cNvSpPr txBox="1"/>
          <p:nvPr/>
        </p:nvSpPr>
        <p:spPr>
          <a:xfrm>
            <a:off x="3667094" y="5662879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6A8F6CB5-DAEB-1EE3-6979-CC6B8314C7FA}"/>
              </a:ext>
            </a:extLst>
          </p:cNvPr>
          <p:cNvSpPr/>
          <p:nvPr/>
        </p:nvSpPr>
        <p:spPr>
          <a:xfrm>
            <a:off x="3488575" y="5312732"/>
            <a:ext cx="2818576" cy="149236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AF215CC-916E-2209-2BFD-C3F436104D10}"/>
              </a:ext>
            </a:extLst>
          </p:cNvPr>
          <p:cNvSpPr txBox="1"/>
          <p:nvPr/>
        </p:nvSpPr>
        <p:spPr>
          <a:xfrm>
            <a:off x="2117809" y="5033122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下一个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7E65D49-D13A-5CCF-0BA9-AE499C3C9EC7}"/>
              </a:ext>
            </a:extLst>
          </p:cNvPr>
          <p:cNvSpPr txBox="1"/>
          <p:nvPr/>
        </p:nvSpPr>
        <p:spPr>
          <a:xfrm>
            <a:off x="4233699" y="5309060"/>
            <a:ext cx="1277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下一个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0FA8DDC-E4F9-A3D3-5F2A-145C1DF6C514}"/>
              </a:ext>
            </a:extLst>
          </p:cNvPr>
          <p:cNvCxnSpPr/>
          <p:nvPr/>
        </p:nvCxnSpPr>
        <p:spPr>
          <a:xfrm>
            <a:off x="3053906" y="5841634"/>
            <a:ext cx="534330" cy="13670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5315C119-5636-8140-8B10-AAC512FC96C1}"/>
              </a:ext>
            </a:extLst>
          </p:cNvPr>
          <p:cNvSpPr txBox="1"/>
          <p:nvPr/>
        </p:nvSpPr>
        <p:spPr>
          <a:xfrm>
            <a:off x="8588465" y="5708964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640FA0-A831-F3DA-7A32-E190D136F390}"/>
              </a:ext>
            </a:extLst>
          </p:cNvPr>
          <p:cNvSpPr txBox="1"/>
          <p:nvPr/>
        </p:nvSpPr>
        <p:spPr>
          <a:xfrm>
            <a:off x="540047" y="362078"/>
            <a:ext cx="5204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2271179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1D4EA-4E77-7279-7D57-4E14869C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376829FE-EBC7-7324-6EAD-AD8322E0AA80}"/>
              </a:ext>
            </a:extLst>
          </p:cNvPr>
          <p:cNvCxnSpPr>
            <a:cxnSpLocks/>
          </p:cNvCxnSpPr>
          <p:nvPr/>
        </p:nvCxnSpPr>
        <p:spPr>
          <a:xfrm flipV="1">
            <a:off x="8272271" y="1322833"/>
            <a:ext cx="265081" cy="235397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EB7174CD-C6B2-EFE5-174A-0BD746C33D4D}"/>
              </a:ext>
            </a:extLst>
          </p:cNvPr>
          <p:cNvSpPr/>
          <p:nvPr/>
        </p:nvSpPr>
        <p:spPr>
          <a:xfrm>
            <a:off x="9102279" y="3850913"/>
            <a:ext cx="2818576" cy="196042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97BDE92-F34A-756A-A559-2B93BC3BDB65}"/>
              </a:ext>
            </a:extLst>
          </p:cNvPr>
          <p:cNvCxnSpPr>
            <a:cxnSpLocks/>
          </p:cNvCxnSpPr>
          <p:nvPr/>
        </p:nvCxnSpPr>
        <p:spPr>
          <a:xfrm>
            <a:off x="600557" y="1955515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B602F1E-89B2-AE82-C4E2-961E7B4A5C93}"/>
              </a:ext>
            </a:extLst>
          </p:cNvPr>
          <p:cNvCxnSpPr>
            <a:cxnSpLocks/>
          </p:cNvCxnSpPr>
          <p:nvPr/>
        </p:nvCxnSpPr>
        <p:spPr>
          <a:xfrm>
            <a:off x="1429042" y="13679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99CBB43-6676-7502-FCBD-CBF6A00BD5D3}"/>
              </a:ext>
            </a:extLst>
          </p:cNvPr>
          <p:cNvCxnSpPr>
            <a:cxnSpLocks/>
          </p:cNvCxnSpPr>
          <p:nvPr/>
        </p:nvCxnSpPr>
        <p:spPr>
          <a:xfrm flipV="1">
            <a:off x="1429042" y="137935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ED45832-C0C2-86C2-76B0-C40E96AFBA32}"/>
              </a:ext>
            </a:extLst>
          </p:cNvPr>
          <p:cNvCxnSpPr>
            <a:cxnSpLocks/>
          </p:cNvCxnSpPr>
          <p:nvPr/>
        </p:nvCxnSpPr>
        <p:spPr>
          <a:xfrm>
            <a:off x="2717786" y="137935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42768C39-7074-85D3-B367-785161F310EB}"/>
              </a:ext>
            </a:extLst>
          </p:cNvPr>
          <p:cNvCxnSpPr>
            <a:cxnSpLocks/>
          </p:cNvCxnSpPr>
          <p:nvPr/>
        </p:nvCxnSpPr>
        <p:spPr>
          <a:xfrm>
            <a:off x="1429042" y="1384575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85258DC-59AE-E48E-F6EC-599087DB178C}"/>
              </a:ext>
            </a:extLst>
          </p:cNvPr>
          <p:cNvCxnSpPr>
            <a:cxnSpLocks/>
          </p:cNvCxnSpPr>
          <p:nvPr/>
        </p:nvCxnSpPr>
        <p:spPr>
          <a:xfrm flipV="1">
            <a:off x="2734621" y="195029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B23165F-02D2-B664-AB72-5EFF977F6A43}"/>
              </a:ext>
            </a:extLst>
          </p:cNvPr>
          <p:cNvCxnSpPr>
            <a:cxnSpLocks/>
          </p:cNvCxnSpPr>
          <p:nvPr/>
        </p:nvCxnSpPr>
        <p:spPr>
          <a:xfrm>
            <a:off x="3995748" y="13626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A176127-E6B7-AC6F-530E-892B8AC88F5B}"/>
              </a:ext>
            </a:extLst>
          </p:cNvPr>
          <p:cNvCxnSpPr>
            <a:cxnSpLocks/>
          </p:cNvCxnSpPr>
          <p:nvPr/>
        </p:nvCxnSpPr>
        <p:spPr>
          <a:xfrm flipV="1">
            <a:off x="3995749" y="137413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FEF8F05-1AA5-6DE4-7652-48726C724B09}"/>
              </a:ext>
            </a:extLst>
          </p:cNvPr>
          <p:cNvCxnSpPr>
            <a:cxnSpLocks/>
          </p:cNvCxnSpPr>
          <p:nvPr/>
        </p:nvCxnSpPr>
        <p:spPr>
          <a:xfrm>
            <a:off x="5284492" y="1374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8B5D65B-A145-C5EC-C7F5-2301003A84D6}"/>
              </a:ext>
            </a:extLst>
          </p:cNvPr>
          <p:cNvCxnSpPr>
            <a:cxnSpLocks/>
          </p:cNvCxnSpPr>
          <p:nvPr/>
        </p:nvCxnSpPr>
        <p:spPr>
          <a:xfrm flipV="1">
            <a:off x="5301327" y="194507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686D04F-8A16-C7EA-A937-3813A9A7D9BF}"/>
              </a:ext>
            </a:extLst>
          </p:cNvPr>
          <p:cNvCxnSpPr>
            <a:cxnSpLocks/>
          </p:cNvCxnSpPr>
          <p:nvPr/>
        </p:nvCxnSpPr>
        <p:spPr>
          <a:xfrm>
            <a:off x="6590071" y="136790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0CC486D-F3FC-4301-08D9-32DF20D9B08C}"/>
              </a:ext>
            </a:extLst>
          </p:cNvPr>
          <p:cNvCxnSpPr>
            <a:cxnSpLocks/>
          </p:cNvCxnSpPr>
          <p:nvPr/>
        </p:nvCxnSpPr>
        <p:spPr>
          <a:xfrm flipV="1">
            <a:off x="6590071" y="137935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8A44994-93AC-D15D-140A-DDF1A60B31C5}"/>
              </a:ext>
            </a:extLst>
          </p:cNvPr>
          <p:cNvCxnSpPr>
            <a:cxnSpLocks/>
          </p:cNvCxnSpPr>
          <p:nvPr/>
        </p:nvCxnSpPr>
        <p:spPr>
          <a:xfrm>
            <a:off x="7878815" y="137935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E7E1DBC-55B2-3124-C2E9-3789233BF50E}"/>
              </a:ext>
            </a:extLst>
          </p:cNvPr>
          <p:cNvCxnSpPr>
            <a:cxnSpLocks/>
          </p:cNvCxnSpPr>
          <p:nvPr/>
        </p:nvCxnSpPr>
        <p:spPr>
          <a:xfrm flipV="1">
            <a:off x="7895650" y="195029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6E2D9CA-7C11-A898-FAE0-8C4E2AA2A808}"/>
              </a:ext>
            </a:extLst>
          </p:cNvPr>
          <p:cNvCxnSpPr>
            <a:cxnSpLocks/>
          </p:cNvCxnSpPr>
          <p:nvPr/>
        </p:nvCxnSpPr>
        <p:spPr>
          <a:xfrm>
            <a:off x="9156777" y="13626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B8F9F64-313D-5806-614D-E6D6EF08A8EB}"/>
              </a:ext>
            </a:extLst>
          </p:cNvPr>
          <p:cNvCxnSpPr>
            <a:cxnSpLocks/>
          </p:cNvCxnSpPr>
          <p:nvPr/>
        </p:nvCxnSpPr>
        <p:spPr>
          <a:xfrm flipV="1">
            <a:off x="9156778" y="137413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44D2FC0-8A91-7B47-774E-B5CA33CC3819}"/>
              </a:ext>
            </a:extLst>
          </p:cNvPr>
          <p:cNvCxnSpPr>
            <a:cxnSpLocks/>
          </p:cNvCxnSpPr>
          <p:nvPr/>
        </p:nvCxnSpPr>
        <p:spPr>
          <a:xfrm>
            <a:off x="10445521" y="1374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2C63E46-4A42-E702-5F1E-6FDB0A8B4F72}"/>
              </a:ext>
            </a:extLst>
          </p:cNvPr>
          <p:cNvCxnSpPr>
            <a:cxnSpLocks/>
          </p:cNvCxnSpPr>
          <p:nvPr/>
        </p:nvCxnSpPr>
        <p:spPr>
          <a:xfrm flipV="1">
            <a:off x="10462357" y="194507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55DE684-AC65-8D24-66C1-A29AC24271DD}"/>
              </a:ext>
            </a:extLst>
          </p:cNvPr>
          <p:cNvCxnSpPr>
            <a:cxnSpLocks/>
          </p:cNvCxnSpPr>
          <p:nvPr/>
        </p:nvCxnSpPr>
        <p:spPr>
          <a:xfrm>
            <a:off x="3995748" y="1384575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3884732-5588-CC2A-EEBA-BB925088CE1C}"/>
              </a:ext>
            </a:extLst>
          </p:cNvPr>
          <p:cNvCxnSpPr>
            <a:cxnSpLocks/>
          </p:cNvCxnSpPr>
          <p:nvPr/>
        </p:nvCxnSpPr>
        <p:spPr>
          <a:xfrm>
            <a:off x="6586479" y="13924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2796DD7B-EEDE-040B-D1F4-2061EB612F77}"/>
              </a:ext>
            </a:extLst>
          </p:cNvPr>
          <p:cNvCxnSpPr>
            <a:cxnSpLocks/>
          </p:cNvCxnSpPr>
          <p:nvPr/>
        </p:nvCxnSpPr>
        <p:spPr>
          <a:xfrm>
            <a:off x="9160322" y="13924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7891737-83FB-D71B-092E-8B226F5CC96D}"/>
              </a:ext>
            </a:extLst>
          </p:cNvPr>
          <p:cNvSpPr txBox="1"/>
          <p:nvPr/>
        </p:nvSpPr>
        <p:spPr>
          <a:xfrm>
            <a:off x="0" y="885215"/>
            <a:ext cx="1603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外部使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C4AF36-6882-EC22-222C-FB0A9C50775F}"/>
              </a:ext>
            </a:extLst>
          </p:cNvPr>
          <p:cNvSpPr txBox="1"/>
          <p:nvPr/>
        </p:nvSpPr>
        <p:spPr>
          <a:xfrm>
            <a:off x="1442285" y="221345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A4B24BE-C783-3D01-3821-0A81F80F7BDF}"/>
              </a:ext>
            </a:extLst>
          </p:cNvPr>
          <p:cNvSpPr/>
          <p:nvPr/>
        </p:nvSpPr>
        <p:spPr>
          <a:xfrm>
            <a:off x="863957" y="2617384"/>
            <a:ext cx="2397323" cy="61558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E233B8-5CBE-8D82-7E12-E31955B57900}"/>
              </a:ext>
            </a:extLst>
          </p:cNvPr>
          <p:cNvSpPr txBox="1"/>
          <p:nvPr/>
        </p:nvSpPr>
        <p:spPr>
          <a:xfrm>
            <a:off x="885521" y="2648192"/>
            <a:ext cx="2375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req_inti_pos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28BEBE9-BB10-F5CA-26C3-DFF5C684897B}"/>
              </a:ext>
            </a:extLst>
          </p:cNvPr>
          <p:cNvSpPr txBox="1"/>
          <p:nvPr/>
        </p:nvSpPr>
        <p:spPr>
          <a:xfrm>
            <a:off x="4251897" y="220293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96553F7-C5EC-148E-395E-BC8B74C2F39C}"/>
              </a:ext>
            </a:extLst>
          </p:cNvPr>
          <p:cNvSpPr/>
          <p:nvPr/>
        </p:nvSpPr>
        <p:spPr>
          <a:xfrm>
            <a:off x="1068151" y="3676811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AB88A0E-5B84-67A5-1051-75D3B651FBD4}"/>
              </a:ext>
            </a:extLst>
          </p:cNvPr>
          <p:cNvSpPr txBox="1"/>
          <p:nvPr/>
        </p:nvSpPr>
        <p:spPr>
          <a:xfrm>
            <a:off x="1178519" y="3676810"/>
            <a:ext cx="1939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F139EED-98D6-51BD-AB6F-E65C32785663}"/>
              </a:ext>
            </a:extLst>
          </p:cNvPr>
          <p:cNvSpPr txBox="1"/>
          <p:nvPr/>
        </p:nvSpPr>
        <p:spPr>
          <a:xfrm>
            <a:off x="1767130" y="330100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6183830-DA8C-18DB-CB99-BA52CCD815DE}"/>
              </a:ext>
            </a:extLst>
          </p:cNvPr>
          <p:cNvSpPr/>
          <p:nvPr/>
        </p:nvSpPr>
        <p:spPr>
          <a:xfrm>
            <a:off x="3630234" y="2606910"/>
            <a:ext cx="2088497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BDF208B-28F4-4DCB-452C-264C9551E76C}"/>
              </a:ext>
            </a:extLst>
          </p:cNvPr>
          <p:cNvSpPr txBox="1"/>
          <p:nvPr/>
        </p:nvSpPr>
        <p:spPr>
          <a:xfrm>
            <a:off x="3630234" y="2622315"/>
            <a:ext cx="2235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pos_row_data_bus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加载工作集，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D17EFD5-9352-D683-CF54-B14E4E3F013A}"/>
              </a:ext>
            </a:extLst>
          </p:cNvPr>
          <p:cNvSpPr/>
          <p:nvPr/>
        </p:nvSpPr>
        <p:spPr>
          <a:xfrm>
            <a:off x="3630233" y="3738268"/>
            <a:ext cx="2088497" cy="55412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643C927-EED1-40AB-70DD-435DD1396C97}"/>
              </a:ext>
            </a:extLst>
          </p:cNvPr>
          <p:cNvSpPr txBox="1"/>
          <p:nvPr/>
        </p:nvSpPr>
        <p:spPr>
          <a:xfrm>
            <a:off x="3703717" y="3715858"/>
            <a:ext cx="208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仍为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0,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后变为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1689D16-5713-B10D-52EA-2A78E5B1E2C1}"/>
              </a:ext>
            </a:extLst>
          </p:cNvPr>
          <p:cNvSpPr/>
          <p:nvPr/>
        </p:nvSpPr>
        <p:spPr>
          <a:xfrm>
            <a:off x="6290906" y="2606910"/>
            <a:ext cx="2600325" cy="2344388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87EA6CA-1AA0-C5AC-4FE3-B772106B1A1F}"/>
              </a:ext>
            </a:extLst>
          </p:cNvPr>
          <p:cNvSpPr txBox="1"/>
          <p:nvPr/>
        </p:nvSpPr>
        <p:spPr>
          <a:xfrm>
            <a:off x="4006532" y="331528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D29076E-78A2-AA32-24B6-28A79F31F504}"/>
              </a:ext>
            </a:extLst>
          </p:cNvPr>
          <p:cNvSpPr txBox="1"/>
          <p:nvPr/>
        </p:nvSpPr>
        <p:spPr>
          <a:xfrm>
            <a:off x="6627652" y="220293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0BD3CA5-8C9D-1E94-7735-E57101AD709D}"/>
              </a:ext>
            </a:extLst>
          </p:cNvPr>
          <p:cNvSpPr txBox="1"/>
          <p:nvPr/>
        </p:nvSpPr>
        <p:spPr>
          <a:xfrm>
            <a:off x="6340922" y="2648192"/>
            <a:ext cx="25309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元数据有效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(valid, pos, count, last)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→更新地址，但是此时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读的仍是之前地址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D5DE087-966A-DCE8-72DE-197E5511D7BD}"/>
              </a:ext>
            </a:extLst>
          </p:cNvPr>
          <p:cNvSpPr txBox="1"/>
          <p:nvPr/>
        </p:nvSpPr>
        <p:spPr>
          <a:xfrm>
            <a:off x="4345757" y="4523992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D2485F3-1F64-C248-3088-D3FEC57D71C7}"/>
              </a:ext>
            </a:extLst>
          </p:cNvPr>
          <p:cNvSpPr/>
          <p:nvPr/>
        </p:nvSpPr>
        <p:spPr>
          <a:xfrm>
            <a:off x="3579907" y="4909931"/>
            <a:ext cx="2111646" cy="800349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84DD1C7-EBFB-0A8D-8071-7D7C73A9661E}"/>
              </a:ext>
            </a:extLst>
          </p:cNvPr>
          <p:cNvSpPr txBox="1"/>
          <p:nvPr/>
        </p:nvSpPr>
        <p:spPr>
          <a:xfrm>
            <a:off x="3616193" y="4909931"/>
            <a:ext cx="2140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A7D233A-A929-A341-7D31-8D9611682A94}"/>
              </a:ext>
            </a:extLst>
          </p:cNvPr>
          <p:cNvSpPr txBox="1"/>
          <p:nvPr/>
        </p:nvSpPr>
        <p:spPr>
          <a:xfrm>
            <a:off x="6812043" y="507912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3F82F812-768A-EC41-6AF9-A95D41014ACC}"/>
              </a:ext>
            </a:extLst>
          </p:cNvPr>
          <p:cNvSpPr/>
          <p:nvPr/>
        </p:nvSpPr>
        <p:spPr>
          <a:xfrm>
            <a:off x="6290906" y="537172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C877715-7A90-7A26-F86C-56621B8845AB}"/>
              </a:ext>
            </a:extLst>
          </p:cNvPr>
          <p:cNvSpPr txBox="1"/>
          <p:nvPr/>
        </p:nvSpPr>
        <p:spPr>
          <a:xfrm>
            <a:off x="6360536" y="537172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7AC16AB-85C8-8758-C875-8131FDAAA1B2}"/>
              </a:ext>
            </a:extLst>
          </p:cNvPr>
          <p:cNvSpPr txBox="1"/>
          <p:nvPr/>
        </p:nvSpPr>
        <p:spPr>
          <a:xfrm>
            <a:off x="9287824" y="221346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AF94335-BF1B-1154-822D-1A0697D498DE}"/>
              </a:ext>
            </a:extLst>
          </p:cNvPr>
          <p:cNvSpPr/>
          <p:nvPr/>
        </p:nvSpPr>
        <p:spPr>
          <a:xfrm>
            <a:off x="9169945" y="2617385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E695CA5-BBBC-FFF7-D245-9BE15ACA4B97}"/>
              </a:ext>
            </a:extLst>
          </p:cNvPr>
          <p:cNvSpPr txBox="1"/>
          <p:nvPr/>
        </p:nvSpPr>
        <p:spPr>
          <a:xfrm>
            <a:off x="9239337" y="2617385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0B959DB-DA03-49A2-61F8-A435160958F9}"/>
              </a:ext>
            </a:extLst>
          </p:cNvPr>
          <p:cNvSpPr txBox="1"/>
          <p:nvPr/>
        </p:nvSpPr>
        <p:spPr>
          <a:xfrm>
            <a:off x="9691082" y="3968984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20D28FC-CE69-8024-2103-47BF31A73197}"/>
              </a:ext>
            </a:extLst>
          </p:cNvPr>
          <p:cNvSpPr/>
          <p:nvPr/>
        </p:nvSpPr>
        <p:spPr>
          <a:xfrm>
            <a:off x="9169945" y="426158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DF38217-CD62-BC8E-25B7-74EC87D5C719}"/>
              </a:ext>
            </a:extLst>
          </p:cNvPr>
          <p:cNvSpPr txBox="1"/>
          <p:nvPr/>
        </p:nvSpPr>
        <p:spPr>
          <a:xfrm>
            <a:off x="9239575" y="426158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AB6F1518-5D66-C16C-146C-D8F998DFE4EB}"/>
              </a:ext>
            </a:extLst>
          </p:cNvPr>
          <p:cNvCxnSpPr>
            <a:endCxn id="64" idx="1"/>
          </p:cNvCxnSpPr>
          <p:nvPr/>
        </p:nvCxnSpPr>
        <p:spPr>
          <a:xfrm>
            <a:off x="8635614" y="4292394"/>
            <a:ext cx="534330" cy="13670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0B19526B-D7F1-9EDB-C562-91BA6343195B}"/>
              </a:ext>
            </a:extLst>
          </p:cNvPr>
          <p:cNvSpPr txBox="1"/>
          <p:nvPr/>
        </p:nvSpPr>
        <p:spPr>
          <a:xfrm>
            <a:off x="9655203" y="464352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BB4AEDA-CE8C-F887-AB3C-247F56CC0136}"/>
              </a:ext>
            </a:extLst>
          </p:cNvPr>
          <p:cNvSpPr/>
          <p:nvPr/>
        </p:nvSpPr>
        <p:spPr>
          <a:xfrm>
            <a:off x="9169945" y="503916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B8900F7-EB90-BC82-E8B9-5E32CB2D2F2A}"/>
              </a:ext>
            </a:extLst>
          </p:cNvPr>
          <p:cNvSpPr txBox="1"/>
          <p:nvPr/>
        </p:nvSpPr>
        <p:spPr>
          <a:xfrm>
            <a:off x="9239314" y="503692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EB17E07-1395-D0B7-E466-7EE4043F590E}"/>
              </a:ext>
            </a:extLst>
          </p:cNvPr>
          <p:cNvSpPr txBox="1"/>
          <p:nvPr/>
        </p:nvSpPr>
        <p:spPr>
          <a:xfrm>
            <a:off x="10712930" y="3905682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C08B46-80D2-F4E3-4B14-324F4AF5593B}"/>
              </a:ext>
            </a:extLst>
          </p:cNvPr>
          <p:cNvSpPr txBox="1"/>
          <p:nvPr/>
        </p:nvSpPr>
        <p:spPr>
          <a:xfrm>
            <a:off x="6917816" y="503292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042022-287D-717E-DB8F-D1168438A95A}"/>
              </a:ext>
            </a:extLst>
          </p:cNvPr>
          <p:cNvSpPr txBox="1"/>
          <p:nvPr/>
        </p:nvSpPr>
        <p:spPr>
          <a:xfrm>
            <a:off x="9102279" y="5904865"/>
            <a:ext cx="328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预取发起逻辑：输入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拉高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C16502EF-3133-F9E8-E418-AC596AFE546E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F9B8FB22-B1EF-A835-CD94-020B3A5F4658}"/>
              </a:ext>
            </a:extLst>
          </p:cNvPr>
          <p:cNvSpPr txBox="1"/>
          <p:nvPr/>
        </p:nvSpPr>
        <p:spPr>
          <a:xfrm>
            <a:off x="6593879" y="914473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35C31FB-733E-176B-497F-DBAABADD0A64}"/>
              </a:ext>
            </a:extLst>
          </p:cNvPr>
          <p:cNvSpPr txBox="1"/>
          <p:nvPr/>
        </p:nvSpPr>
        <p:spPr>
          <a:xfrm>
            <a:off x="3742754" y="927326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736D06A-1C5A-8AED-E198-F45076FB8C03}"/>
              </a:ext>
            </a:extLst>
          </p:cNvPr>
          <p:cNvSpPr txBox="1"/>
          <p:nvPr/>
        </p:nvSpPr>
        <p:spPr>
          <a:xfrm>
            <a:off x="9167560" y="920078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1C2A491-F822-9971-B75E-7DCA0E4F5CD5}"/>
              </a:ext>
            </a:extLst>
          </p:cNvPr>
          <p:cNvCxnSpPr>
            <a:cxnSpLocks/>
          </p:cNvCxnSpPr>
          <p:nvPr/>
        </p:nvCxnSpPr>
        <p:spPr>
          <a:xfrm flipV="1">
            <a:off x="11328043" y="1312123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FDDEB5C-5157-8CB2-8D0B-0D7132671E52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6534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263C-BF98-1AD8-773C-2574FF0D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FC34CF1D-E128-9A7E-0A53-FA7BE61226FC}"/>
              </a:ext>
            </a:extLst>
          </p:cNvPr>
          <p:cNvCxnSpPr>
            <a:cxnSpLocks/>
          </p:cNvCxnSpPr>
          <p:nvPr/>
        </p:nvCxnSpPr>
        <p:spPr>
          <a:xfrm flipV="1">
            <a:off x="6192587" y="1375245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C0ECA180-6C32-0C66-CF5B-3647D11EFF1B}"/>
              </a:ext>
            </a:extLst>
          </p:cNvPr>
          <p:cNvCxnSpPr>
            <a:cxnSpLocks/>
          </p:cNvCxnSpPr>
          <p:nvPr/>
        </p:nvCxnSpPr>
        <p:spPr>
          <a:xfrm flipV="1">
            <a:off x="8866158" y="1289617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6136370C-9361-2DC8-9400-C484AD4E643E}"/>
              </a:ext>
            </a:extLst>
          </p:cNvPr>
          <p:cNvCxnSpPr>
            <a:cxnSpLocks/>
          </p:cNvCxnSpPr>
          <p:nvPr/>
        </p:nvCxnSpPr>
        <p:spPr>
          <a:xfrm flipV="1">
            <a:off x="11849386" y="1311722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4D2C90F-F9F5-0678-CB64-E5B37BD569FF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DB2ED8-C488-C92D-4A37-B191240FA5EA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03B2C9F-DB03-171D-08C4-DE3F6D0F29B5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9CC52EC-2DC3-3479-1D1F-FB766BE7B842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4666F357-448C-C72E-254B-776F27F4BA37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A8E395E-398A-E813-5F43-FAFE62ADB05D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F2C8370-2636-DE52-7298-925ADF5F0C28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30BF997-1CFA-6099-E4EF-D82FEF89AA24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55C3FF9-80F5-B244-32FB-F27522E7207F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2579949-5D53-7EC1-6946-8C5C0F42930C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E4E00FD-04EF-9B2B-670D-B1E3B6BF4BE4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07D162B-1633-D26A-88BD-A4586BCE08D0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7004FCF-1EE5-76B1-CF9F-3D98D60069F6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0340C9F-81E4-A186-588C-D7135C09B607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61D76B3-1622-FDD7-C231-4010EAC49000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AF5046F-AD09-4F52-3D1E-391F7BB399D6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47C484F-6B4C-EF0D-20B9-FB299D507BC2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A6A5536-8C29-4733-5FE7-DA2DCB3AF95E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0895CB1-79FF-CE17-0B30-227BC6E5D453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7592060-B446-BA15-ED56-18EC0AC1DCF0}"/>
              </a:ext>
            </a:extLst>
          </p:cNvPr>
          <p:cNvCxnSpPr>
            <a:cxnSpLocks/>
          </p:cNvCxnSpPr>
          <p:nvPr/>
        </p:nvCxnSpPr>
        <p:spPr>
          <a:xfrm>
            <a:off x="6586479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FA1D3E4-7E31-F897-7BC8-BD915C5111BC}"/>
              </a:ext>
            </a:extLst>
          </p:cNvPr>
          <p:cNvCxnSpPr>
            <a:cxnSpLocks/>
          </p:cNvCxnSpPr>
          <p:nvPr/>
        </p:nvCxnSpPr>
        <p:spPr>
          <a:xfrm>
            <a:off x="9160322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B3AB8F29-F646-499D-D000-209729B3AAB3}"/>
              </a:ext>
            </a:extLst>
          </p:cNvPr>
          <p:cNvSpPr txBox="1"/>
          <p:nvPr/>
        </p:nvSpPr>
        <p:spPr>
          <a:xfrm>
            <a:off x="3697881" y="23481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BC91B914-9D52-C9D2-D332-1A5851A72ACF}"/>
              </a:ext>
            </a:extLst>
          </p:cNvPr>
          <p:cNvSpPr/>
          <p:nvPr/>
        </p:nvSpPr>
        <p:spPr>
          <a:xfrm>
            <a:off x="3580002" y="2752072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5C6A9D2-3A25-DA2A-5037-0F66B2090A92}"/>
              </a:ext>
            </a:extLst>
          </p:cNvPr>
          <p:cNvSpPr txBox="1"/>
          <p:nvPr/>
        </p:nvSpPr>
        <p:spPr>
          <a:xfrm>
            <a:off x="3649394" y="2752072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第二拍，一个时钟周期内完成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个卷积核的运算，输入元数据从内部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转移到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reg[1]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6ABDC9-14C0-0248-8181-8FDADC07CA89}"/>
              </a:ext>
            </a:extLst>
          </p:cNvPr>
          <p:cNvSpPr txBox="1"/>
          <p:nvPr/>
        </p:nvSpPr>
        <p:spPr>
          <a:xfrm>
            <a:off x="6423455" y="235336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630447C-EDF1-8F65-70EF-ABC442172312}"/>
              </a:ext>
            </a:extLst>
          </p:cNvPr>
          <p:cNvSpPr/>
          <p:nvPr/>
        </p:nvSpPr>
        <p:spPr>
          <a:xfrm>
            <a:off x="6505794" y="2745733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1D76B7-B6B4-F9F4-D5C8-6C2A86A55BF3}"/>
              </a:ext>
            </a:extLst>
          </p:cNvPr>
          <p:cNvSpPr txBox="1"/>
          <p:nvPr/>
        </p:nvSpPr>
        <p:spPr>
          <a:xfrm>
            <a:off x="6505793" y="2756198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第一级流水，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2256441-8A46-13B6-00D1-F58CB061D5EF}"/>
              </a:ext>
            </a:extLst>
          </p:cNvPr>
          <p:cNvSpPr txBox="1"/>
          <p:nvPr/>
        </p:nvSpPr>
        <p:spPr>
          <a:xfrm>
            <a:off x="9123812" y="234547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74C14160-DAE7-0760-3037-C7E788F10C10}"/>
              </a:ext>
            </a:extLst>
          </p:cNvPr>
          <p:cNvSpPr/>
          <p:nvPr/>
        </p:nvSpPr>
        <p:spPr>
          <a:xfrm>
            <a:off x="9206151" y="2737838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DDA81FB-B9F2-DBF4-2CA4-E2C6D3DC7259}"/>
              </a:ext>
            </a:extLst>
          </p:cNvPr>
          <p:cNvSpPr txBox="1"/>
          <p:nvPr/>
        </p:nvSpPr>
        <p:spPr>
          <a:xfrm>
            <a:off x="9206150" y="2748304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第二级流水，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ReLU+Saturate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DADAC98-695B-C7F6-4E5A-D7D0D92B1C06}"/>
              </a:ext>
            </a:extLst>
          </p:cNvPr>
          <p:cNvSpPr/>
          <p:nvPr/>
        </p:nvSpPr>
        <p:spPr>
          <a:xfrm>
            <a:off x="541650" y="39783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159328E-4DB4-7324-2720-660566939C6A}"/>
              </a:ext>
            </a:extLst>
          </p:cNvPr>
          <p:cNvSpPr txBox="1"/>
          <p:nvPr/>
        </p:nvSpPr>
        <p:spPr>
          <a:xfrm>
            <a:off x="766319" y="23156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09EB468-B50B-8764-F751-FB8E5580F36B}"/>
              </a:ext>
            </a:extLst>
          </p:cNvPr>
          <p:cNvSpPr/>
          <p:nvPr/>
        </p:nvSpPr>
        <p:spPr>
          <a:xfrm>
            <a:off x="609315" y="2744809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296AA8D-17E4-570A-FB81-098128497E62}"/>
              </a:ext>
            </a:extLst>
          </p:cNvPr>
          <p:cNvSpPr txBox="1"/>
          <p:nvPr/>
        </p:nvSpPr>
        <p:spPr>
          <a:xfrm>
            <a:off x="678708" y="2744809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554E99E-3153-08ED-9D68-C1CCB1F47137}"/>
              </a:ext>
            </a:extLst>
          </p:cNvPr>
          <p:cNvSpPr txBox="1"/>
          <p:nvPr/>
        </p:nvSpPr>
        <p:spPr>
          <a:xfrm>
            <a:off x="1130452" y="40964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A0B10DB3-9233-4B15-6D21-7BCDD54E66C3}"/>
              </a:ext>
            </a:extLst>
          </p:cNvPr>
          <p:cNvSpPr/>
          <p:nvPr/>
        </p:nvSpPr>
        <p:spPr>
          <a:xfrm>
            <a:off x="609315" y="43890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1FE80C5-DB2B-360F-5F88-C1E2DA754E36}"/>
              </a:ext>
            </a:extLst>
          </p:cNvPr>
          <p:cNvSpPr txBox="1"/>
          <p:nvPr/>
        </p:nvSpPr>
        <p:spPr>
          <a:xfrm>
            <a:off x="678945" y="43890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2016A34-0D8A-4434-289F-18F0B504AD88}"/>
              </a:ext>
            </a:extLst>
          </p:cNvPr>
          <p:cNvSpPr txBox="1"/>
          <p:nvPr/>
        </p:nvSpPr>
        <p:spPr>
          <a:xfrm>
            <a:off x="1094573" y="47709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E54CACF-0595-48D7-189F-00DFBF2AD9F9}"/>
              </a:ext>
            </a:extLst>
          </p:cNvPr>
          <p:cNvSpPr/>
          <p:nvPr/>
        </p:nvSpPr>
        <p:spPr>
          <a:xfrm>
            <a:off x="609315" y="51665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22E2555-B314-DF85-3A3F-09218114D5B6}"/>
              </a:ext>
            </a:extLst>
          </p:cNvPr>
          <p:cNvSpPr txBox="1"/>
          <p:nvPr/>
        </p:nvSpPr>
        <p:spPr>
          <a:xfrm>
            <a:off x="678685" y="51643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134889D-4F02-E58D-73AE-BD1BFA02A621}"/>
              </a:ext>
            </a:extLst>
          </p:cNvPr>
          <p:cNvSpPr txBox="1"/>
          <p:nvPr/>
        </p:nvSpPr>
        <p:spPr>
          <a:xfrm>
            <a:off x="2100109" y="3995984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263A4F6-2946-A87A-35D4-10DC6B529554}"/>
              </a:ext>
            </a:extLst>
          </p:cNvPr>
          <p:cNvCxnSpPr>
            <a:cxnSpLocks/>
          </p:cNvCxnSpPr>
          <p:nvPr/>
        </p:nvCxnSpPr>
        <p:spPr>
          <a:xfrm>
            <a:off x="3036206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DF6BD40-855D-63CC-0281-D10C8ACACB4C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52C2F45-8747-93D3-81EB-DDFC1A7CC32A}"/>
              </a:ext>
            </a:extLst>
          </p:cNvPr>
          <p:cNvSpPr txBox="1"/>
          <p:nvPr/>
        </p:nvSpPr>
        <p:spPr>
          <a:xfrm>
            <a:off x="652637" y="591043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A1F89B-B015-B468-9C24-50B1F277C22E}"/>
              </a:ext>
            </a:extLst>
          </p:cNvPr>
          <p:cNvSpPr txBox="1"/>
          <p:nvPr/>
        </p:nvSpPr>
        <p:spPr>
          <a:xfrm>
            <a:off x="3470875" y="5906490"/>
            <a:ext cx="2818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：新行数据存入寄存器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不工作，无事发生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CA47DCD-F40E-6A2B-8103-9AF526378282}"/>
              </a:ext>
            </a:extLst>
          </p:cNvPr>
          <p:cNvSpPr txBox="1"/>
          <p:nvPr/>
        </p:nvSpPr>
        <p:spPr>
          <a:xfrm>
            <a:off x="1412480" y="968934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0F19B78-0F3E-0CAA-1EE8-42C06CE08AA6}"/>
              </a:ext>
            </a:extLst>
          </p:cNvPr>
          <p:cNvSpPr txBox="1"/>
          <p:nvPr/>
        </p:nvSpPr>
        <p:spPr>
          <a:xfrm>
            <a:off x="4006531" y="957541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CE49F14-C498-27C6-2D24-98E26DA2030A}"/>
              </a:ext>
            </a:extLst>
          </p:cNvPr>
          <p:cNvSpPr txBox="1"/>
          <p:nvPr/>
        </p:nvSpPr>
        <p:spPr>
          <a:xfrm>
            <a:off x="6573237" y="952322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=4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0450655-8AE0-D083-88CB-0EFB3D96175A}"/>
              </a:ext>
            </a:extLst>
          </p:cNvPr>
          <p:cNvSpPr txBox="1"/>
          <p:nvPr/>
        </p:nvSpPr>
        <p:spPr>
          <a:xfrm>
            <a:off x="9123812" y="938069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=5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6884-89DB-B17E-DFBC-901F92E62F57}"/>
              </a:ext>
            </a:extLst>
          </p:cNvPr>
          <p:cNvSpPr txBox="1"/>
          <p:nvPr/>
        </p:nvSpPr>
        <p:spPr>
          <a:xfrm>
            <a:off x="6340668" y="5885299"/>
            <a:ext cx="328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预取发起逻辑：输入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拉高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652DAFC-75EF-53B3-66BE-2D1D68438FCA}"/>
              </a:ext>
            </a:extLst>
          </p:cNvPr>
          <p:cNvSpPr txBox="1"/>
          <p:nvPr/>
        </p:nvSpPr>
        <p:spPr>
          <a:xfrm>
            <a:off x="9455165" y="589674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24C7462E-A0E3-193C-A5B3-F7DA204A1952}"/>
              </a:ext>
            </a:extLst>
          </p:cNvPr>
          <p:cNvSpPr/>
          <p:nvPr/>
        </p:nvSpPr>
        <p:spPr>
          <a:xfrm>
            <a:off x="3634728" y="3947358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C820C1A-EBA7-A1F3-F00A-4304880F73FD}"/>
              </a:ext>
            </a:extLst>
          </p:cNvPr>
          <p:cNvSpPr txBox="1"/>
          <p:nvPr/>
        </p:nvSpPr>
        <p:spPr>
          <a:xfrm>
            <a:off x="4223530" y="4065429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660F01D1-C863-9CF1-BB07-1244E47ACE3F}"/>
              </a:ext>
            </a:extLst>
          </p:cNvPr>
          <p:cNvSpPr/>
          <p:nvPr/>
        </p:nvSpPr>
        <p:spPr>
          <a:xfrm>
            <a:off x="3702393" y="4358031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C209218-B8DC-71E3-7E8B-58D19D06548F}"/>
              </a:ext>
            </a:extLst>
          </p:cNvPr>
          <p:cNvSpPr txBox="1"/>
          <p:nvPr/>
        </p:nvSpPr>
        <p:spPr>
          <a:xfrm>
            <a:off x="3772023" y="4358031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0058948-A4EF-D637-A307-BBFE47DE6034}"/>
              </a:ext>
            </a:extLst>
          </p:cNvPr>
          <p:cNvSpPr txBox="1"/>
          <p:nvPr/>
        </p:nvSpPr>
        <p:spPr>
          <a:xfrm>
            <a:off x="4187651" y="473996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E5E232B8-AB84-0ACD-03DD-B83D1466EE19}"/>
              </a:ext>
            </a:extLst>
          </p:cNvPr>
          <p:cNvSpPr/>
          <p:nvPr/>
        </p:nvSpPr>
        <p:spPr>
          <a:xfrm>
            <a:off x="3702393" y="5135611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C372D0D-76B3-3D33-1D15-41F1A6FD7101}"/>
              </a:ext>
            </a:extLst>
          </p:cNvPr>
          <p:cNvSpPr txBox="1"/>
          <p:nvPr/>
        </p:nvSpPr>
        <p:spPr>
          <a:xfrm>
            <a:off x="3771763" y="5133371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DA1CEBBB-4E60-1516-D156-8C32C637470C}"/>
              </a:ext>
            </a:extLst>
          </p:cNvPr>
          <p:cNvSpPr/>
          <p:nvPr/>
        </p:nvSpPr>
        <p:spPr>
          <a:xfrm>
            <a:off x="6626390" y="39714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5F9C1AA-1775-CEAB-ABD0-69C4E9482C86}"/>
              </a:ext>
            </a:extLst>
          </p:cNvPr>
          <p:cNvSpPr txBox="1"/>
          <p:nvPr/>
        </p:nvSpPr>
        <p:spPr>
          <a:xfrm>
            <a:off x="7215192" y="40895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72F98F4E-96AA-3F95-3CBC-513C7B146153}"/>
              </a:ext>
            </a:extLst>
          </p:cNvPr>
          <p:cNvSpPr/>
          <p:nvPr/>
        </p:nvSpPr>
        <p:spPr>
          <a:xfrm>
            <a:off x="6694055" y="43821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BE61B7D-1941-7D0B-6B67-20C972899E4A}"/>
              </a:ext>
            </a:extLst>
          </p:cNvPr>
          <p:cNvSpPr txBox="1"/>
          <p:nvPr/>
        </p:nvSpPr>
        <p:spPr>
          <a:xfrm>
            <a:off x="6763685" y="43821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57D4EF9-E513-F6A5-89A7-1D788B0BB724}"/>
              </a:ext>
            </a:extLst>
          </p:cNvPr>
          <p:cNvSpPr txBox="1"/>
          <p:nvPr/>
        </p:nvSpPr>
        <p:spPr>
          <a:xfrm>
            <a:off x="7179313" y="47640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22F49F73-A0C9-B6D4-C118-E703F322E351}"/>
              </a:ext>
            </a:extLst>
          </p:cNvPr>
          <p:cNvSpPr/>
          <p:nvPr/>
        </p:nvSpPr>
        <p:spPr>
          <a:xfrm>
            <a:off x="6694055" y="51596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E923164-A262-1D68-9BDF-D7F3B4EC3BAF}"/>
              </a:ext>
            </a:extLst>
          </p:cNvPr>
          <p:cNvSpPr txBox="1"/>
          <p:nvPr/>
        </p:nvSpPr>
        <p:spPr>
          <a:xfrm>
            <a:off x="6763425" y="51574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4C0B4347-E5FD-39F6-3C59-49B9DCD99905}"/>
              </a:ext>
            </a:extLst>
          </p:cNvPr>
          <p:cNvSpPr/>
          <p:nvPr/>
        </p:nvSpPr>
        <p:spPr>
          <a:xfrm>
            <a:off x="9503876" y="3956232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7666CC13-3540-CF28-C093-0EB38830A24E}"/>
              </a:ext>
            </a:extLst>
          </p:cNvPr>
          <p:cNvSpPr txBox="1"/>
          <p:nvPr/>
        </p:nvSpPr>
        <p:spPr>
          <a:xfrm>
            <a:off x="10092678" y="407430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718A3C61-6369-4CFD-E242-1F086A0D4F2A}"/>
              </a:ext>
            </a:extLst>
          </p:cNvPr>
          <p:cNvSpPr/>
          <p:nvPr/>
        </p:nvSpPr>
        <p:spPr>
          <a:xfrm>
            <a:off x="9571541" y="436690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7617BCA7-1DF5-C071-D027-7F06AED559F3}"/>
              </a:ext>
            </a:extLst>
          </p:cNvPr>
          <p:cNvSpPr txBox="1"/>
          <p:nvPr/>
        </p:nvSpPr>
        <p:spPr>
          <a:xfrm>
            <a:off x="9641171" y="436690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7E5E460E-D131-2B4C-B1A2-DC5AE04E4C06}"/>
              </a:ext>
            </a:extLst>
          </p:cNvPr>
          <p:cNvSpPr txBox="1"/>
          <p:nvPr/>
        </p:nvSpPr>
        <p:spPr>
          <a:xfrm>
            <a:off x="10056799" y="474884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C8964756-5A91-C729-E047-D27CB3E45C0D}"/>
              </a:ext>
            </a:extLst>
          </p:cNvPr>
          <p:cNvSpPr/>
          <p:nvPr/>
        </p:nvSpPr>
        <p:spPr>
          <a:xfrm>
            <a:off x="9571541" y="514448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2EB40010-2C66-A256-6D15-F02D20328CCB}"/>
              </a:ext>
            </a:extLst>
          </p:cNvPr>
          <p:cNvSpPr txBox="1"/>
          <p:nvPr/>
        </p:nvSpPr>
        <p:spPr>
          <a:xfrm>
            <a:off x="9640911" y="514224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F530013-BC3D-B141-91C1-7E902BE62A6A}"/>
              </a:ext>
            </a:extLst>
          </p:cNvPr>
          <p:cNvSpPr txBox="1"/>
          <p:nvPr/>
        </p:nvSpPr>
        <p:spPr>
          <a:xfrm>
            <a:off x="5193187" y="3995382"/>
            <a:ext cx="1158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44FD161-CE58-211F-258C-DD31C662518E}"/>
              </a:ext>
            </a:extLst>
          </p:cNvPr>
          <p:cNvSpPr txBox="1"/>
          <p:nvPr/>
        </p:nvSpPr>
        <p:spPr>
          <a:xfrm>
            <a:off x="8194830" y="4006942"/>
            <a:ext cx="1211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第四个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3F7D6C3-B0DB-76E0-B20A-F22201C8D814}"/>
              </a:ext>
            </a:extLst>
          </p:cNvPr>
          <p:cNvSpPr txBox="1"/>
          <p:nvPr/>
        </p:nvSpPr>
        <p:spPr>
          <a:xfrm>
            <a:off x="11083995" y="4000752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第五个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D93C7D41-00BA-D5F1-06FA-79857D2CC9C1}"/>
              </a:ext>
            </a:extLst>
          </p:cNvPr>
          <p:cNvCxnSpPr>
            <a:cxnSpLocks/>
          </p:cNvCxnSpPr>
          <p:nvPr/>
        </p:nvCxnSpPr>
        <p:spPr>
          <a:xfrm flipV="1">
            <a:off x="3272370" y="1318881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AF3CB0BA-DF42-F67E-B2B5-DA4EC2C8F41F}"/>
              </a:ext>
            </a:extLst>
          </p:cNvPr>
          <p:cNvCxnSpPr>
            <a:cxnSpLocks/>
          </p:cNvCxnSpPr>
          <p:nvPr/>
        </p:nvCxnSpPr>
        <p:spPr>
          <a:xfrm>
            <a:off x="6242325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A422D8C7-5164-A878-29A4-EAB8457CE8C7}"/>
              </a:ext>
            </a:extLst>
          </p:cNvPr>
          <p:cNvCxnSpPr>
            <a:cxnSpLocks/>
          </p:cNvCxnSpPr>
          <p:nvPr/>
        </p:nvCxnSpPr>
        <p:spPr>
          <a:xfrm>
            <a:off x="9119811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4F2D9D1-08E9-5570-2EB2-07370615DCC2}"/>
              </a:ext>
            </a:extLst>
          </p:cNvPr>
          <p:cNvSpPr txBox="1"/>
          <p:nvPr/>
        </p:nvSpPr>
        <p:spPr>
          <a:xfrm>
            <a:off x="6917816" y="503292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88D755-E658-6FAC-0333-B83AB41316C8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9585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62E7-5912-1D35-AF02-61AF6EF3A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87568AC-410E-BA85-21D7-8A3223463052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15137B-0877-0B3F-BE61-9CF9521D54FF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1F58DD0-3BD6-BCCD-3915-87E079440A8B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7F7ACE9-E71C-71EE-8DB5-052DE174ABFC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754A3C2-2326-B378-14DB-219CDDF39215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A48C3C5-EA2F-0B63-2BFF-03B0019E5BB9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D44C63A-EB81-D153-36AD-4D7A5FD2C11D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B26B3B3-FD55-3E23-99B4-98504CB1B858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3F663E2-BB56-BD0F-BCD9-71BBC688F1C7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CA1D947-4B89-64DB-4049-942B5CB64B8D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58BFB90-FE3F-EEC0-B613-63EF5E9814D1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9BF2FDB-020A-B297-E118-9C0C72C4FA6E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97501BC-EE8D-019C-0213-DF593088E7CF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7C27F51-F600-C2AA-182E-13B5F97BA971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ABB6A68-A919-06AE-5B83-11B7DF901FDA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DCAF00A-DC40-6B76-2C36-0A7797493A59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375B635-6578-BFE7-B826-4E3B3A829B28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21192E7-92E5-67D4-AE51-E90FBFAD5A63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20DD48A-A046-531B-D6E1-BD0246664CA4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62B81B2-2BD6-9C65-FFA7-36141ED384A3}"/>
              </a:ext>
            </a:extLst>
          </p:cNvPr>
          <p:cNvCxnSpPr>
            <a:cxnSpLocks/>
          </p:cNvCxnSpPr>
          <p:nvPr/>
        </p:nvCxnSpPr>
        <p:spPr>
          <a:xfrm>
            <a:off x="6586479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B84BD42-1ED4-1D6A-DED5-15EC14B82134}"/>
              </a:ext>
            </a:extLst>
          </p:cNvPr>
          <p:cNvCxnSpPr>
            <a:cxnSpLocks/>
          </p:cNvCxnSpPr>
          <p:nvPr/>
        </p:nvCxnSpPr>
        <p:spPr>
          <a:xfrm>
            <a:off x="9160322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7404880-D9B2-B5C7-124E-F31CE5BC3C23}"/>
              </a:ext>
            </a:extLst>
          </p:cNvPr>
          <p:cNvCxnSpPr>
            <a:cxnSpLocks/>
          </p:cNvCxnSpPr>
          <p:nvPr/>
        </p:nvCxnSpPr>
        <p:spPr>
          <a:xfrm>
            <a:off x="248010" y="5659932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B9C8D733-5297-BB1F-3925-B7C5989A47D4}"/>
              </a:ext>
            </a:extLst>
          </p:cNvPr>
          <p:cNvSpPr txBox="1"/>
          <p:nvPr/>
        </p:nvSpPr>
        <p:spPr>
          <a:xfrm>
            <a:off x="1336069" y="998768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=6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771DD54-93BF-9783-7946-9E109604CBE9}"/>
              </a:ext>
            </a:extLst>
          </p:cNvPr>
          <p:cNvSpPr txBox="1"/>
          <p:nvPr/>
        </p:nvSpPr>
        <p:spPr>
          <a:xfrm>
            <a:off x="3900276" y="993549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=7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74F75D2-6936-2BE8-CBF7-4DCFF39028D0}"/>
              </a:ext>
            </a:extLst>
          </p:cNvPr>
          <p:cNvSpPr txBox="1"/>
          <p:nvPr/>
        </p:nvSpPr>
        <p:spPr>
          <a:xfrm>
            <a:off x="1291664" y="5757258"/>
            <a:ext cx="2818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：新行数据存入寄存器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不工作，无事发生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717F844-255A-2572-6E67-5C208474BF59}"/>
              </a:ext>
            </a:extLst>
          </p:cNvPr>
          <p:cNvSpPr/>
          <p:nvPr/>
        </p:nvSpPr>
        <p:spPr>
          <a:xfrm>
            <a:off x="777186" y="2333418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C0C18A6-0468-D5F7-5C65-C093DC22E18C}"/>
              </a:ext>
            </a:extLst>
          </p:cNvPr>
          <p:cNvSpPr txBox="1"/>
          <p:nvPr/>
        </p:nvSpPr>
        <p:spPr>
          <a:xfrm>
            <a:off x="1365988" y="2451489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C566471-B134-AEB3-FAEC-B8B4088FCA6C}"/>
              </a:ext>
            </a:extLst>
          </p:cNvPr>
          <p:cNvSpPr/>
          <p:nvPr/>
        </p:nvSpPr>
        <p:spPr>
          <a:xfrm>
            <a:off x="844851" y="2744091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8239021-C7F1-FA60-F9D8-B679A8405F7C}"/>
              </a:ext>
            </a:extLst>
          </p:cNvPr>
          <p:cNvSpPr txBox="1"/>
          <p:nvPr/>
        </p:nvSpPr>
        <p:spPr>
          <a:xfrm>
            <a:off x="914481" y="2744091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51010FE-D089-955B-7093-7FD593F0EF77}"/>
              </a:ext>
            </a:extLst>
          </p:cNvPr>
          <p:cNvSpPr txBox="1"/>
          <p:nvPr/>
        </p:nvSpPr>
        <p:spPr>
          <a:xfrm>
            <a:off x="1330109" y="312602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1914F819-895F-3AB8-64CF-FB28716F5A02}"/>
              </a:ext>
            </a:extLst>
          </p:cNvPr>
          <p:cNvSpPr/>
          <p:nvPr/>
        </p:nvSpPr>
        <p:spPr>
          <a:xfrm>
            <a:off x="844851" y="3521671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D29388F-DDF6-C079-53A9-BC967C1BD71F}"/>
              </a:ext>
            </a:extLst>
          </p:cNvPr>
          <p:cNvSpPr txBox="1"/>
          <p:nvPr/>
        </p:nvSpPr>
        <p:spPr>
          <a:xfrm>
            <a:off x="914221" y="3519431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3633201-741C-1B8D-E4EE-8DBF4791EAC0}"/>
              </a:ext>
            </a:extLst>
          </p:cNvPr>
          <p:cNvSpPr txBox="1"/>
          <p:nvPr/>
        </p:nvSpPr>
        <p:spPr>
          <a:xfrm>
            <a:off x="2357305" y="2377938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第六个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2AB7EC63-0FED-2ADF-FFC3-80F4207734D4}"/>
              </a:ext>
            </a:extLst>
          </p:cNvPr>
          <p:cNvSpPr/>
          <p:nvPr/>
        </p:nvSpPr>
        <p:spPr>
          <a:xfrm>
            <a:off x="3778362" y="2287082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096BED8-0891-D5F6-FCD3-8267668992A6}"/>
              </a:ext>
            </a:extLst>
          </p:cNvPr>
          <p:cNvSpPr txBox="1"/>
          <p:nvPr/>
        </p:nvSpPr>
        <p:spPr>
          <a:xfrm>
            <a:off x="4367164" y="240515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8A922B07-2368-94C6-DF86-6C79FF0A2C01}"/>
              </a:ext>
            </a:extLst>
          </p:cNvPr>
          <p:cNvSpPr/>
          <p:nvPr/>
        </p:nvSpPr>
        <p:spPr>
          <a:xfrm>
            <a:off x="3846027" y="269775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452A254-F91A-80CA-8815-E308F23657EF}"/>
              </a:ext>
            </a:extLst>
          </p:cNvPr>
          <p:cNvSpPr txBox="1"/>
          <p:nvPr/>
        </p:nvSpPr>
        <p:spPr>
          <a:xfrm>
            <a:off x="3915657" y="269775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7D4AC3D-9D48-FCAC-EF61-A13FAABE95C9}"/>
              </a:ext>
            </a:extLst>
          </p:cNvPr>
          <p:cNvSpPr txBox="1"/>
          <p:nvPr/>
        </p:nvSpPr>
        <p:spPr>
          <a:xfrm>
            <a:off x="4331285" y="307969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9CDDBBB8-A83B-CDA5-0DC4-DC663A842358}"/>
              </a:ext>
            </a:extLst>
          </p:cNvPr>
          <p:cNvSpPr/>
          <p:nvPr/>
        </p:nvSpPr>
        <p:spPr>
          <a:xfrm>
            <a:off x="3846027" y="347533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28F3B12-1C69-0C05-C925-EDA48FAF219F}"/>
              </a:ext>
            </a:extLst>
          </p:cNvPr>
          <p:cNvSpPr txBox="1"/>
          <p:nvPr/>
        </p:nvSpPr>
        <p:spPr>
          <a:xfrm>
            <a:off x="3915397" y="347309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CD546D9-7038-BD32-B70C-835AE33CD2CE}"/>
              </a:ext>
            </a:extLst>
          </p:cNvPr>
          <p:cNvSpPr txBox="1"/>
          <p:nvPr/>
        </p:nvSpPr>
        <p:spPr>
          <a:xfrm>
            <a:off x="5358481" y="2331602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第七个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2928B197-D356-6DA7-6F32-6A1407A8FB9B}"/>
              </a:ext>
            </a:extLst>
          </p:cNvPr>
          <p:cNvSpPr/>
          <p:nvPr/>
        </p:nvSpPr>
        <p:spPr>
          <a:xfrm>
            <a:off x="6674737" y="2287082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B7CB8A3-85D3-C437-CBAC-FB4E65499069}"/>
              </a:ext>
            </a:extLst>
          </p:cNvPr>
          <p:cNvSpPr txBox="1"/>
          <p:nvPr/>
        </p:nvSpPr>
        <p:spPr>
          <a:xfrm>
            <a:off x="7263539" y="240515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5F4C58F4-0380-E7D7-5FB4-EEAEA5EB74CD}"/>
              </a:ext>
            </a:extLst>
          </p:cNvPr>
          <p:cNvSpPr/>
          <p:nvPr/>
        </p:nvSpPr>
        <p:spPr>
          <a:xfrm>
            <a:off x="6742402" y="269775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63EA392-1077-80F3-C887-65D432B89019}"/>
              </a:ext>
            </a:extLst>
          </p:cNvPr>
          <p:cNvSpPr txBox="1"/>
          <p:nvPr/>
        </p:nvSpPr>
        <p:spPr>
          <a:xfrm>
            <a:off x="6812032" y="269775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98ECFFD-0BFA-F934-CF05-EC168FD22920}"/>
              </a:ext>
            </a:extLst>
          </p:cNvPr>
          <p:cNvSpPr txBox="1"/>
          <p:nvPr/>
        </p:nvSpPr>
        <p:spPr>
          <a:xfrm>
            <a:off x="7227660" y="307969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5C098E28-CFF1-9FC6-C35F-EDC381179661}"/>
              </a:ext>
            </a:extLst>
          </p:cNvPr>
          <p:cNvSpPr/>
          <p:nvPr/>
        </p:nvSpPr>
        <p:spPr>
          <a:xfrm>
            <a:off x="6742402" y="347533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A3201ED-6D11-1B40-B6B5-BE3EF936364A}"/>
              </a:ext>
            </a:extLst>
          </p:cNvPr>
          <p:cNvSpPr txBox="1"/>
          <p:nvPr/>
        </p:nvSpPr>
        <p:spPr>
          <a:xfrm>
            <a:off x="6811772" y="347309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45D9C1B-222C-3688-76FC-3F62564C029B}"/>
              </a:ext>
            </a:extLst>
          </p:cNvPr>
          <p:cNvSpPr txBox="1"/>
          <p:nvPr/>
        </p:nvSpPr>
        <p:spPr>
          <a:xfrm>
            <a:off x="8254856" y="2331602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第八个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96EB0179-FCDD-C501-FD62-E81E60AFA837}"/>
              </a:ext>
            </a:extLst>
          </p:cNvPr>
          <p:cNvCxnSpPr>
            <a:cxnSpLocks/>
          </p:cNvCxnSpPr>
          <p:nvPr/>
        </p:nvCxnSpPr>
        <p:spPr>
          <a:xfrm flipV="1">
            <a:off x="3368290" y="1339562"/>
            <a:ext cx="161147" cy="211253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F60A0D56-D1BE-6949-35A7-535FFF94FD3E}"/>
              </a:ext>
            </a:extLst>
          </p:cNvPr>
          <p:cNvCxnSpPr>
            <a:cxnSpLocks/>
          </p:cNvCxnSpPr>
          <p:nvPr/>
        </p:nvCxnSpPr>
        <p:spPr>
          <a:xfrm flipV="1">
            <a:off x="6141431" y="1275441"/>
            <a:ext cx="161147" cy="211253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F152ED82-A73B-029F-29D9-17BCFCB65A84}"/>
              </a:ext>
            </a:extLst>
          </p:cNvPr>
          <p:cNvSpPr/>
          <p:nvPr/>
        </p:nvSpPr>
        <p:spPr>
          <a:xfrm>
            <a:off x="3946681" y="4548658"/>
            <a:ext cx="2600325" cy="7684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9A5ABB6-73B5-56C9-E07E-0F17876997C7}"/>
              </a:ext>
            </a:extLst>
          </p:cNvPr>
          <p:cNvSpPr txBox="1"/>
          <p:nvPr/>
        </p:nvSpPr>
        <p:spPr>
          <a:xfrm>
            <a:off x="4283427" y="414468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A04B75B-FBC2-55C2-1311-4E2657B0D84B}"/>
              </a:ext>
            </a:extLst>
          </p:cNvPr>
          <p:cNvSpPr txBox="1"/>
          <p:nvPr/>
        </p:nvSpPr>
        <p:spPr>
          <a:xfrm>
            <a:off x="4066099" y="46255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req_next_pos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激活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激活，且＝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52615041-A15A-156D-3E60-1DC14ED3E5BF}"/>
              </a:ext>
            </a:extLst>
          </p:cNvPr>
          <p:cNvSpPr txBox="1"/>
          <p:nvPr/>
        </p:nvSpPr>
        <p:spPr>
          <a:xfrm>
            <a:off x="4084031" y="5733483"/>
            <a:ext cx="1893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input buffer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C2BD31D-ACE9-2746-7269-470646FB5065}"/>
              </a:ext>
            </a:extLst>
          </p:cNvPr>
          <p:cNvSpPr txBox="1"/>
          <p:nvPr/>
        </p:nvSpPr>
        <p:spPr>
          <a:xfrm>
            <a:off x="6604280" y="998768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A47270BC-76FE-D352-135B-A3BA7F90A795}"/>
              </a:ext>
            </a:extLst>
          </p:cNvPr>
          <p:cNvSpPr txBox="1"/>
          <p:nvPr/>
        </p:nvSpPr>
        <p:spPr>
          <a:xfrm>
            <a:off x="6741529" y="5733483"/>
            <a:ext cx="28185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请求逻辑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：接收到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信号，生成输入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便于下一个时钟上升沿，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核心读取数据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A76D9BBC-549C-33E2-FE90-B419D5316AC0}"/>
              </a:ext>
            </a:extLst>
          </p:cNvPr>
          <p:cNvCxnSpPr>
            <a:cxnSpLocks/>
          </p:cNvCxnSpPr>
          <p:nvPr/>
        </p:nvCxnSpPr>
        <p:spPr>
          <a:xfrm flipV="1">
            <a:off x="8852695" y="1294421"/>
            <a:ext cx="161147" cy="211253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EF3A936B-AF23-ABE1-7FA2-CCFCF4C72947}"/>
              </a:ext>
            </a:extLst>
          </p:cNvPr>
          <p:cNvSpPr txBox="1"/>
          <p:nvPr/>
        </p:nvSpPr>
        <p:spPr>
          <a:xfrm>
            <a:off x="9182925" y="1004503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E97E0C24-EF0D-DA22-84BD-25E8AF7B3F1C}"/>
              </a:ext>
            </a:extLst>
          </p:cNvPr>
          <p:cNvSpPr/>
          <p:nvPr/>
        </p:nvSpPr>
        <p:spPr>
          <a:xfrm>
            <a:off x="9581965" y="2274291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92C18D2-B1C4-F59D-57F1-681693D56972}"/>
              </a:ext>
            </a:extLst>
          </p:cNvPr>
          <p:cNvSpPr txBox="1"/>
          <p:nvPr/>
        </p:nvSpPr>
        <p:spPr>
          <a:xfrm>
            <a:off x="10170767" y="2392362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79CC256-1882-6609-3B7B-9ED0A72A43E0}"/>
              </a:ext>
            </a:extLst>
          </p:cNvPr>
          <p:cNvSpPr/>
          <p:nvPr/>
        </p:nvSpPr>
        <p:spPr>
          <a:xfrm>
            <a:off x="9649630" y="2684964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6AF2D43-F948-B449-3328-1DC1D1437052}"/>
              </a:ext>
            </a:extLst>
          </p:cNvPr>
          <p:cNvSpPr txBox="1"/>
          <p:nvPr/>
        </p:nvSpPr>
        <p:spPr>
          <a:xfrm>
            <a:off x="9719260" y="2684964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BA56C79-8297-1009-701C-DEFAA2118370}"/>
              </a:ext>
            </a:extLst>
          </p:cNvPr>
          <p:cNvSpPr txBox="1"/>
          <p:nvPr/>
        </p:nvSpPr>
        <p:spPr>
          <a:xfrm>
            <a:off x="10134888" y="306689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1F8182CB-48C2-5186-1A15-8EE9E67A5677}"/>
              </a:ext>
            </a:extLst>
          </p:cNvPr>
          <p:cNvSpPr/>
          <p:nvPr/>
        </p:nvSpPr>
        <p:spPr>
          <a:xfrm>
            <a:off x="9649630" y="3462544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00FDC5C3-2F76-0C36-FAB2-F7E2384F2C04}"/>
              </a:ext>
            </a:extLst>
          </p:cNvPr>
          <p:cNvSpPr txBox="1"/>
          <p:nvPr/>
        </p:nvSpPr>
        <p:spPr>
          <a:xfrm>
            <a:off x="9719000" y="3460304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0ECC965B-1D1F-A5D8-F88B-AFECEC48F885}"/>
              </a:ext>
            </a:extLst>
          </p:cNvPr>
          <p:cNvSpPr txBox="1"/>
          <p:nvPr/>
        </p:nvSpPr>
        <p:spPr>
          <a:xfrm>
            <a:off x="11162084" y="2318811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A0D15982-D404-41E2-46E2-7FFF0AAC9140}"/>
              </a:ext>
            </a:extLst>
          </p:cNvPr>
          <p:cNvCxnSpPr>
            <a:cxnSpLocks/>
          </p:cNvCxnSpPr>
          <p:nvPr/>
        </p:nvCxnSpPr>
        <p:spPr>
          <a:xfrm flipV="1">
            <a:off x="11945067" y="1218022"/>
            <a:ext cx="161147" cy="211253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4ED5EA5-349A-3C6A-A7EF-1143446AA58B}"/>
              </a:ext>
            </a:extLst>
          </p:cNvPr>
          <p:cNvCxnSpPr>
            <a:cxnSpLocks/>
          </p:cNvCxnSpPr>
          <p:nvPr/>
        </p:nvCxnSpPr>
        <p:spPr>
          <a:xfrm>
            <a:off x="3427826" y="3208898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B9D9A073-8D16-AD8A-B360-6CB473E1731C}"/>
              </a:ext>
            </a:extLst>
          </p:cNvPr>
          <p:cNvCxnSpPr>
            <a:cxnSpLocks/>
          </p:cNvCxnSpPr>
          <p:nvPr/>
        </p:nvCxnSpPr>
        <p:spPr>
          <a:xfrm>
            <a:off x="6288569" y="3208898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9DEE0BD4-1CCE-E2A5-6130-626793A74C50}"/>
              </a:ext>
            </a:extLst>
          </p:cNvPr>
          <p:cNvCxnSpPr>
            <a:cxnSpLocks/>
          </p:cNvCxnSpPr>
          <p:nvPr/>
        </p:nvCxnSpPr>
        <p:spPr>
          <a:xfrm>
            <a:off x="9132506" y="3208898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20D46F8-23F6-3119-498F-D10182D7931E}"/>
              </a:ext>
            </a:extLst>
          </p:cNvPr>
          <p:cNvSpPr txBox="1"/>
          <p:nvPr/>
        </p:nvSpPr>
        <p:spPr>
          <a:xfrm>
            <a:off x="6917816" y="503292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E76C60-11D0-9314-7C59-B40D5E1AC1B5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9100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5AA63-F187-0B4B-9969-51BAA13B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A5B6776-53F0-D37D-764F-21512132C03A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428CF50-168E-F3AD-3110-2C0E314A8004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24FB5EF-6949-FAE1-DF23-AEB2933B5AB3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5A0A357-5C5B-FCB0-C52B-AB2CA098E3FC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1E6D5F7-577A-4FC9-0430-09C9BDAFAFDF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3724110-FDF4-3738-E407-A9C52C0FD380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27CAC78-8388-6439-6944-26CF2F591740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2AEA27-FB2C-5009-998C-13F79C3F7165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BB428F6-2EEE-9F53-8FE1-745B9A67C7EA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F3BD70A-F676-9404-517E-92318606EFF9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39FC83B-6FBD-EC54-A18E-F96836F76D8D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2CE0FE3-FB74-CEBA-D1D3-D7510E6FBB57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CE5B463-9347-FDFA-2958-82F781A1A460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B28D1FC-042C-3B0B-2378-2E7106BCF721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87003F6-2D35-C778-35B0-05844F21FB55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6A4B777-8010-5991-C77B-7BCC7D83A35E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E2EE4AB-2EF9-9D63-2CC5-128E1C25D700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0E651DC-78F8-54F4-1C9F-CD94B7DDA61C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42C75FC-DC6D-9F5B-F3E5-950BF28536DA}"/>
              </a:ext>
            </a:extLst>
          </p:cNvPr>
          <p:cNvSpPr txBox="1"/>
          <p:nvPr/>
        </p:nvSpPr>
        <p:spPr>
          <a:xfrm>
            <a:off x="1185386" y="979755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=8,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D5DCF5-8C2C-2F70-3051-4C774A19D830}"/>
              </a:ext>
            </a:extLst>
          </p:cNvPr>
          <p:cNvSpPr txBox="1"/>
          <p:nvPr/>
        </p:nvSpPr>
        <p:spPr>
          <a:xfrm>
            <a:off x="1209378" y="2370300"/>
            <a:ext cx="1711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72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FCDDD3-BDB4-568D-3F1F-8C7F6FB3EC70}"/>
              </a:ext>
            </a:extLst>
          </p:cNvPr>
          <p:cNvSpPr/>
          <p:nvPr/>
        </p:nvSpPr>
        <p:spPr>
          <a:xfrm>
            <a:off x="3370576" y="2444259"/>
            <a:ext cx="2600325" cy="82577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728F25-A0C0-3C01-5B14-22AF6AF710A3}"/>
              </a:ext>
            </a:extLst>
          </p:cNvPr>
          <p:cNvSpPr txBox="1"/>
          <p:nvPr/>
        </p:nvSpPr>
        <p:spPr>
          <a:xfrm>
            <a:off x="4049809" y="209163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879783-4A25-BFFB-4FAA-8407BEB113F7}"/>
              </a:ext>
            </a:extLst>
          </p:cNvPr>
          <p:cNvSpPr txBox="1"/>
          <p:nvPr/>
        </p:nvSpPr>
        <p:spPr>
          <a:xfrm>
            <a:off x="3445036" y="2444259"/>
            <a:ext cx="24514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对参数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信号拉低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req_next_pos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不再请求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A8EEDB1-42C5-C6B2-7056-ECFB3C071AFD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40C1981-3150-97CC-9F33-D95EF75B8BA9}"/>
              </a:ext>
            </a:extLst>
          </p:cNvPr>
          <p:cNvSpPr txBox="1"/>
          <p:nvPr/>
        </p:nvSpPr>
        <p:spPr>
          <a:xfrm>
            <a:off x="6917816" y="503292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914A4C-EF64-1951-8B0A-2CF1D72EAA31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mini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50108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17107-E0BD-94FA-39CA-15CE13ED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9DB04E-9354-5C49-7D0E-35817DA74125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E8703B-2282-636F-555B-059C74316FC5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CC92A-FC0A-8CD7-B313-8B6DE9491BFE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7FFCA3-1518-13F4-4DEF-A54FA1DD6B44}"/>
              </a:ext>
            </a:extLst>
          </p:cNvPr>
          <p:cNvSpPr/>
          <p:nvPr/>
        </p:nvSpPr>
        <p:spPr>
          <a:xfrm>
            <a:off x="1341681" y="3537168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CED26E-E56F-3B18-EFCF-9C9E4F96F3B7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125E2559-1759-926E-A194-449CB72CEEB4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C9582C8-746F-F89F-2593-F37F78765459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C0A4FCF-15AE-C3A7-FE5D-280DE1233469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B3EF5DD-BA92-21F9-AFD5-416B4257F6DC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22B6FF-4104-9370-8FFC-C42190FA60FA}"/>
              </a:ext>
            </a:extLst>
          </p:cNvPr>
          <p:cNvSpPr/>
          <p:nvPr/>
        </p:nvSpPr>
        <p:spPr>
          <a:xfrm>
            <a:off x="1341680" y="2955300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43DCC8A-1E98-B691-1F91-A7B8F33160A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436D13F-0EBE-20F6-F86A-8C95CB21539E}"/>
              </a:ext>
            </a:extLst>
          </p:cNvPr>
          <p:cNvCxnSpPr>
            <a:cxnSpLocks/>
          </p:cNvCxnSpPr>
          <p:nvPr/>
        </p:nvCxnSpPr>
        <p:spPr>
          <a:xfrm>
            <a:off x="2466749" y="31656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2D250E0-6A4B-28CA-2AA7-D43687BFEDA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466748" y="3737193"/>
            <a:ext cx="46405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ACD05E96-A8F1-EEFB-FF6B-6861CC0C4F62}"/>
              </a:ext>
            </a:extLst>
          </p:cNvPr>
          <p:cNvSpPr txBox="1"/>
          <p:nvPr/>
        </p:nvSpPr>
        <p:spPr>
          <a:xfrm>
            <a:off x="2085468" y="3942402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BD19CA1-AFFC-8707-6BE7-A2B9BF58B9B1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5F7C05D-7618-2445-99D7-63DBCD57505D}"/>
              </a:ext>
            </a:extLst>
          </p:cNvPr>
          <p:cNvSpPr txBox="1"/>
          <p:nvPr/>
        </p:nvSpPr>
        <p:spPr>
          <a:xfrm>
            <a:off x="2409248" y="2930308"/>
            <a:ext cx="613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99F5B63-076C-1A43-0773-128846FBC208}"/>
              </a:ext>
            </a:extLst>
          </p:cNvPr>
          <p:cNvSpPr/>
          <p:nvPr/>
        </p:nvSpPr>
        <p:spPr>
          <a:xfrm>
            <a:off x="103782" y="2399504"/>
            <a:ext cx="1005872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98173C-0CF7-82FD-4E29-A4168B8FCF05}"/>
              </a:ext>
            </a:extLst>
          </p:cNvPr>
          <p:cNvSpPr/>
          <p:nvPr/>
        </p:nvSpPr>
        <p:spPr>
          <a:xfrm>
            <a:off x="103782" y="3522242"/>
            <a:ext cx="1005872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58D3F404-EE8D-54DB-5274-E2E7DE428AF7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109654" y="2606992"/>
            <a:ext cx="232026" cy="548333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89FFFB23-6BEC-1104-D042-99224F03621D}"/>
              </a:ext>
            </a:extLst>
          </p:cNvPr>
          <p:cNvCxnSpPr>
            <a:cxnSpLocks/>
            <a:stCxn id="29" idx="3"/>
            <a:endCxn id="14" idx="1"/>
          </p:cNvCxnSpPr>
          <p:nvPr/>
        </p:nvCxnSpPr>
        <p:spPr>
          <a:xfrm flipV="1">
            <a:off x="1109654" y="3155325"/>
            <a:ext cx="232026" cy="5744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2E08861-FED6-B187-E217-176BA56AD2D2}"/>
              </a:ext>
            </a:extLst>
          </p:cNvPr>
          <p:cNvSpPr txBox="1"/>
          <p:nvPr/>
        </p:nvSpPr>
        <p:spPr>
          <a:xfrm>
            <a:off x="464890" y="3006304"/>
            <a:ext cx="750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4B28D57-E8C1-C2C3-AB02-B27F9645B999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253796" y="3165644"/>
            <a:ext cx="1168817" cy="412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62B65B3-3E8F-09A7-EAAB-9ED9D44AB3E0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0626F3E-6F98-D446-6859-330F1704A700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DEBF9FC-BE3C-44F0-E0C9-F3C8FDD72B0C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CE6F8EE-B50E-F89E-FA82-1836291366FC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540F0EC-645F-6666-5084-3CD573916AB8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2ECF477-2EE9-17DE-977E-F3BB38E838CB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C8F2F35-6163-5F26-B0E8-D5DDE77FB7DB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D16E451-A212-2F9D-5FF1-6C01FE2DCB6E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148D5AA-D42D-6317-3208-F5851408E502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A8E3CAB-2399-2CDB-881C-0BCD8C29CF7C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7F58B559-070C-F0A4-0B79-B4428ECDDBEA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DDFED2FA-B878-915E-984C-FDDF37F9C4F7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ECCC4E5-4B40-ACE8-344C-646C8BDBE36D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A3204820-77D0-7999-4B4E-58E58B0ABCB3}"/>
              </a:ext>
            </a:extLst>
          </p:cNvPr>
          <p:cNvSpPr/>
          <p:nvPr/>
        </p:nvSpPr>
        <p:spPr>
          <a:xfrm>
            <a:off x="4934098" y="1575114"/>
            <a:ext cx="4111711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ED7D404-38B0-8C7B-C87F-5CCB61E698BB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3215493-4D08-DEC8-C3CF-C3D8CD81F209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5BDE6C0A-1651-05CA-0A31-03DE8FCA2099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C207F86C-CF32-14DB-AF9E-3AD9878BD89C}"/>
              </a:ext>
            </a:extLst>
          </p:cNvPr>
          <p:cNvCxnSpPr>
            <a:cxnSpLocks/>
            <a:stCxn id="58" idx="3"/>
            <a:endCxn id="201" idx="1"/>
          </p:cNvCxnSpPr>
          <p:nvPr/>
        </p:nvCxnSpPr>
        <p:spPr>
          <a:xfrm flipV="1">
            <a:off x="8735613" y="3184197"/>
            <a:ext cx="912832" cy="1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E42E3699-693C-6732-07A3-BE9DB92E8DA2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E3EE3648-E4C1-8602-EB75-9DC923BEC608}"/>
              </a:ext>
            </a:extLst>
          </p:cNvPr>
          <p:cNvSpPr/>
          <p:nvPr/>
        </p:nvSpPr>
        <p:spPr>
          <a:xfrm>
            <a:off x="9648445" y="2505800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2CAD5EB6-182D-BD90-E2FA-21F40A3D7730}"/>
              </a:ext>
            </a:extLst>
          </p:cNvPr>
          <p:cNvSpPr/>
          <p:nvPr/>
        </p:nvSpPr>
        <p:spPr>
          <a:xfrm rot="5400000">
            <a:off x="9437865" y="293199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8C281338-43A5-B181-E4F0-3A19980D9C13}"/>
              </a:ext>
            </a:extLst>
          </p:cNvPr>
          <p:cNvSpPr/>
          <p:nvPr/>
        </p:nvSpPr>
        <p:spPr>
          <a:xfrm rot="5400000">
            <a:off x="10313882" y="293094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8EF9A007-CD8E-ED0D-B192-06E8D2AEE4A0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74398" y="3196461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E2B0E067-4F61-CF5C-B6C7-560823EA243F}"/>
              </a:ext>
            </a:extLst>
          </p:cNvPr>
          <p:cNvCxnSpPr>
            <a:cxnSpLocks/>
          </p:cNvCxnSpPr>
          <p:nvPr/>
        </p:nvCxnSpPr>
        <p:spPr>
          <a:xfrm>
            <a:off x="11134736" y="3202425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2151A115-CBB9-F554-07F9-DADCDFA5C1B7}"/>
              </a:ext>
            </a:extLst>
          </p:cNvPr>
          <p:cNvSpPr txBox="1"/>
          <p:nvPr/>
        </p:nvSpPr>
        <p:spPr>
          <a:xfrm>
            <a:off x="11238342" y="2908054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7EBC045F-BDC3-2188-144B-58AB8D299E13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AC8D94FB-7E6A-DA3B-FCFD-16A80B44151A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2408CD10-E888-E28E-E3DC-006DCA25AA42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BE22B9C2-F6D4-57D3-52CE-B8EA4287C103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13E06B-D291-32B2-6460-86B7B27F0372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A7E1C8-DD83-0D86-8F8F-B07194135E2C}"/>
              </a:ext>
            </a:extLst>
          </p:cNvPr>
          <p:cNvSpPr/>
          <p:nvPr/>
        </p:nvSpPr>
        <p:spPr>
          <a:xfrm>
            <a:off x="5422613" y="2987237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71A5B8-6632-EB19-D972-343AA93E327C}"/>
              </a:ext>
            </a:extLst>
          </p:cNvPr>
          <p:cNvSpPr/>
          <p:nvPr/>
        </p:nvSpPr>
        <p:spPr>
          <a:xfrm>
            <a:off x="5422613" y="208886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B38620-76FC-89E6-FD78-7FC52EC14F1F}"/>
              </a:ext>
            </a:extLst>
          </p:cNvPr>
          <p:cNvSpPr/>
          <p:nvPr/>
        </p:nvSpPr>
        <p:spPr>
          <a:xfrm>
            <a:off x="5430659" y="388561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A29CD45-9038-81E5-6F03-9CFD831B885C}"/>
              </a:ext>
            </a:extLst>
          </p:cNvPr>
          <p:cNvSpPr txBox="1"/>
          <p:nvPr/>
        </p:nvSpPr>
        <p:spPr>
          <a:xfrm>
            <a:off x="4098060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7CF96FB-71D2-1DCB-B41C-14E21FAD627F}"/>
              </a:ext>
            </a:extLst>
          </p:cNvPr>
          <p:cNvSpPr/>
          <p:nvPr/>
        </p:nvSpPr>
        <p:spPr>
          <a:xfrm>
            <a:off x="5309900" y="1952547"/>
            <a:ext cx="1042518" cy="2449239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2C2C5DE-A08D-1680-90BF-30C2B135C5C8}"/>
              </a:ext>
            </a:extLst>
          </p:cNvPr>
          <p:cNvSpPr/>
          <p:nvPr/>
        </p:nvSpPr>
        <p:spPr>
          <a:xfrm>
            <a:off x="6596025" y="1952546"/>
            <a:ext cx="1042518" cy="244923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F9D499-9EE4-9AFD-62BE-6F5A4E67AAF3}"/>
              </a:ext>
            </a:extLst>
          </p:cNvPr>
          <p:cNvSpPr/>
          <p:nvPr/>
        </p:nvSpPr>
        <p:spPr>
          <a:xfrm>
            <a:off x="6693508" y="2364784"/>
            <a:ext cx="825612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11unit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window per unit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3EFE6523-2377-0981-ED42-E58B10158717}"/>
              </a:ext>
            </a:extLst>
          </p:cNvPr>
          <p:cNvCxnSpPr>
            <a:cxnSpLocks/>
          </p:cNvCxnSpPr>
          <p:nvPr/>
        </p:nvCxnSpPr>
        <p:spPr>
          <a:xfrm>
            <a:off x="6236622" y="2267268"/>
            <a:ext cx="464932" cy="456671"/>
          </a:xfrm>
          <a:prstGeom prst="bentConnector3">
            <a:avLst>
              <a:gd name="adj1" fmla="val 48634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9F860B0D-7D0F-0CF1-BF9E-2325C6A260D2}"/>
              </a:ext>
            </a:extLst>
          </p:cNvPr>
          <p:cNvCxnSpPr>
            <a:cxnSpLocks/>
            <a:stCxn id="6" idx="3"/>
            <a:endCxn id="30" idx="1"/>
          </p:cNvCxnSpPr>
          <p:nvPr/>
        </p:nvCxnSpPr>
        <p:spPr>
          <a:xfrm flipV="1">
            <a:off x="6228576" y="2723940"/>
            <a:ext cx="464932" cy="441704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19EA86F0-96E1-6C27-9985-4AF9FC18C59F}"/>
              </a:ext>
            </a:extLst>
          </p:cNvPr>
          <p:cNvSpPr txBox="1"/>
          <p:nvPr/>
        </p:nvSpPr>
        <p:spPr>
          <a:xfrm>
            <a:off x="6173116" y="2030615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8647975-63F7-FE26-447E-32EA07C8316F}"/>
              </a:ext>
            </a:extLst>
          </p:cNvPr>
          <p:cNvSpPr txBox="1"/>
          <p:nvPr/>
        </p:nvSpPr>
        <p:spPr>
          <a:xfrm>
            <a:off x="6186080" y="3141483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A74204E-CD3B-EED3-C775-CF732C6F555A}"/>
              </a:ext>
            </a:extLst>
          </p:cNvPr>
          <p:cNvSpPr/>
          <p:nvPr/>
        </p:nvSpPr>
        <p:spPr>
          <a:xfrm>
            <a:off x="6701554" y="3885612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2D90231-6B4B-D5FD-D07E-85C76CEFAA90}"/>
              </a:ext>
            </a:extLst>
          </p:cNvPr>
          <p:cNvCxnSpPr>
            <a:cxnSpLocks/>
            <a:stCxn id="15" idx="3"/>
            <a:endCxn id="46" idx="1"/>
          </p:cNvCxnSpPr>
          <p:nvPr/>
        </p:nvCxnSpPr>
        <p:spPr>
          <a:xfrm>
            <a:off x="6236622" y="4064019"/>
            <a:ext cx="4649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B384E2B0-5A65-05F3-9FC8-AE5AED354DFC}"/>
              </a:ext>
            </a:extLst>
          </p:cNvPr>
          <p:cNvSpPr txBox="1"/>
          <p:nvPr/>
        </p:nvSpPr>
        <p:spPr>
          <a:xfrm>
            <a:off x="6231477" y="3747112"/>
            <a:ext cx="508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44ADD33-A889-939C-8747-B3B002345279}"/>
              </a:ext>
            </a:extLst>
          </p:cNvPr>
          <p:cNvSpPr txBox="1"/>
          <p:nvPr/>
        </p:nvSpPr>
        <p:spPr>
          <a:xfrm>
            <a:off x="5479395" y="443255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61C2B4F-F896-EBED-C01E-E063C6B16230}"/>
              </a:ext>
            </a:extLst>
          </p:cNvPr>
          <p:cNvSpPr txBox="1"/>
          <p:nvPr/>
        </p:nvSpPr>
        <p:spPr>
          <a:xfrm>
            <a:off x="6755268" y="442423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070C5445-3DEB-1D19-6D97-2ED1C3B228F5}"/>
              </a:ext>
            </a:extLst>
          </p:cNvPr>
          <p:cNvSpPr/>
          <p:nvPr/>
        </p:nvSpPr>
        <p:spPr>
          <a:xfrm>
            <a:off x="7801548" y="1959579"/>
            <a:ext cx="1042518" cy="2449239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312E51F-6654-8A64-E0EA-1E9351A0E040}"/>
              </a:ext>
            </a:extLst>
          </p:cNvPr>
          <p:cNvSpPr/>
          <p:nvPr/>
        </p:nvSpPr>
        <p:spPr>
          <a:xfrm>
            <a:off x="7910001" y="2825042"/>
            <a:ext cx="825612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unit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 sum + 1 bias per unit)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097E4C0E-E174-F6E1-78B8-81C969C9893C}"/>
              </a:ext>
            </a:extLst>
          </p:cNvPr>
          <p:cNvCxnSpPr>
            <a:cxnSpLocks/>
            <a:stCxn id="30" idx="3"/>
            <a:endCxn id="58" idx="1"/>
          </p:cNvCxnSpPr>
          <p:nvPr/>
        </p:nvCxnSpPr>
        <p:spPr>
          <a:xfrm>
            <a:off x="7519120" y="2723940"/>
            <a:ext cx="390881" cy="460258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8E2EFE4E-FCE2-991E-E4D7-20BDDCFBDAF4}"/>
              </a:ext>
            </a:extLst>
          </p:cNvPr>
          <p:cNvCxnSpPr>
            <a:cxnSpLocks/>
            <a:stCxn id="46" idx="3"/>
            <a:endCxn id="58" idx="1"/>
          </p:cNvCxnSpPr>
          <p:nvPr/>
        </p:nvCxnSpPr>
        <p:spPr>
          <a:xfrm flipV="1">
            <a:off x="7499471" y="3184198"/>
            <a:ext cx="410530" cy="879821"/>
          </a:xfrm>
          <a:prstGeom prst="bentConnector3">
            <a:avLst>
              <a:gd name="adj1" fmla="val 5232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CBDBD7F-7F5A-49DA-55D8-0AF3914BCEFB}"/>
              </a:ext>
            </a:extLst>
          </p:cNvPr>
          <p:cNvSpPr txBox="1"/>
          <p:nvPr/>
        </p:nvSpPr>
        <p:spPr>
          <a:xfrm>
            <a:off x="7455400" y="2446940"/>
            <a:ext cx="8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11x1216bit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CDA31DB-665A-F75E-3AA5-6A655D66DF9A}"/>
              </a:ext>
            </a:extLst>
          </p:cNvPr>
          <p:cNvSpPr txBox="1"/>
          <p:nvPr/>
        </p:nvSpPr>
        <p:spPr>
          <a:xfrm>
            <a:off x="7450632" y="3779050"/>
            <a:ext cx="508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89C1E41-D244-9B2D-BE45-9D0559F7BAD1}"/>
              </a:ext>
            </a:extLst>
          </p:cNvPr>
          <p:cNvSpPr txBox="1"/>
          <p:nvPr/>
        </p:nvSpPr>
        <p:spPr>
          <a:xfrm>
            <a:off x="7911039" y="4446703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</a:t>
            </a:r>
          </a:p>
        </p:txBody>
      </p:sp>
    </p:spTree>
    <p:extLst>
      <p:ext uri="{BB962C8B-B14F-4D97-AF65-F5344CB8AC3E}">
        <p14:creationId xmlns:p14="http://schemas.microsoft.com/office/powerpoint/2010/main" val="45004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7ED5F-827C-306C-4687-8674A16E8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BDB61F-30D7-FE2A-B4EE-1284558AE898}"/>
              </a:ext>
            </a:extLst>
          </p:cNvPr>
          <p:cNvSpPr txBox="1"/>
          <p:nvPr/>
        </p:nvSpPr>
        <p:spPr>
          <a:xfrm>
            <a:off x="540045" y="1123055"/>
            <a:ext cx="6149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379BDF0-9538-9CB0-ED78-157DB3896C94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4489786-17DD-2B73-AC36-0C317E438CBC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6D4525C-3BF7-6DD3-3706-5FA3AE177380}"/>
              </a:ext>
            </a:extLst>
          </p:cNvPr>
          <p:cNvCxnSpPr>
            <a:cxnSpLocks/>
          </p:cNvCxnSpPr>
          <p:nvPr/>
        </p:nvCxnSpPr>
        <p:spPr>
          <a:xfrm flipV="1">
            <a:off x="1446742" y="2398907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035A0B2-F95F-B2E9-5BCD-5D4C110EC822}"/>
              </a:ext>
            </a:extLst>
          </p:cNvPr>
          <p:cNvCxnSpPr>
            <a:cxnSpLocks/>
          </p:cNvCxnSpPr>
          <p:nvPr/>
        </p:nvCxnSpPr>
        <p:spPr>
          <a:xfrm>
            <a:off x="3244850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C0EE08A-7971-B5B3-25D5-5D4E7E7293B3}"/>
              </a:ext>
            </a:extLst>
          </p:cNvPr>
          <p:cNvSpPr txBox="1"/>
          <p:nvPr/>
        </p:nvSpPr>
        <p:spPr>
          <a:xfrm>
            <a:off x="4756413" y="3472733"/>
            <a:ext cx="354938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首建工作集且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shadow_cache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中取数据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工作集存在，且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pos=current_pos+1</a:t>
            </a:r>
          </a:p>
          <a:p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如果预取有效，则旧行滚动，新行插入，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更新，预取有效信号置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；否则判定失败</a:t>
            </a: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一般来说不会有这个情况，直接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PASS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1FBF99-B2CE-2546-756E-7E6C22996DEB}"/>
              </a:ext>
            </a:extLst>
          </p:cNvPr>
          <p:cNvSpPr txBox="1"/>
          <p:nvPr/>
        </p:nvSpPr>
        <p:spPr>
          <a:xfrm>
            <a:off x="932041" y="3992943"/>
            <a:ext cx="31637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BFC55FE-833E-FC97-2867-C03CE9F3C6FC}"/>
              </a:ext>
            </a:extLst>
          </p:cNvPr>
          <p:cNvCxnSpPr>
            <a:cxnSpLocks/>
          </p:cNvCxnSpPr>
          <p:nvPr/>
        </p:nvCxnSpPr>
        <p:spPr>
          <a:xfrm flipV="1">
            <a:off x="3244850" y="295309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AAEB2D2E-7CF9-CA8B-FF67-C99F01D0C899}"/>
              </a:ext>
            </a:extLst>
          </p:cNvPr>
          <p:cNvCxnSpPr>
            <a:cxnSpLocks/>
          </p:cNvCxnSpPr>
          <p:nvPr/>
        </p:nvCxnSpPr>
        <p:spPr>
          <a:xfrm>
            <a:off x="5042957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BDEA30A4-6EF8-C7DC-71B7-01290EDF2C52}"/>
              </a:ext>
            </a:extLst>
          </p:cNvPr>
          <p:cNvCxnSpPr>
            <a:cxnSpLocks/>
          </p:cNvCxnSpPr>
          <p:nvPr/>
        </p:nvCxnSpPr>
        <p:spPr>
          <a:xfrm flipV="1">
            <a:off x="5042958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2C63A4EC-C42C-024A-7E62-9261F17DF73C}"/>
              </a:ext>
            </a:extLst>
          </p:cNvPr>
          <p:cNvCxnSpPr>
            <a:cxnSpLocks/>
          </p:cNvCxnSpPr>
          <p:nvPr/>
        </p:nvCxnSpPr>
        <p:spPr>
          <a:xfrm>
            <a:off x="6841065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D63B743-FD0C-9EAA-F734-B5EAC86E34B3}"/>
              </a:ext>
            </a:extLst>
          </p:cNvPr>
          <p:cNvCxnSpPr>
            <a:cxnSpLocks/>
          </p:cNvCxnSpPr>
          <p:nvPr/>
        </p:nvCxnSpPr>
        <p:spPr>
          <a:xfrm flipV="1">
            <a:off x="6841065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64E95658-7035-5B2E-720F-F56EA8C415CB}"/>
              </a:ext>
            </a:extLst>
          </p:cNvPr>
          <p:cNvCxnSpPr>
            <a:cxnSpLocks/>
          </p:cNvCxnSpPr>
          <p:nvPr/>
        </p:nvCxnSpPr>
        <p:spPr>
          <a:xfrm>
            <a:off x="8639172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C8498CFA-F495-20B8-99E2-9FE46F2126E9}"/>
              </a:ext>
            </a:extLst>
          </p:cNvPr>
          <p:cNvCxnSpPr>
            <a:cxnSpLocks/>
          </p:cNvCxnSpPr>
          <p:nvPr/>
        </p:nvCxnSpPr>
        <p:spPr>
          <a:xfrm flipV="1">
            <a:off x="8639172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3BBB3E2-88F3-92D8-3F36-3403D4D6CEBF}"/>
              </a:ext>
            </a:extLst>
          </p:cNvPr>
          <p:cNvCxnSpPr>
            <a:cxnSpLocks/>
          </p:cNvCxnSpPr>
          <p:nvPr/>
        </p:nvCxnSpPr>
        <p:spPr>
          <a:xfrm>
            <a:off x="10437280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63C6A574-41B7-9F6C-BF3B-FB1EB61BEFE7}"/>
              </a:ext>
            </a:extLst>
          </p:cNvPr>
          <p:cNvCxnSpPr>
            <a:cxnSpLocks/>
          </p:cNvCxnSpPr>
          <p:nvPr/>
        </p:nvCxnSpPr>
        <p:spPr>
          <a:xfrm flipV="1">
            <a:off x="10437281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80CB28C-7DBA-8CA9-2E84-CE162544A19B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37FFD78A-8047-4AF4-8547-6B34D192067D}"/>
              </a:ext>
            </a:extLst>
          </p:cNvPr>
          <p:cNvSpPr txBox="1"/>
          <p:nvPr/>
        </p:nvSpPr>
        <p:spPr>
          <a:xfrm>
            <a:off x="1692824" y="1872029"/>
            <a:ext cx="224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FC093A49-6528-8C2A-D347-DC7F03EABFE4}"/>
              </a:ext>
            </a:extLst>
          </p:cNvPr>
          <p:cNvCxnSpPr>
            <a:cxnSpLocks/>
          </p:cNvCxnSpPr>
          <p:nvPr/>
        </p:nvCxnSpPr>
        <p:spPr>
          <a:xfrm>
            <a:off x="5042957" y="237299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159E275C-3274-7477-DCA1-EE912E964CDB}"/>
              </a:ext>
            </a:extLst>
          </p:cNvPr>
          <p:cNvSpPr txBox="1"/>
          <p:nvPr/>
        </p:nvSpPr>
        <p:spPr>
          <a:xfrm>
            <a:off x="932041" y="3478018"/>
            <a:ext cx="1849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start_consume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开始消费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8B7936F-4D70-C493-D84E-8B2F437C1D7F}"/>
              </a:ext>
            </a:extLst>
          </p:cNvPr>
          <p:cNvSpPr/>
          <p:nvPr/>
        </p:nvSpPr>
        <p:spPr>
          <a:xfrm>
            <a:off x="7247924" y="599482"/>
            <a:ext cx="4621097" cy="857003"/>
          </a:xfrm>
          <a:prstGeom prst="rect">
            <a:avLst/>
          </a:prstGeom>
          <a:solidFill>
            <a:srgbClr val="7030A0">
              <a:alpha val="2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8D75FB7-D3A6-F944-36EC-FBF1364CB227}"/>
              </a:ext>
            </a:extLst>
          </p:cNvPr>
          <p:cNvSpPr txBox="1"/>
          <p:nvPr/>
        </p:nvSpPr>
        <p:spPr>
          <a:xfrm>
            <a:off x="7336113" y="617453"/>
            <a:ext cx="4422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相比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直接把所有输入参数存在片上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中，这个版本只存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14x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阵列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+2x10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预取行缓存，节省了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14/30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约等于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50%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1A3B70-7781-2EF4-7E04-60779A39360A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34295887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9E3D6-87D8-71C3-2AE9-EA02D71E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169DDF5F-C602-27C8-BDAF-E5B6862781D6}"/>
              </a:ext>
            </a:extLst>
          </p:cNvPr>
          <p:cNvSpPr/>
          <p:nvPr/>
        </p:nvSpPr>
        <p:spPr>
          <a:xfrm>
            <a:off x="767016" y="3712211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A7BD1BF-8169-BB0B-7BAD-20FEAED7F15C}"/>
              </a:ext>
            </a:extLst>
          </p:cNvPr>
          <p:cNvSpPr/>
          <p:nvPr/>
        </p:nvSpPr>
        <p:spPr>
          <a:xfrm>
            <a:off x="3512086" y="3439428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28E95C-844C-7F2D-457A-25F789BE7660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时序模型：预取逻辑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34EA021-638C-31DE-3672-B706B069AD08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8B6E431-DB6D-E9F4-31DA-B487B258F1DC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4ECD05F-73C2-4F68-0847-3A416E780910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A54945F-5486-BB96-E103-3695E0CFAE12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C86B0FAB-E9E4-BDC2-0B6D-8AB379776C32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ED35698-420B-C695-3714-23E1EC53D79A}"/>
              </a:ext>
            </a:extLst>
          </p:cNvPr>
          <p:cNvSpPr txBox="1"/>
          <p:nvPr/>
        </p:nvSpPr>
        <p:spPr>
          <a:xfrm>
            <a:off x="932041" y="1658690"/>
            <a:ext cx="5760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工作集加载成功，当前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pos&lt;8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时进入预取逻辑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0A381E-5543-3FBD-ABE0-131638CA6BAB}"/>
              </a:ext>
            </a:extLst>
          </p:cNvPr>
          <p:cNvSpPr txBox="1"/>
          <p:nvPr/>
        </p:nvSpPr>
        <p:spPr>
          <a:xfrm>
            <a:off x="777639" y="2044646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6DD2A2-E853-837F-4CD3-C786AB5DF777}"/>
              </a:ext>
            </a:extLst>
          </p:cNvPr>
          <p:cNvSpPr txBox="1"/>
          <p:nvPr/>
        </p:nvSpPr>
        <p:spPr>
          <a:xfrm>
            <a:off x="767017" y="3703627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00EF9F-94A9-C7D3-541F-71ACD76D8B4B}"/>
              </a:ext>
            </a:extLst>
          </p:cNvPr>
          <p:cNvSpPr txBox="1"/>
          <p:nvPr/>
        </p:nvSpPr>
        <p:spPr>
          <a:xfrm>
            <a:off x="3444209" y="2028799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E392CCE-8FAA-6958-D657-6D92AA1FB7D6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65ED414-78C0-6DBF-F66A-D73C6A448B9B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5AFCE55-EB61-41D9-CBEF-64F8A3BCE46F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818666A-9F9E-EADD-6E35-1CB86DDE21A6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7F0DD14-37FE-5457-E920-2D6033EEC8A6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74003E0-B257-C25A-8B1F-83FA6EE3FBAE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87F0C18-C7AA-4898-6FFA-A12574BE6D6B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956F14E-4203-4260-8F89-A49613BF62EC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66D6E9D-1AA4-49E9-317D-CD528E9F53F3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1F3B8DB-6733-FC21-E582-364106CB8466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05DF570-8F78-CD60-B704-FBC62A098384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53418B1-F89A-44D8-1099-C3A9B05EC567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5600DB2-3F41-245A-5830-D5759B6A8DFB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6C08EA6-3FDB-11E6-1471-2AECC4428A76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03BF9F1D-89FB-C685-86E0-5EBF3EC4799D}"/>
              </a:ext>
            </a:extLst>
          </p:cNvPr>
          <p:cNvSpPr txBox="1"/>
          <p:nvPr/>
        </p:nvSpPr>
        <p:spPr>
          <a:xfrm>
            <a:off x="3492872" y="3453214"/>
            <a:ext cx="2128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13CB66A-2189-1E30-309F-8B938E577C0E}"/>
              </a:ext>
            </a:extLst>
          </p:cNvPr>
          <p:cNvSpPr txBox="1"/>
          <p:nvPr/>
        </p:nvSpPr>
        <p:spPr>
          <a:xfrm>
            <a:off x="4024232" y="3101929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902251-827C-6C39-1570-298E43F70B6E}"/>
              </a:ext>
            </a:extLst>
          </p:cNvPr>
          <p:cNvSpPr/>
          <p:nvPr/>
        </p:nvSpPr>
        <p:spPr>
          <a:xfrm>
            <a:off x="3533372" y="4477113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AE8E920-1B5E-5661-C698-D074E3305CE6}"/>
              </a:ext>
            </a:extLst>
          </p:cNvPr>
          <p:cNvSpPr txBox="1"/>
          <p:nvPr/>
        </p:nvSpPr>
        <p:spPr>
          <a:xfrm>
            <a:off x="4062623" y="4180786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59C3DF5-577C-653C-4506-3CE5D85C87CA}"/>
              </a:ext>
            </a:extLst>
          </p:cNvPr>
          <p:cNvSpPr txBox="1"/>
          <p:nvPr/>
        </p:nvSpPr>
        <p:spPr>
          <a:xfrm>
            <a:off x="3533369" y="4484668"/>
            <a:ext cx="2248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根据上一拍的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88708FB-E271-944B-5E0F-400BFDDFE8AC}"/>
              </a:ext>
            </a:extLst>
          </p:cNvPr>
          <p:cNvSpPr/>
          <p:nvPr/>
        </p:nvSpPr>
        <p:spPr>
          <a:xfrm>
            <a:off x="3533372" y="5442557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E2F36A3-CFCB-D5EB-1387-6FB3437382AD}"/>
              </a:ext>
            </a:extLst>
          </p:cNvPr>
          <p:cNvSpPr txBox="1"/>
          <p:nvPr/>
        </p:nvSpPr>
        <p:spPr>
          <a:xfrm>
            <a:off x="3492871" y="5453454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F358B44-14ED-2106-CD78-492C240ABC18}"/>
              </a:ext>
            </a:extLst>
          </p:cNvPr>
          <p:cNvSpPr txBox="1"/>
          <p:nvPr/>
        </p:nvSpPr>
        <p:spPr>
          <a:xfrm>
            <a:off x="1961441" y="3379983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D247989-11D6-45B9-A3E2-C4BB6BD6F9F2}"/>
              </a:ext>
            </a:extLst>
          </p:cNvPr>
          <p:cNvSpPr/>
          <p:nvPr/>
        </p:nvSpPr>
        <p:spPr>
          <a:xfrm>
            <a:off x="6139331" y="3429001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A7B2D1F-19B6-C5D2-596B-47DB01C02423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051B3515-1510-A534-EA76-C2461D65BA93}"/>
              </a:ext>
            </a:extLst>
          </p:cNvPr>
          <p:cNvSpPr txBox="1"/>
          <p:nvPr/>
        </p:nvSpPr>
        <p:spPr>
          <a:xfrm>
            <a:off x="6614962" y="310977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4BE0065-D225-B26D-1CD5-BF50EF3213D3}"/>
              </a:ext>
            </a:extLst>
          </p:cNvPr>
          <p:cNvSpPr txBox="1"/>
          <p:nvPr/>
        </p:nvSpPr>
        <p:spPr>
          <a:xfrm>
            <a:off x="6139330" y="3428999"/>
            <a:ext cx="2329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取数据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349F72F-5087-3975-5483-C72D7602BAE8}"/>
              </a:ext>
            </a:extLst>
          </p:cNvPr>
          <p:cNvSpPr txBox="1"/>
          <p:nvPr/>
        </p:nvSpPr>
        <p:spPr>
          <a:xfrm>
            <a:off x="6039100" y="2028799"/>
            <a:ext cx="2933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，预取第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4AEC044-530F-AFBA-86EB-F0F2ADC00EDA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7CF1A688-8D64-B381-4D63-6709EA722429}"/>
              </a:ext>
            </a:extLst>
          </p:cNvPr>
          <p:cNvSpPr txBox="1"/>
          <p:nvPr/>
        </p:nvSpPr>
        <p:spPr>
          <a:xfrm>
            <a:off x="10188274" y="3226095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42091DF-7426-4991-8464-A6F7D4087C8B}"/>
              </a:ext>
            </a:extLst>
          </p:cNvPr>
          <p:cNvSpPr/>
          <p:nvPr/>
        </p:nvSpPr>
        <p:spPr>
          <a:xfrm>
            <a:off x="8930247" y="3574126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E3914B1-3207-40A2-091A-9506C578E9FE}"/>
              </a:ext>
            </a:extLst>
          </p:cNvPr>
          <p:cNvSpPr txBox="1"/>
          <p:nvPr/>
        </p:nvSpPr>
        <p:spPr>
          <a:xfrm>
            <a:off x="8972165" y="3595244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3A9DF3-3223-D919-2E32-603F98F62309}"/>
              </a:ext>
            </a:extLst>
          </p:cNvPr>
          <p:cNvSpPr txBox="1"/>
          <p:nvPr/>
        </p:nvSpPr>
        <p:spPr>
          <a:xfrm>
            <a:off x="6756279" y="4180784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A944DD-9C47-C8C9-2623-5340DC2ABBA7}"/>
              </a:ext>
            </a:extLst>
          </p:cNvPr>
          <p:cNvSpPr/>
          <p:nvPr/>
        </p:nvSpPr>
        <p:spPr>
          <a:xfrm>
            <a:off x="6139331" y="4477112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7EC7C2-F1CA-F6F4-099C-508ADF3FF43E}"/>
              </a:ext>
            </a:extLst>
          </p:cNvPr>
          <p:cNvSpPr txBox="1"/>
          <p:nvPr/>
        </p:nvSpPr>
        <p:spPr>
          <a:xfrm>
            <a:off x="6136456" y="4513791"/>
            <a:ext cx="2210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每周期置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无效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C28E82-D209-A63A-B9E8-B285DD1B2FDD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22034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5D40-246B-F984-EF33-D29287B66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AFB1AA1-5A4B-463C-BCED-CD5F14B06BBC}"/>
              </a:ext>
            </a:extLst>
          </p:cNvPr>
          <p:cNvSpPr txBox="1"/>
          <p:nvPr/>
        </p:nvSpPr>
        <p:spPr>
          <a:xfrm>
            <a:off x="540046" y="1123055"/>
            <a:ext cx="61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时序模型：预取逻辑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D4272DD-C9AA-25D0-27EE-2A0DCBCB4AAD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DB39416-3AB8-D005-1088-EAF0DF30696D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4304B2A-8DE6-58AC-3C92-7A6830436A32}"/>
              </a:ext>
            </a:extLst>
          </p:cNvPr>
          <p:cNvCxnSpPr>
            <a:cxnSpLocks/>
          </p:cNvCxnSpPr>
          <p:nvPr/>
        </p:nvCxnSpPr>
        <p:spPr>
          <a:xfrm flipV="1">
            <a:off x="1446742" y="241035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B5B1401-D941-2A00-4F94-D245B71AA914}"/>
              </a:ext>
            </a:extLst>
          </p:cNvPr>
          <p:cNvCxnSpPr>
            <a:cxnSpLocks/>
          </p:cNvCxnSpPr>
          <p:nvPr/>
        </p:nvCxnSpPr>
        <p:spPr>
          <a:xfrm>
            <a:off x="2735486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4CC5EA7-304E-D9F9-C689-BFBA5E24A0E5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DF0C470-ADBA-3BB5-3377-1ACCAF5560FA}"/>
              </a:ext>
            </a:extLst>
          </p:cNvPr>
          <p:cNvSpPr txBox="1"/>
          <p:nvPr/>
        </p:nvSpPr>
        <p:spPr>
          <a:xfrm>
            <a:off x="932041" y="1658690"/>
            <a:ext cx="5760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工作集加载成功，当前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pos&lt;8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时进入预取逻辑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1AAFD24-4990-4B70-166D-FD060EBEB806}"/>
              </a:ext>
            </a:extLst>
          </p:cNvPr>
          <p:cNvCxnSpPr>
            <a:cxnSpLocks/>
          </p:cNvCxnSpPr>
          <p:nvPr/>
        </p:nvCxnSpPr>
        <p:spPr>
          <a:xfrm flipV="1">
            <a:off x="2752322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1D06CF4-C9B1-798E-E346-7B5B0693DCAC}"/>
              </a:ext>
            </a:extLst>
          </p:cNvPr>
          <p:cNvCxnSpPr>
            <a:cxnSpLocks/>
          </p:cNvCxnSpPr>
          <p:nvPr/>
        </p:nvCxnSpPr>
        <p:spPr>
          <a:xfrm>
            <a:off x="4013448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3B64D72-2A9D-9EF5-5FAF-F0B0FBB726A9}"/>
              </a:ext>
            </a:extLst>
          </p:cNvPr>
          <p:cNvCxnSpPr>
            <a:cxnSpLocks/>
          </p:cNvCxnSpPr>
          <p:nvPr/>
        </p:nvCxnSpPr>
        <p:spPr>
          <a:xfrm flipV="1">
            <a:off x="4013449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0C282E7-6D80-C640-FB09-F4C85895E0C7}"/>
              </a:ext>
            </a:extLst>
          </p:cNvPr>
          <p:cNvCxnSpPr>
            <a:cxnSpLocks/>
          </p:cNvCxnSpPr>
          <p:nvPr/>
        </p:nvCxnSpPr>
        <p:spPr>
          <a:xfrm>
            <a:off x="5302192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7B95DB8-2DD7-026B-FC25-53531DBFEF36}"/>
              </a:ext>
            </a:extLst>
          </p:cNvPr>
          <p:cNvCxnSpPr>
            <a:cxnSpLocks/>
          </p:cNvCxnSpPr>
          <p:nvPr/>
        </p:nvCxnSpPr>
        <p:spPr>
          <a:xfrm flipV="1">
            <a:off x="5319027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2CEFDF8-28B3-3750-72BE-CE1B71B68F7F}"/>
              </a:ext>
            </a:extLst>
          </p:cNvPr>
          <p:cNvCxnSpPr>
            <a:cxnSpLocks/>
          </p:cNvCxnSpPr>
          <p:nvPr/>
        </p:nvCxnSpPr>
        <p:spPr>
          <a:xfrm>
            <a:off x="6607771" y="239890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04626AF-2766-9BAE-2CCD-CB7854F92D4C}"/>
              </a:ext>
            </a:extLst>
          </p:cNvPr>
          <p:cNvCxnSpPr>
            <a:cxnSpLocks/>
          </p:cNvCxnSpPr>
          <p:nvPr/>
        </p:nvCxnSpPr>
        <p:spPr>
          <a:xfrm flipV="1">
            <a:off x="6607771" y="241035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449F626-A404-7239-299C-FA9053AD70C2}"/>
              </a:ext>
            </a:extLst>
          </p:cNvPr>
          <p:cNvCxnSpPr>
            <a:cxnSpLocks/>
          </p:cNvCxnSpPr>
          <p:nvPr/>
        </p:nvCxnSpPr>
        <p:spPr>
          <a:xfrm>
            <a:off x="7896515" y="2410359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767AD8B-8109-0326-4843-218BE14728AA}"/>
              </a:ext>
            </a:extLst>
          </p:cNvPr>
          <p:cNvCxnSpPr>
            <a:cxnSpLocks/>
          </p:cNvCxnSpPr>
          <p:nvPr/>
        </p:nvCxnSpPr>
        <p:spPr>
          <a:xfrm flipV="1">
            <a:off x="7913350" y="2981299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DD2E04B-0C19-080A-DF65-5E0789B8FEC4}"/>
              </a:ext>
            </a:extLst>
          </p:cNvPr>
          <p:cNvCxnSpPr>
            <a:cxnSpLocks/>
          </p:cNvCxnSpPr>
          <p:nvPr/>
        </p:nvCxnSpPr>
        <p:spPr>
          <a:xfrm>
            <a:off x="9174477" y="239369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842BAF1-3FF4-D9FA-F522-FDDAAD1AE759}"/>
              </a:ext>
            </a:extLst>
          </p:cNvPr>
          <p:cNvCxnSpPr>
            <a:cxnSpLocks/>
          </p:cNvCxnSpPr>
          <p:nvPr/>
        </p:nvCxnSpPr>
        <p:spPr>
          <a:xfrm flipV="1">
            <a:off x="9174478" y="240514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EDCA98F-9619-0F7F-324F-3D1D781A08A5}"/>
              </a:ext>
            </a:extLst>
          </p:cNvPr>
          <p:cNvCxnSpPr>
            <a:cxnSpLocks/>
          </p:cNvCxnSpPr>
          <p:nvPr/>
        </p:nvCxnSpPr>
        <p:spPr>
          <a:xfrm>
            <a:off x="10463221" y="240514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7E531CC-2C34-1415-BE83-6AB7CF92CF0A}"/>
              </a:ext>
            </a:extLst>
          </p:cNvPr>
          <p:cNvCxnSpPr>
            <a:cxnSpLocks/>
          </p:cNvCxnSpPr>
          <p:nvPr/>
        </p:nvCxnSpPr>
        <p:spPr>
          <a:xfrm flipV="1">
            <a:off x="10480056" y="297608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CA9C84A-0885-B9C6-55B0-F6E892CF0F86}"/>
              </a:ext>
            </a:extLst>
          </p:cNvPr>
          <p:cNvCxnSpPr>
            <a:cxnSpLocks/>
          </p:cNvCxnSpPr>
          <p:nvPr/>
        </p:nvCxnSpPr>
        <p:spPr>
          <a:xfrm>
            <a:off x="4013448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876BDDE-6E56-0BE5-8386-7BB59BA775B2}"/>
              </a:ext>
            </a:extLst>
          </p:cNvPr>
          <p:cNvCxnSpPr>
            <a:cxnSpLocks/>
          </p:cNvCxnSpPr>
          <p:nvPr/>
        </p:nvCxnSpPr>
        <p:spPr>
          <a:xfrm>
            <a:off x="6604179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EC4445D-6ACF-2212-FA5D-23B224070472}"/>
              </a:ext>
            </a:extLst>
          </p:cNvPr>
          <p:cNvCxnSpPr>
            <a:cxnSpLocks/>
          </p:cNvCxnSpPr>
          <p:nvPr/>
        </p:nvCxnSpPr>
        <p:spPr>
          <a:xfrm>
            <a:off x="9178022" y="2423422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061D6B4A-F00B-2DCC-0940-C37C5DEB2D59}"/>
              </a:ext>
            </a:extLst>
          </p:cNvPr>
          <p:cNvSpPr/>
          <p:nvPr/>
        </p:nvSpPr>
        <p:spPr>
          <a:xfrm>
            <a:off x="3512086" y="3439428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EE033A9-600A-2314-EA97-52053E6F9E19}"/>
              </a:ext>
            </a:extLst>
          </p:cNvPr>
          <p:cNvSpPr txBox="1"/>
          <p:nvPr/>
        </p:nvSpPr>
        <p:spPr>
          <a:xfrm>
            <a:off x="3492872" y="3453214"/>
            <a:ext cx="2128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14B953B-A33D-FFB8-1CC1-54F50C306A8F}"/>
              </a:ext>
            </a:extLst>
          </p:cNvPr>
          <p:cNvSpPr txBox="1"/>
          <p:nvPr/>
        </p:nvSpPr>
        <p:spPr>
          <a:xfrm>
            <a:off x="4024232" y="3101929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9A57B24-2168-6F1C-C5FA-B3F9ECD83E1D}"/>
              </a:ext>
            </a:extLst>
          </p:cNvPr>
          <p:cNvSpPr txBox="1"/>
          <p:nvPr/>
        </p:nvSpPr>
        <p:spPr>
          <a:xfrm>
            <a:off x="4062623" y="4180786"/>
            <a:ext cx="738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09F899F-7926-46F3-2F9C-5EB887A29370}"/>
              </a:ext>
            </a:extLst>
          </p:cNvPr>
          <p:cNvSpPr txBox="1"/>
          <p:nvPr/>
        </p:nvSpPr>
        <p:spPr>
          <a:xfrm>
            <a:off x="3533370" y="4484668"/>
            <a:ext cx="2210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rdata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根据上一拍的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D2AD0CB-7226-E1AC-3031-C1BBCF19E8F0}"/>
              </a:ext>
            </a:extLst>
          </p:cNvPr>
          <p:cNvSpPr/>
          <p:nvPr/>
        </p:nvSpPr>
        <p:spPr>
          <a:xfrm>
            <a:off x="3533372" y="4477113"/>
            <a:ext cx="2232064" cy="584775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EA44666-412A-1567-7AD3-1EC255C722CD}"/>
              </a:ext>
            </a:extLst>
          </p:cNvPr>
          <p:cNvSpPr/>
          <p:nvPr/>
        </p:nvSpPr>
        <p:spPr>
          <a:xfrm>
            <a:off x="3533372" y="5442557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BBBB7E1-C847-1461-2581-1C081EFABBF9}"/>
              </a:ext>
            </a:extLst>
          </p:cNvPr>
          <p:cNvSpPr txBox="1"/>
          <p:nvPr/>
        </p:nvSpPr>
        <p:spPr>
          <a:xfrm>
            <a:off x="3492871" y="5453454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43FF9EA-CE05-F492-AEFF-03B6E91F606E}"/>
              </a:ext>
            </a:extLst>
          </p:cNvPr>
          <p:cNvSpPr/>
          <p:nvPr/>
        </p:nvSpPr>
        <p:spPr>
          <a:xfrm>
            <a:off x="6139331" y="3429000"/>
            <a:ext cx="2232064" cy="1088666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4ED15D4-3912-6993-E07A-2C4CA3C68B79}"/>
              </a:ext>
            </a:extLst>
          </p:cNvPr>
          <p:cNvSpPr txBox="1"/>
          <p:nvPr/>
        </p:nvSpPr>
        <p:spPr>
          <a:xfrm>
            <a:off x="6614962" y="310977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D32DFF6-75C3-ADEC-5670-82787AFA04E2}"/>
              </a:ext>
            </a:extLst>
          </p:cNvPr>
          <p:cNvSpPr txBox="1"/>
          <p:nvPr/>
        </p:nvSpPr>
        <p:spPr>
          <a:xfrm>
            <a:off x="6139331" y="3429000"/>
            <a:ext cx="2232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取数据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58A5611-E554-AE1F-87BE-9343E31C491C}"/>
              </a:ext>
            </a:extLst>
          </p:cNvPr>
          <p:cNvSpPr txBox="1"/>
          <p:nvPr/>
        </p:nvSpPr>
        <p:spPr>
          <a:xfrm>
            <a:off x="6039100" y="2028799"/>
            <a:ext cx="2933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，预取第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75DADF94-012A-76D5-6DF0-491F36CF9FE4}"/>
              </a:ext>
            </a:extLst>
          </p:cNvPr>
          <p:cNvSpPr txBox="1"/>
          <p:nvPr/>
        </p:nvSpPr>
        <p:spPr>
          <a:xfrm>
            <a:off x="3444209" y="2028799"/>
            <a:ext cx="1552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2B9803C-1D1D-F8B1-88FD-07787898DB5F}"/>
              </a:ext>
            </a:extLst>
          </p:cNvPr>
          <p:cNvSpPr/>
          <p:nvPr/>
        </p:nvSpPr>
        <p:spPr>
          <a:xfrm>
            <a:off x="6136500" y="4849859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CF830C1-A397-CD56-1CC1-644C47EE4185}"/>
              </a:ext>
            </a:extLst>
          </p:cNvPr>
          <p:cNvSpPr txBox="1"/>
          <p:nvPr/>
        </p:nvSpPr>
        <p:spPr>
          <a:xfrm>
            <a:off x="6096000" y="4860756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137E983-1CF7-E87E-2717-B2352518ADD2}"/>
              </a:ext>
            </a:extLst>
          </p:cNvPr>
          <p:cNvSpPr/>
          <p:nvPr/>
        </p:nvSpPr>
        <p:spPr>
          <a:xfrm>
            <a:off x="8930246" y="3546561"/>
            <a:ext cx="2232064" cy="346109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80D9A45-B544-8D5D-335E-85A184857A5D}"/>
              </a:ext>
            </a:extLst>
          </p:cNvPr>
          <p:cNvSpPr txBox="1"/>
          <p:nvPr/>
        </p:nvSpPr>
        <p:spPr>
          <a:xfrm>
            <a:off x="8889746" y="3557457"/>
            <a:ext cx="2232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预取发起逻辑无事发生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A7AAAF1-E47C-85E1-F413-AD9025150B99}"/>
              </a:ext>
            </a:extLst>
          </p:cNvPr>
          <p:cNvSpPr txBox="1"/>
          <p:nvPr/>
        </p:nvSpPr>
        <p:spPr>
          <a:xfrm>
            <a:off x="9808741" y="4024203"/>
            <a:ext cx="155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请求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C10F3F6-F742-D2D3-20F5-5EC6AE00D3CD}"/>
              </a:ext>
            </a:extLst>
          </p:cNvPr>
          <p:cNvSpPr/>
          <p:nvPr/>
        </p:nvSpPr>
        <p:spPr>
          <a:xfrm>
            <a:off x="8930246" y="4558339"/>
            <a:ext cx="2494737" cy="929900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321F9B2-DBA3-E728-CFF9-B196D542E7D0}"/>
              </a:ext>
            </a:extLst>
          </p:cNvPr>
          <p:cNvSpPr txBox="1"/>
          <p:nvPr/>
        </p:nvSpPr>
        <p:spPr>
          <a:xfrm>
            <a:off x="8930245" y="4608422"/>
            <a:ext cx="2494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有效，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工作集更新，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window_valid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6538684-3671-71FF-8E74-900685890CD0}"/>
              </a:ext>
            </a:extLst>
          </p:cNvPr>
          <p:cNvSpPr/>
          <p:nvPr/>
        </p:nvSpPr>
        <p:spPr>
          <a:xfrm>
            <a:off x="767016" y="3712211"/>
            <a:ext cx="2494737" cy="1879328"/>
          </a:xfrm>
          <a:prstGeom prst="rect">
            <a:avLst/>
          </a:prstGeom>
          <a:solidFill>
            <a:srgbClr val="00B0F0">
              <a:alpha val="27000"/>
            </a:srgbClr>
          </a:solidFill>
          <a:ln w="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AEE920F-FB4F-1360-48B9-375C49077CA1}"/>
              </a:ext>
            </a:extLst>
          </p:cNvPr>
          <p:cNvSpPr txBox="1"/>
          <p:nvPr/>
        </p:nvSpPr>
        <p:spPr>
          <a:xfrm>
            <a:off x="767017" y="3703627"/>
            <a:ext cx="259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active_rd_en_reg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active_rd_addr_reg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获取地址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rd_capture_slot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DE1DB84C-E1E3-4F29-2D93-B3C5F3175458}"/>
              </a:ext>
            </a:extLst>
          </p:cNvPr>
          <p:cNvSpPr txBox="1"/>
          <p:nvPr/>
        </p:nvSpPr>
        <p:spPr>
          <a:xfrm>
            <a:off x="1961441" y="3379983"/>
            <a:ext cx="1300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473D45-25F3-ABD5-461A-F18ABD2BC60E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187178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62367-14EF-E8EE-34CB-DC13781B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698DBCD1-DF3A-EBF5-6213-1295B04B1DDE}"/>
              </a:ext>
            </a:extLst>
          </p:cNvPr>
          <p:cNvCxnSpPr>
            <a:cxnSpLocks/>
          </p:cNvCxnSpPr>
          <p:nvPr/>
        </p:nvCxnSpPr>
        <p:spPr>
          <a:xfrm flipV="1">
            <a:off x="8272271" y="1322833"/>
            <a:ext cx="265081" cy="235397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BFB26BDB-0690-0366-D299-FEE67125E9CA}"/>
              </a:ext>
            </a:extLst>
          </p:cNvPr>
          <p:cNvSpPr/>
          <p:nvPr/>
        </p:nvSpPr>
        <p:spPr>
          <a:xfrm>
            <a:off x="9102279" y="3850913"/>
            <a:ext cx="2818576" cy="196042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6F43B85-9A25-A6D0-8CA5-D1409C21B8C1}"/>
              </a:ext>
            </a:extLst>
          </p:cNvPr>
          <p:cNvCxnSpPr>
            <a:cxnSpLocks/>
          </p:cNvCxnSpPr>
          <p:nvPr/>
        </p:nvCxnSpPr>
        <p:spPr>
          <a:xfrm>
            <a:off x="600557" y="1955515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823B763-4401-1246-C3FC-F1B99BCCA2AC}"/>
              </a:ext>
            </a:extLst>
          </p:cNvPr>
          <p:cNvCxnSpPr>
            <a:cxnSpLocks/>
          </p:cNvCxnSpPr>
          <p:nvPr/>
        </p:nvCxnSpPr>
        <p:spPr>
          <a:xfrm>
            <a:off x="1429042" y="13679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C7FF447-4B2C-22E2-B5A1-C3C51C8A79D6}"/>
              </a:ext>
            </a:extLst>
          </p:cNvPr>
          <p:cNvCxnSpPr>
            <a:cxnSpLocks/>
          </p:cNvCxnSpPr>
          <p:nvPr/>
        </p:nvCxnSpPr>
        <p:spPr>
          <a:xfrm flipV="1">
            <a:off x="1429042" y="137935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B7F79E3-FB53-D0BF-673A-18936816C8A6}"/>
              </a:ext>
            </a:extLst>
          </p:cNvPr>
          <p:cNvCxnSpPr>
            <a:cxnSpLocks/>
          </p:cNvCxnSpPr>
          <p:nvPr/>
        </p:nvCxnSpPr>
        <p:spPr>
          <a:xfrm>
            <a:off x="2717786" y="137935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CFFA3ACD-3067-F55D-5189-09EE6BB8D7C9}"/>
              </a:ext>
            </a:extLst>
          </p:cNvPr>
          <p:cNvCxnSpPr>
            <a:cxnSpLocks/>
          </p:cNvCxnSpPr>
          <p:nvPr/>
        </p:nvCxnSpPr>
        <p:spPr>
          <a:xfrm>
            <a:off x="1429042" y="1384575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B769C80-70C1-2900-2191-52F0A0098FF3}"/>
              </a:ext>
            </a:extLst>
          </p:cNvPr>
          <p:cNvCxnSpPr>
            <a:cxnSpLocks/>
          </p:cNvCxnSpPr>
          <p:nvPr/>
        </p:nvCxnSpPr>
        <p:spPr>
          <a:xfrm flipV="1">
            <a:off x="2734621" y="195029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072BC8F-F660-8457-F393-698BC84C64BF}"/>
              </a:ext>
            </a:extLst>
          </p:cNvPr>
          <p:cNvCxnSpPr>
            <a:cxnSpLocks/>
          </p:cNvCxnSpPr>
          <p:nvPr/>
        </p:nvCxnSpPr>
        <p:spPr>
          <a:xfrm>
            <a:off x="3995748" y="13626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B37D6E8-77E3-59FE-413F-A47C00ABB690}"/>
              </a:ext>
            </a:extLst>
          </p:cNvPr>
          <p:cNvCxnSpPr>
            <a:cxnSpLocks/>
          </p:cNvCxnSpPr>
          <p:nvPr/>
        </p:nvCxnSpPr>
        <p:spPr>
          <a:xfrm flipV="1">
            <a:off x="3995749" y="137413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995DD99-8083-85E0-8E6E-687D89188DF2}"/>
              </a:ext>
            </a:extLst>
          </p:cNvPr>
          <p:cNvCxnSpPr>
            <a:cxnSpLocks/>
          </p:cNvCxnSpPr>
          <p:nvPr/>
        </p:nvCxnSpPr>
        <p:spPr>
          <a:xfrm>
            <a:off x="5284492" y="1374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AB5FB8B-A7AD-4282-38A6-D10271339119}"/>
              </a:ext>
            </a:extLst>
          </p:cNvPr>
          <p:cNvCxnSpPr>
            <a:cxnSpLocks/>
          </p:cNvCxnSpPr>
          <p:nvPr/>
        </p:nvCxnSpPr>
        <p:spPr>
          <a:xfrm flipV="1">
            <a:off x="5301327" y="194507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C78F8EE-13B1-1BA8-CC85-B1940ED48B6E}"/>
              </a:ext>
            </a:extLst>
          </p:cNvPr>
          <p:cNvCxnSpPr>
            <a:cxnSpLocks/>
          </p:cNvCxnSpPr>
          <p:nvPr/>
        </p:nvCxnSpPr>
        <p:spPr>
          <a:xfrm>
            <a:off x="6590071" y="136790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BBE0DB0-DA6E-349A-A53E-8B28838B0252}"/>
              </a:ext>
            </a:extLst>
          </p:cNvPr>
          <p:cNvCxnSpPr>
            <a:cxnSpLocks/>
          </p:cNvCxnSpPr>
          <p:nvPr/>
        </p:nvCxnSpPr>
        <p:spPr>
          <a:xfrm flipV="1">
            <a:off x="6590071" y="137935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7EBCA9F-687A-3363-58E6-26F097A9DDC4}"/>
              </a:ext>
            </a:extLst>
          </p:cNvPr>
          <p:cNvCxnSpPr>
            <a:cxnSpLocks/>
          </p:cNvCxnSpPr>
          <p:nvPr/>
        </p:nvCxnSpPr>
        <p:spPr>
          <a:xfrm>
            <a:off x="7878815" y="137935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CBC8CA9-DDC0-C973-6D00-C8C81519C20B}"/>
              </a:ext>
            </a:extLst>
          </p:cNvPr>
          <p:cNvCxnSpPr>
            <a:cxnSpLocks/>
          </p:cNvCxnSpPr>
          <p:nvPr/>
        </p:nvCxnSpPr>
        <p:spPr>
          <a:xfrm flipV="1">
            <a:off x="7895650" y="195029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533A1DD-F166-96B3-11CE-36FDED595070}"/>
              </a:ext>
            </a:extLst>
          </p:cNvPr>
          <p:cNvCxnSpPr>
            <a:cxnSpLocks/>
          </p:cNvCxnSpPr>
          <p:nvPr/>
        </p:nvCxnSpPr>
        <p:spPr>
          <a:xfrm>
            <a:off x="9156777" y="136268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8536FC1-6D9A-29A9-0174-63DF30FA1B65}"/>
              </a:ext>
            </a:extLst>
          </p:cNvPr>
          <p:cNvCxnSpPr>
            <a:cxnSpLocks/>
          </p:cNvCxnSpPr>
          <p:nvPr/>
        </p:nvCxnSpPr>
        <p:spPr>
          <a:xfrm flipV="1">
            <a:off x="9156778" y="137413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93C3C53-9E42-FD7B-989A-2A4F9ED01D99}"/>
              </a:ext>
            </a:extLst>
          </p:cNvPr>
          <p:cNvCxnSpPr>
            <a:cxnSpLocks/>
          </p:cNvCxnSpPr>
          <p:nvPr/>
        </p:nvCxnSpPr>
        <p:spPr>
          <a:xfrm>
            <a:off x="10445521" y="137413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2CBBD10-33CF-B22E-6ED5-A0A30F8A56BB}"/>
              </a:ext>
            </a:extLst>
          </p:cNvPr>
          <p:cNvCxnSpPr>
            <a:cxnSpLocks/>
          </p:cNvCxnSpPr>
          <p:nvPr/>
        </p:nvCxnSpPr>
        <p:spPr>
          <a:xfrm flipV="1">
            <a:off x="10462357" y="1945078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16090A8-A5B3-8FBD-FB21-FF1660C5CDAF}"/>
              </a:ext>
            </a:extLst>
          </p:cNvPr>
          <p:cNvCxnSpPr>
            <a:cxnSpLocks/>
          </p:cNvCxnSpPr>
          <p:nvPr/>
        </p:nvCxnSpPr>
        <p:spPr>
          <a:xfrm>
            <a:off x="3995748" y="1384575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5892D76-89B4-0B68-F285-4717DA10BB7B}"/>
              </a:ext>
            </a:extLst>
          </p:cNvPr>
          <p:cNvCxnSpPr>
            <a:cxnSpLocks/>
          </p:cNvCxnSpPr>
          <p:nvPr/>
        </p:nvCxnSpPr>
        <p:spPr>
          <a:xfrm>
            <a:off x="6586479" y="13924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35884BA-6D0A-31D0-04F5-49BC94D12578}"/>
              </a:ext>
            </a:extLst>
          </p:cNvPr>
          <p:cNvCxnSpPr>
            <a:cxnSpLocks/>
          </p:cNvCxnSpPr>
          <p:nvPr/>
        </p:nvCxnSpPr>
        <p:spPr>
          <a:xfrm>
            <a:off x="9160322" y="1392420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404E1FB-F34D-E54F-805B-1C80B2103643}"/>
              </a:ext>
            </a:extLst>
          </p:cNvPr>
          <p:cNvSpPr txBox="1"/>
          <p:nvPr/>
        </p:nvSpPr>
        <p:spPr>
          <a:xfrm>
            <a:off x="0" y="885215"/>
            <a:ext cx="1603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外部使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46D4E1-3C2E-DA50-C3AB-424B52DC4051}"/>
              </a:ext>
            </a:extLst>
          </p:cNvPr>
          <p:cNvSpPr txBox="1"/>
          <p:nvPr/>
        </p:nvSpPr>
        <p:spPr>
          <a:xfrm>
            <a:off x="1442285" y="221345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9D6C802-4073-A01B-952F-462F865293C8}"/>
              </a:ext>
            </a:extLst>
          </p:cNvPr>
          <p:cNvSpPr/>
          <p:nvPr/>
        </p:nvSpPr>
        <p:spPr>
          <a:xfrm>
            <a:off x="863957" y="2617384"/>
            <a:ext cx="2397323" cy="61558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CA18EF-EE96-5786-8AB5-ADDF9FE4EA42}"/>
              </a:ext>
            </a:extLst>
          </p:cNvPr>
          <p:cNvSpPr txBox="1"/>
          <p:nvPr/>
        </p:nvSpPr>
        <p:spPr>
          <a:xfrm>
            <a:off x="885521" y="2648192"/>
            <a:ext cx="2375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req_inti_pos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307F67-54AA-141F-C5E5-704624740F4E}"/>
              </a:ext>
            </a:extLst>
          </p:cNvPr>
          <p:cNvSpPr txBox="1"/>
          <p:nvPr/>
        </p:nvSpPr>
        <p:spPr>
          <a:xfrm>
            <a:off x="4251897" y="220293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921D17E-0298-B2E2-4335-87BAC2483827}"/>
              </a:ext>
            </a:extLst>
          </p:cNvPr>
          <p:cNvSpPr/>
          <p:nvPr/>
        </p:nvSpPr>
        <p:spPr>
          <a:xfrm>
            <a:off x="1068151" y="3676811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179C9D0-411C-E6C2-2E67-9AA0BF03ECD4}"/>
              </a:ext>
            </a:extLst>
          </p:cNvPr>
          <p:cNvSpPr txBox="1"/>
          <p:nvPr/>
        </p:nvSpPr>
        <p:spPr>
          <a:xfrm>
            <a:off x="1178519" y="3676810"/>
            <a:ext cx="1939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C4F9304-5756-E5CF-D72E-4A0F00E678E0}"/>
              </a:ext>
            </a:extLst>
          </p:cNvPr>
          <p:cNvSpPr txBox="1"/>
          <p:nvPr/>
        </p:nvSpPr>
        <p:spPr>
          <a:xfrm>
            <a:off x="1767130" y="330100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88BE138-04F1-7A07-E416-1510315A5315}"/>
              </a:ext>
            </a:extLst>
          </p:cNvPr>
          <p:cNvSpPr/>
          <p:nvPr/>
        </p:nvSpPr>
        <p:spPr>
          <a:xfrm>
            <a:off x="3630234" y="2606910"/>
            <a:ext cx="2088497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9DD6E16-ACE1-433F-FBB5-32EB6615D1B3}"/>
              </a:ext>
            </a:extLst>
          </p:cNvPr>
          <p:cNvSpPr txBox="1"/>
          <p:nvPr/>
        </p:nvSpPr>
        <p:spPr>
          <a:xfrm>
            <a:off x="3630234" y="2622315"/>
            <a:ext cx="2235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pos_row_data_bus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加载工作集，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9C64AA3-AB33-63F1-460F-237E871D8F0F}"/>
              </a:ext>
            </a:extLst>
          </p:cNvPr>
          <p:cNvSpPr/>
          <p:nvPr/>
        </p:nvSpPr>
        <p:spPr>
          <a:xfrm>
            <a:off x="3630233" y="3738268"/>
            <a:ext cx="2088497" cy="55412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6BB632D-241E-C98C-A9B5-F9447FB6A7F7}"/>
              </a:ext>
            </a:extLst>
          </p:cNvPr>
          <p:cNvSpPr txBox="1"/>
          <p:nvPr/>
        </p:nvSpPr>
        <p:spPr>
          <a:xfrm>
            <a:off x="3703717" y="3715858"/>
            <a:ext cx="208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仍为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0,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后变为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61AB3ED-9B7A-1C1A-D5B2-F540E9077463}"/>
              </a:ext>
            </a:extLst>
          </p:cNvPr>
          <p:cNvSpPr/>
          <p:nvPr/>
        </p:nvSpPr>
        <p:spPr>
          <a:xfrm>
            <a:off x="6290906" y="2606910"/>
            <a:ext cx="2600325" cy="2344388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56E8943-3AA3-E543-D275-7D0E04F17297}"/>
              </a:ext>
            </a:extLst>
          </p:cNvPr>
          <p:cNvSpPr txBox="1"/>
          <p:nvPr/>
        </p:nvSpPr>
        <p:spPr>
          <a:xfrm>
            <a:off x="4006532" y="331528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74B4E8F-39E5-8488-C21F-3962474CD877}"/>
              </a:ext>
            </a:extLst>
          </p:cNvPr>
          <p:cNvSpPr txBox="1"/>
          <p:nvPr/>
        </p:nvSpPr>
        <p:spPr>
          <a:xfrm>
            <a:off x="6627652" y="220293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970B7F-B84B-D2E8-5415-6C7A74AEC3E0}"/>
              </a:ext>
            </a:extLst>
          </p:cNvPr>
          <p:cNvSpPr txBox="1"/>
          <p:nvPr/>
        </p:nvSpPr>
        <p:spPr>
          <a:xfrm>
            <a:off x="6340922" y="2648192"/>
            <a:ext cx="25309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元数据有效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(valid, pos, count, last)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→更新地址，但是此时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读的仍是之前地址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C768490-B537-7C9C-D5E7-E7AE41F68F60}"/>
              </a:ext>
            </a:extLst>
          </p:cNvPr>
          <p:cNvSpPr txBox="1"/>
          <p:nvPr/>
        </p:nvSpPr>
        <p:spPr>
          <a:xfrm>
            <a:off x="4345757" y="4523992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F45DF82D-F699-0154-3E16-46BF450173C4}"/>
              </a:ext>
            </a:extLst>
          </p:cNvPr>
          <p:cNvSpPr/>
          <p:nvPr/>
        </p:nvSpPr>
        <p:spPr>
          <a:xfrm>
            <a:off x="3579907" y="4909931"/>
            <a:ext cx="2111646" cy="800349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652A17F-E387-6290-1E87-7D08C591C539}"/>
              </a:ext>
            </a:extLst>
          </p:cNvPr>
          <p:cNvSpPr txBox="1"/>
          <p:nvPr/>
        </p:nvSpPr>
        <p:spPr>
          <a:xfrm>
            <a:off x="3616193" y="4909931"/>
            <a:ext cx="2140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CE1B3BC-282F-7B4C-012F-F5E70D8C57F6}"/>
              </a:ext>
            </a:extLst>
          </p:cNvPr>
          <p:cNvSpPr txBox="1"/>
          <p:nvPr/>
        </p:nvSpPr>
        <p:spPr>
          <a:xfrm>
            <a:off x="6812043" y="507912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EA04E5D-B0CF-0FFF-7AE7-158C6FDCF39B}"/>
              </a:ext>
            </a:extLst>
          </p:cNvPr>
          <p:cNvSpPr/>
          <p:nvPr/>
        </p:nvSpPr>
        <p:spPr>
          <a:xfrm>
            <a:off x="6290906" y="537172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11BBE56-E102-B463-B273-BDCBD3DFAA16}"/>
              </a:ext>
            </a:extLst>
          </p:cNvPr>
          <p:cNvSpPr txBox="1"/>
          <p:nvPr/>
        </p:nvSpPr>
        <p:spPr>
          <a:xfrm>
            <a:off x="6360536" y="537172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8F52658-CBCC-32E5-7E38-4A27B40498DE}"/>
              </a:ext>
            </a:extLst>
          </p:cNvPr>
          <p:cNvSpPr txBox="1"/>
          <p:nvPr/>
        </p:nvSpPr>
        <p:spPr>
          <a:xfrm>
            <a:off x="9287824" y="221346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C08AD8A1-7E3D-D2FB-88E8-205377B43393}"/>
              </a:ext>
            </a:extLst>
          </p:cNvPr>
          <p:cNvSpPr/>
          <p:nvPr/>
        </p:nvSpPr>
        <p:spPr>
          <a:xfrm>
            <a:off x="9169945" y="2617385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97F030E-28D3-943D-718A-8F4DE0F3C279}"/>
              </a:ext>
            </a:extLst>
          </p:cNvPr>
          <p:cNvSpPr txBox="1"/>
          <p:nvPr/>
        </p:nvSpPr>
        <p:spPr>
          <a:xfrm>
            <a:off x="9239337" y="2617385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BE6E03B-00B3-5992-543B-987CEBFDD8C1}"/>
              </a:ext>
            </a:extLst>
          </p:cNvPr>
          <p:cNvSpPr txBox="1"/>
          <p:nvPr/>
        </p:nvSpPr>
        <p:spPr>
          <a:xfrm>
            <a:off x="9691082" y="3968984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E559A260-0D0D-E827-6B5F-2526D3A63885}"/>
              </a:ext>
            </a:extLst>
          </p:cNvPr>
          <p:cNvSpPr/>
          <p:nvPr/>
        </p:nvSpPr>
        <p:spPr>
          <a:xfrm>
            <a:off x="9169945" y="426158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89C9A29-40AA-EEA4-AD65-9E48E6BA2968}"/>
              </a:ext>
            </a:extLst>
          </p:cNvPr>
          <p:cNvSpPr txBox="1"/>
          <p:nvPr/>
        </p:nvSpPr>
        <p:spPr>
          <a:xfrm>
            <a:off x="9239575" y="426158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B2C3054-5792-9373-ED8E-94E8CCF15643}"/>
              </a:ext>
            </a:extLst>
          </p:cNvPr>
          <p:cNvCxnSpPr>
            <a:endCxn id="64" idx="1"/>
          </p:cNvCxnSpPr>
          <p:nvPr/>
        </p:nvCxnSpPr>
        <p:spPr>
          <a:xfrm>
            <a:off x="8635614" y="4292394"/>
            <a:ext cx="534330" cy="13670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994C8B0D-A398-10ED-F9C5-9CEC577F6CB2}"/>
              </a:ext>
            </a:extLst>
          </p:cNvPr>
          <p:cNvSpPr txBox="1"/>
          <p:nvPr/>
        </p:nvSpPr>
        <p:spPr>
          <a:xfrm>
            <a:off x="9655203" y="464352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B45C42A1-D53E-1420-0AF2-1E2E27B24FD8}"/>
              </a:ext>
            </a:extLst>
          </p:cNvPr>
          <p:cNvSpPr/>
          <p:nvPr/>
        </p:nvSpPr>
        <p:spPr>
          <a:xfrm>
            <a:off x="9169945" y="503916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ED4A83E-C2EB-2E81-E2D8-17DEDA3D962F}"/>
              </a:ext>
            </a:extLst>
          </p:cNvPr>
          <p:cNvSpPr txBox="1"/>
          <p:nvPr/>
        </p:nvSpPr>
        <p:spPr>
          <a:xfrm>
            <a:off x="9239314" y="503692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F5C800E-B66D-2071-A8B8-E1E5872B8A1A}"/>
              </a:ext>
            </a:extLst>
          </p:cNvPr>
          <p:cNvSpPr txBox="1"/>
          <p:nvPr/>
        </p:nvSpPr>
        <p:spPr>
          <a:xfrm>
            <a:off x="10712930" y="3905682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605BBD-5ED1-5E99-ED73-02ED508077F3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265804-F23E-892F-EDF2-B0D90F7EE59A}"/>
              </a:ext>
            </a:extLst>
          </p:cNvPr>
          <p:cNvSpPr txBox="1"/>
          <p:nvPr/>
        </p:nvSpPr>
        <p:spPr>
          <a:xfrm>
            <a:off x="9102279" y="5904865"/>
            <a:ext cx="328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预取发起逻辑：输入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拉高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5C30931-8155-7DCC-6A3F-7D7675B54692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6438D9CB-C32A-5057-F5B9-171C868D3348}"/>
              </a:ext>
            </a:extLst>
          </p:cNvPr>
          <p:cNvSpPr txBox="1"/>
          <p:nvPr/>
        </p:nvSpPr>
        <p:spPr>
          <a:xfrm>
            <a:off x="6593879" y="914473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C89C992-4129-0D39-F3A4-701E39EAF91B}"/>
              </a:ext>
            </a:extLst>
          </p:cNvPr>
          <p:cNvSpPr txBox="1"/>
          <p:nvPr/>
        </p:nvSpPr>
        <p:spPr>
          <a:xfrm>
            <a:off x="3742754" y="927326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8128930-DD3F-3437-FF38-4C1414F08071}"/>
              </a:ext>
            </a:extLst>
          </p:cNvPr>
          <p:cNvSpPr txBox="1"/>
          <p:nvPr/>
        </p:nvSpPr>
        <p:spPr>
          <a:xfrm>
            <a:off x="9167560" y="920078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B68A04AF-8D84-AFC8-68C5-F01CC0802E7E}"/>
              </a:ext>
            </a:extLst>
          </p:cNvPr>
          <p:cNvCxnSpPr>
            <a:cxnSpLocks/>
          </p:cNvCxnSpPr>
          <p:nvPr/>
        </p:nvCxnSpPr>
        <p:spPr>
          <a:xfrm flipV="1">
            <a:off x="11328043" y="1312123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A79A76B-1210-B944-A261-8A509D274D5F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4B73B8F-86A0-F02C-DCCB-EA4D9E542154}"/>
              </a:ext>
            </a:extLst>
          </p:cNvPr>
          <p:cNvSpPr txBox="1"/>
          <p:nvPr/>
        </p:nvSpPr>
        <p:spPr>
          <a:xfrm>
            <a:off x="84685" y="2813626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EDE8693-AFB4-A358-EDAC-F5F6509F8C56}"/>
              </a:ext>
            </a:extLst>
          </p:cNvPr>
          <p:cNvSpPr txBox="1"/>
          <p:nvPr/>
        </p:nvSpPr>
        <p:spPr>
          <a:xfrm>
            <a:off x="73409" y="4176122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89D8694-F879-8C13-2081-5B8303308D0B}"/>
              </a:ext>
            </a:extLst>
          </p:cNvPr>
          <p:cNvSpPr txBox="1"/>
          <p:nvPr/>
        </p:nvSpPr>
        <p:spPr>
          <a:xfrm>
            <a:off x="99820" y="5914710"/>
            <a:ext cx="41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预取逻辑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305763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AB1A4-5E04-2FA6-444C-2D4D170A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F3367195-5D33-8123-5896-A86045C87D80}"/>
              </a:ext>
            </a:extLst>
          </p:cNvPr>
          <p:cNvCxnSpPr>
            <a:cxnSpLocks/>
          </p:cNvCxnSpPr>
          <p:nvPr/>
        </p:nvCxnSpPr>
        <p:spPr>
          <a:xfrm flipV="1">
            <a:off x="6192587" y="1375245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3542A227-B384-5DE7-816C-E2AC9D37A296}"/>
              </a:ext>
            </a:extLst>
          </p:cNvPr>
          <p:cNvCxnSpPr>
            <a:cxnSpLocks/>
          </p:cNvCxnSpPr>
          <p:nvPr/>
        </p:nvCxnSpPr>
        <p:spPr>
          <a:xfrm flipV="1">
            <a:off x="8866158" y="1289617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98600396-2FC6-93E4-0BA7-C13B235DF049}"/>
              </a:ext>
            </a:extLst>
          </p:cNvPr>
          <p:cNvCxnSpPr>
            <a:cxnSpLocks/>
          </p:cNvCxnSpPr>
          <p:nvPr/>
        </p:nvCxnSpPr>
        <p:spPr>
          <a:xfrm flipV="1">
            <a:off x="11849386" y="1311722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05F0280-0A13-5C0C-7A56-0A81B796931D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3F78AC1-F835-DB52-B401-69203A92DA0B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12DEDAB-B805-95A9-22E3-77247747CCE9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9BB28CB-19C6-9803-8BB6-CA8D5ABF670A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A4321BA0-67DD-60E7-23D5-19283A979F33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16D8FA8-50B7-0893-8322-593BFB9134E2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04C2181-159D-04E5-85FA-08424CCBA3DE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BDB9448-93C1-B886-30FC-51CE8AA92087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9234873-ED05-E020-B735-BA730109B509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6AA9005-17CF-6C5B-BE61-3718EA27FDCA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B35D048-08DC-DA52-BDF4-B05AE9890A7F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DF5D7C3-572F-BEF2-9022-C4583DB670EA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000F294-28DD-38ED-9B62-39FC4FEB86F4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0F9AFF3-C6DB-AE0B-986E-9B3C413FD8E8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AB6AC7F-1BD4-5A05-319C-0C277D794151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230D195-EF98-1A12-9986-F717E4FF5681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2D33A22-E315-490D-1BDB-C6E43088B9F2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03D5057-406F-3C55-5BA0-388E0F9C9D2B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369775D-4DEA-6564-F143-42C9EF6B191E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2167D23A-78E0-7876-EE4C-F547FA4E06DD}"/>
              </a:ext>
            </a:extLst>
          </p:cNvPr>
          <p:cNvCxnSpPr>
            <a:cxnSpLocks/>
          </p:cNvCxnSpPr>
          <p:nvPr/>
        </p:nvCxnSpPr>
        <p:spPr>
          <a:xfrm>
            <a:off x="6586479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9D207D4-5B09-DE43-C7CE-FC0FA6ABE570}"/>
              </a:ext>
            </a:extLst>
          </p:cNvPr>
          <p:cNvCxnSpPr>
            <a:cxnSpLocks/>
          </p:cNvCxnSpPr>
          <p:nvPr/>
        </p:nvCxnSpPr>
        <p:spPr>
          <a:xfrm>
            <a:off x="9160322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C9591DBF-A50B-41F3-7D3D-1483AF8498E8}"/>
              </a:ext>
            </a:extLst>
          </p:cNvPr>
          <p:cNvSpPr txBox="1"/>
          <p:nvPr/>
        </p:nvSpPr>
        <p:spPr>
          <a:xfrm>
            <a:off x="3697881" y="23481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567C3A2E-4806-327F-69F6-D4258C78D71A}"/>
              </a:ext>
            </a:extLst>
          </p:cNvPr>
          <p:cNvSpPr/>
          <p:nvPr/>
        </p:nvSpPr>
        <p:spPr>
          <a:xfrm>
            <a:off x="3580002" y="2752072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0807FAF-C12A-FA66-3002-1DB982AE130D}"/>
              </a:ext>
            </a:extLst>
          </p:cNvPr>
          <p:cNvSpPr txBox="1"/>
          <p:nvPr/>
        </p:nvSpPr>
        <p:spPr>
          <a:xfrm>
            <a:off x="3649394" y="2752072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第二拍，每个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分为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组，每组对应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kernel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的同一行，每一行面向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input 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，做乘累加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447C086-5BE1-3F68-DC50-21FF99076564}"/>
              </a:ext>
            </a:extLst>
          </p:cNvPr>
          <p:cNvSpPr txBox="1"/>
          <p:nvPr/>
        </p:nvSpPr>
        <p:spPr>
          <a:xfrm>
            <a:off x="9123812" y="234547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26C9627-197A-5E6E-B224-F5D92CBF5FAA}"/>
              </a:ext>
            </a:extLst>
          </p:cNvPr>
          <p:cNvSpPr/>
          <p:nvPr/>
        </p:nvSpPr>
        <p:spPr>
          <a:xfrm>
            <a:off x="9206151" y="2737838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7B5E577-2846-45B0-9BAD-69D2EA1FE345}"/>
              </a:ext>
            </a:extLst>
          </p:cNvPr>
          <p:cNvSpPr txBox="1"/>
          <p:nvPr/>
        </p:nvSpPr>
        <p:spPr>
          <a:xfrm>
            <a:off x="9206150" y="2748304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第一级流水，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1C4249AF-104D-0D08-2922-3A40B2E17C7A}"/>
              </a:ext>
            </a:extLst>
          </p:cNvPr>
          <p:cNvSpPr/>
          <p:nvPr/>
        </p:nvSpPr>
        <p:spPr>
          <a:xfrm>
            <a:off x="541650" y="39783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6C01724-492E-A8CE-D041-B6E31336A456}"/>
              </a:ext>
            </a:extLst>
          </p:cNvPr>
          <p:cNvSpPr txBox="1"/>
          <p:nvPr/>
        </p:nvSpPr>
        <p:spPr>
          <a:xfrm>
            <a:off x="766319" y="23156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232FBE4A-3F3A-8B6D-8888-EC49E903CDF5}"/>
              </a:ext>
            </a:extLst>
          </p:cNvPr>
          <p:cNvSpPr/>
          <p:nvPr/>
        </p:nvSpPr>
        <p:spPr>
          <a:xfrm>
            <a:off x="609315" y="2744809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34F916C-E731-F1F2-6294-7DFEF204A47F}"/>
              </a:ext>
            </a:extLst>
          </p:cNvPr>
          <p:cNvSpPr txBox="1"/>
          <p:nvPr/>
        </p:nvSpPr>
        <p:spPr>
          <a:xfrm>
            <a:off x="678708" y="2744809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4D5ABC4-249E-2D44-C790-72D09201FD0A}"/>
              </a:ext>
            </a:extLst>
          </p:cNvPr>
          <p:cNvSpPr txBox="1"/>
          <p:nvPr/>
        </p:nvSpPr>
        <p:spPr>
          <a:xfrm>
            <a:off x="1130452" y="40964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5D3E7C85-EF19-D7D8-B3E3-B18A2164B862}"/>
              </a:ext>
            </a:extLst>
          </p:cNvPr>
          <p:cNvSpPr/>
          <p:nvPr/>
        </p:nvSpPr>
        <p:spPr>
          <a:xfrm>
            <a:off x="609315" y="43890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02333FC-D16A-B7F5-CD06-E04780F72E07}"/>
              </a:ext>
            </a:extLst>
          </p:cNvPr>
          <p:cNvSpPr txBox="1"/>
          <p:nvPr/>
        </p:nvSpPr>
        <p:spPr>
          <a:xfrm>
            <a:off x="678945" y="43890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C58DE1D-E6A3-7BE8-D1BE-50715D1782FC}"/>
              </a:ext>
            </a:extLst>
          </p:cNvPr>
          <p:cNvSpPr txBox="1"/>
          <p:nvPr/>
        </p:nvSpPr>
        <p:spPr>
          <a:xfrm>
            <a:off x="1094573" y="47709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6B7D1097-D543-1150-7038-55ECB24BD733}"/>
              </a:ext>
            </a:extLst>
          </p:cNvPr>
          <p:cNvSpPr/>
          <p:nvPr/>
        </p:nvSpPr>
        <p:spPr>
          <a:xfrm>
            <a:off x="609315" y="51665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111374C-B899-A473-8CAD-47AEFFE8B5B0}"/>
              </a:ext>
            </a:extLst>
          </p:cNvPr>
          <p:cNvSpPr txBox="1"/>
          <p:nvPr/>
        </p:nvSpPr>
        <p:spPr>
          <a:xfrm>
            <a:off x="678685" y="51643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A769D65-A402-4ACE-FC1A-04DF61F07E32}"/>
              </a:ext>
            </a:extLst>
          </p:cNvPr>
          <p:cNvSpPr txBox="1"/>
          <p:nvPr/>
        </p:nvSpPr>
        <p:spPr>
          <a:xfrm>
            <a:off x="2100109" y="3995984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C9CB78C-9D0F-77F6-D4B9-E718526D02FC}"/>
              </a:ext>
            </a:extLst>
          </p:cNvPr>
          <p:cNvCxnSpPr>
            <a:cxnSpLocks/>
          </p:cNvCxnSpPr>
          <p:nvPr/>
        </p:nvCxnSpPr>
        <p:spPr>
          <a:xfrm>
            <a:off x="3036206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48421C0-B539-9219-49FB-C56011643E7E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71518454-26BF-6C60-AB94-66C84CB02257}"/>
              </a:ext>
            </a:extLst>
          </p:cNvPr>
          <p:cNvSpPr txBox="1"/>
          <p:nvPr/>
        </p:nvSpPr>
        <p:spPr>
          <a:xfrm>
            <a:off x="652637" y="591043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30E30A-333F-48D8-1255-3826A6B6850B}"/>
              </a:ext>
            </a:extLst>
          </p:cNvPr>
          <p:cNvSpPr txBox="1"/>
          <p:nvPr/>
        </p:nvSpPr>
        <p:spPr>
          <a:xfrm>
            <a:off x="3470875" y="5906490"/>
            <a:ext cx="2818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：新行数据存入寄存器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不工作，无事发生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8918F2D-59D5-0BE4-3815-62512CA86FF0}"/>
              </a:ext>
            </a:extLst>
          </p:cNvPr>
          <p:cNvSpPr txBox="1"/>
          <p:nvPr/>
        </p:nvSpPr>
        <p:spPr>
          <a:xfrm>
            <a:off x="1412480" y="968934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D5F50D9-EF1C-83D2-2F0C-5502B8916EBE}"/>
              </a:ext>
            </a:extLst>
          </p:cNvPr>
          <p:cNvSpPr txBox="1"/>
          <p:nvPr/>
        </p:nvSpPr>
        <p:spPr>
          <a:xfrm>
            <a:off x="4006531" y="957541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910DA93-6013-1139-882E-73A84FEA73A7}"/>
              </a:ext>
            </a:extLst>
          </p:cNvPr>
          <p:cNvSpPr txBox="1"/>
          <p:nvPr/>
        </p:nvSpPr>
        <p:spPr>
          <a:xfrm>
            <a:off x="6573237" y="952322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=4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D9112AD-75DA-0DE3-5ECE-C249B85226AC}"/>
              </a:ext>
            </a:extLst>
          </p:cNvPr>
          <p:cNvSpPr txBox="1"/>
          <p:nvPr/>
        </p:nvSpPr>
        <p:spPr>
          <a:xfrm>
            <a:off x="9123812" y="938069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=5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284E39D-6175-A796-EE10-F55EF528A95B}"/>
              </a:ext>
            </a:extLst>
          </p:cNvPr>
          <p:cNvSpPr txBox="1"/>
          <p:nvPr/>
        </p:nvSpPr>
        <p:spPr>
          <a:xfrm>
            <a:off x="6340668" y="5885299"/>
            <a:ext cx="328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预取发起逻辑：输入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拉高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96EBE82-F778-4A7D-C7A1-8543748BEFBA}"/>
              </a:ext>
            </a:extLst>
          </p:cNvPr>
          <p:cNvSpPr txBox="1"/>
          <p:nvPr/>
        </p:nvSpPr>
        <p:spPr>
          <a:xfrm>
            <a:off x="9455165" y="589674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2AF78179-F10F-87AD-8E05-EBF5633AACAC}"/>
              </a:ext>
            </a:extLst>
          </p:cNvPr>
          <p:cNvSpPr/>
          <p:nvPr/>
        </p:nvSpPr>
        <p:spPr>
          <a:xfrm>
            <a:off x="3634728" y="3947358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C023CBE-FADF-6FF1-AD83-4595803AE13F}"/>
              </a:ext>
            </a:extLst>
          </p:cNvPr>
          <p:cNvSpPr txBox="1"/>
          <p:nvPr/>
        </p:nvSpPr>
        <p:spPr>
          <a:xfrm>
            <a:off x="4223530" y="4065429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8B369B4-0B30-B660-9410-19AC362D482F}"/>
              </a:ext>
            </a:extLst>
          </p:cNvPr>
          <p:cNvSpPr/>
          <p:nvPr/>
        </p:nvSpPr>
        <p:spPr>
          <a:xfrm>
            <a:off x="3702393" y="4358031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D3D581C-784A-1201-BF8A-4D32C6DAD760}"/>
              </a:ext>
            </a:extLst>
          </p:cNvPr>
          <p:cNvSpPr txBox="1"/>
          <p:nvPr/>
        </p:nvSpPr>
        <p:spPr>
          <a:xfrm>
            <a:off x="3772023" y="4358031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2F6E7BC-F754-3146-5462-F656964CC8C8}"/>
              </a:ext>
            </a:extLst>
          </p:cNvPr>
          <p:cNvSpPr txBox="1"/>
          <p:nvPr/>
        </p:nvSpPr>
        <p:spPr>
          <a:xfrm>
            <a:off x="4187651" y="473996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D0AD3322-5C0F-91BF-5E32-71915EC694C1}"/>
              </a:ext>
            </a:extLst>
          </p:cNvPr>
          <p:cNvSpPr/>
          <p:nvPr/>
        </p:nvSpPr>
        <p:spPr>
          <a:xfrm>
            <a:off x="3702393" y="5135611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4817C5B-2D20-D629-85AA-4A941FF00573}"/>
              </a:ext>
            </a:extLst>
          </p:cNvPr>
          <p:cNvSpPr txBox="1"/>
          <p:nvPr/>
        </p:nvSpPr>
        <p:spPr>
          <a:xfrm>
            <a:off x="3771763" y="5133371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6063246A-0499-1DE7-859A-775A87A97E4F}"/>
              </a:ext>
            </a:extLst>
          </p:cNvPr>
          <p:cNvSpPr/>
          <p:nvPr/>
        </p:nvSpPr>
        <p:spPr>
          <a:xfrm>
            <a:off x="6626390" y="39714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E5626B9-284B-C454-17BD-9891AB67AC5A}"/>
              </a:ext>
            </a:extLst>
          </p:cNvPr>
          <p:cNvSpPr txBox="1"/>
          <p:nvPr/>
        </p:nvSpPr>
        <p:spPr>
          <a:xfrm>
            <a:off x="7215192" y="40895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511F5142-23D3-03B5-9B5D-129A768CDAD8}"/>
              </a:ext>
            </a:extLst>
          </p:cNvPr>
          <p:cNvSpPr/>
          <p:nvPr/>
        </p:nvSpPr>
        <p:spPr>
          <a:xfrm>
            <a:off x="6694055" y="43821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058CD67-817C-9AA3-B009-2DEE5DBD4575}"/>
              </a:ext>
            </a:extLst>
          </p:cNvPr>
          <p:cNvSpPr txBox="1"/>
          <p:nvPr/>
        </p:nvSpPr>
        <p:spPr>
          <a:xfrm>
            <a:off x="6763685" y="43821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B33818B-F21C-9626-F176-F935AD81B367}"/>
              </a:ext>
            </a:extLst>
          </p:cNvPr>
          <p:cNvSpPr txBox="1"/>
          <p:nvPr/>
        </p:nvSpPr>
        <p:spPr>
          <a:xfrm>
            <a:off x="7179313" y="47640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2A708448-02C7-5FCF-A6A8-196840F2DE83}"/>
              </a:ext>
            </a:extLst>
          </p:cNvPr>
          <p:cNvSpPr/>
          <p:nvPr/>
        </p:nvSpPr>
        <p:spPr>
          <a:xfrm>
            <a:off x="6694055" y="51596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50D4F0B2-97F7-3FF5-D064-799DD4F807AD}"/>
              </a:ext>
            </a:extLst>
          </p:cNvPr>
          <p:cNvSpPr txBox="1"/>
          <p:nvPr/>
        </p:nvSpPr>
        <p:spPr>
          <a:xfrm>
            <a:off x="6763425" y="51574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D5F39D6B-B8BB-2D5B-19BA-47932ECCCA41}"/>
              </a:ext>
            </a:extLst>
          </p:cNvPr>
          <p:cNvSpPr/>
          <p:nvPr/>
        </p:nvSpPr>
        <p:spPr>
          <a:xfrm>
            <a:off x="9503876" y="3956232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0100C08-802A-8F9C-BA98-B5AACABC3C29}"/>
              </a:ext>
            </a:extLst>
          </p:cNvPr>
          <p:cNvSpPr txBox="1"/>
          <p:nvPr/>
        </p:nvSpPr>
        <p:spPr>
          <a:xfrm>
            <a:off x="10092678" y="407430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0FC4C596-879F-CCA0-0FDB-E1997758A483}"/>
              </a:ext>
            </a:extLst>
          </p:cNvPr>
          <p:cNvSpPr/>
          <p:nvPr/>
        </p:nvSpPr>
        <p:spPr>
          <a:xfrm>
            <a:off x="9571541" y="436690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4E72D9F-4DF3-A981-999B-E784883810A0}"/>
              </a:ext>
            </a:extLst>
          </p:cNvPr>
          <p:cNvSpPr txBox="1"/>
          <p:nvPr/>
        </p:nvSpPr>
        <p:spPr>
          <a:xfrm>
            <a:off x="9641171" y="436690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BD0FD6C4-484A-B4E3-831D-ACDFE5152309}"/>
              </a:ext>
            </a:extLst>
          </p:cNvPr>
          <p:cNvSpPr txBox="1"/>
          <p:nvPr/>
        </p:nvSpPr>
        <p:spPr>
          <a:xfrm>
            <a:off x="10056799" y="474884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7CECC58C-A580-E964-C610-BA264D64CABC}"/>
              </a:ext>
            </a:extLst>
          </p:cNvPr>
          <p:cNvSpPr/>
          <p:nvPr/>
        </p:nvSpPr>
        <p:spPr>
          <a:xfrm>
            <a:off x="9571541" y="514448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F211881B-48FE-F942-1C30-4FB6E8808422}"/>
              </a:ext>
            </a:extLst>
          </p:cNvPr>
          <p:cNvSpPr txBox="1"/>
          <p:nvPr/>
        </p:nvSpPr>
        <p:spPr>
          <a:xfrm>
            <a:off x="9640911" y="514224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9DB7FAF6-1CF8-17F4-842D-CCF87C46C242}"/>
              </a:ext>
            </a:extLst>
          </p:cNvPr>
          <p:cNvSpPr txBox="1"/>
          <p:nvPr/>
        </p:nvSpPr>
        <p:spPr>
          <a:xfrm>
            <a:off x="5193187" y="3995382"/>
            <a:ext cx="1158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8EA8CB5-2A31-C612-A5C9-0D954800474B}"/>
              </a:ext>
            </a:extLst>
          </p:cNvPr>
          <p:cNvSpPr txBox="1"/>
          <p:nvPr/>
        </p:nvSpPr>
        <p:spPr>
          <a:xfrm>
            <a:off x="8194830" y="4006942"/>
            <a:ext cx="1211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第四个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2E0D727-7882-653E-983D-104450AEE14B}"/>
              </a:ext>
            </a:extLst>
          </p:cNvPr>
          <p:cNvSpPr txBox="1"/>
          <p:nvPr/>
        </p:nvSpPr>
        <p:spPr>
          <a:xfrm>
            <a:off x="11083995" y="4000752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第五个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6B2EA0EE-1859-1136-7001-46D1FF3CD30F}"/>
              </a:ext>
            </a:extLst>
          </p:cNvPr>
          <p:cNvCxnSpPr>
            <a:cxnSpLocks/>
          </p:cNvCxnSpPr>
          <p:nvPr/>
        </p:nvCxnSpPr>
        <p:spPr>
          <a:xfrm flipV="1">
            <a:off x="3272370" y="1318881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D5A90C5E-3AA6-8095-0644-E96FC160AE94}"/>
              </a:ext>
            </a:extLst>
          </p:cNvPr>
          <p:cNvCxnSpPr>
            <a:cxnSpLocks/>
          </p:cNvCxnSpPr>
          <p:nvPr/>
        </p:nvCxnSpPr>
        <p:spPr>
          <a:xfrm>
            <a:off x="6242325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C921034B-0A62-69AF-C48E-CED995C3DA54}"/>
              </a:ext>
            </a:extLst>
          </p:cNvPr>
          <p:cNvCxnSpPr>
            <a:cxnSpLocks/>
          </p:cNvCxnSpPr>
          <p:nvPr/>
        </p:nvCxnSpPr>
        <p:spPr>
          <a:xfrm>
            <a:off x="9119811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BC0D3F5-E826-1E4F-DA27-4D7D1B7631D8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2107EB-AA11-9A59-07D0-34CDB8ED7205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91B0E13-6946-5CEF-7FD2-0CE89E8F6E67}"/>
              </a:ext>
            </a:extLst>
          </p:cNvPr>
          <p:cNvSpPr txBox="1"/>
          <p:nvPr/>
        </p:nvSpPr>
        <p:spPr>
          <a:xfrm>
            <a:off x="6649913" y="2352013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1206DDA-D3CF-57AB-0188-ABE15C9C7FA8}"/>
              </a:ext>
            </a:extLst>
          </p:cNvPr>
          <p:cNvSpPr/>
          <p:nvPr/>
        </p:nvSpPr>
        <p:spPr>
          <a:xfrm>
            <a:off x="6532034" y="2755937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0ABAED-20C7-E2F8-70DF-EC47D0D25D7F}"/>
              </a:ext>
            </a:extLst>
          </p:cNvPr>
          <p:cNvSpPr txBox="1"/>
          <p:nvPr/>
        </p:nvSpPr>
        <p:spPr>
          <a:xfrm>
            <a:off x="6601426" y="2755937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第三拍，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个并行计算单元，每个计算单元从第二排的结果得到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个部分和，连同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一起做加法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E6EDAF7-8BBD-2487-FAF6-199E62476D0E}"/>
              </a:ext>
            </a:extLst>
          </p:cNvPr>
          <p:cNvSpPr txBox="1"/>
          <p:nvPr/>
        </p:nvSpPr>
        <p:spPr>
          <a:xfrm>
            <a:off x="84685" y="2813626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0F30371-8D61-3FBF-78F2-BAFE6788D4B0}"/>
              </a:ext>
            </a:extLst>
          </p:cNvPr>
          <p:cNvSpPr txBox="1"/>
          <p:nvPr/>
        </p:nvSpPr>
        <p:spPr>
          <a:xfrm>
            <a:off x="73409" y="4176122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BC4E535-BC26-49A9-F851-FF9FA0E66247}"/>
              </a:ext>
            </a:extLst>
          </p:cNvPr>
          <p:cNvSpPr txBox="1"/>
          <p:nvPr/>
        </p:nvSpPr>
        <p:spPr>
          <a:xfrm>
            <a:off x="99820" y="5914710"/>
            <a:ext cx="41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预取逻辑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318740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63E8B-12F1-1400-F48B-67EEBC5A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E47070A6-706A-EE6B-BB1D-30E6BEF8EADF}"/>
              </a:ext>
            </a:extLst>
          </p:cNvPr>
          <p:cNvCxnSpPr>
            <a:cxnSpLocks/>
          </p:cNvCxnSpPr>
          <p:nvPr/>
        </p:nvCxnSpPr>
        <p:spPr>
          <a:xfrm flipV="1">
            <a:off x="6192587" y="1375245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34B02B71-076C-CAD4-A2C2-5DB83D1F7ACE}"/>
              </a:ext>
            </a:extLst>
          </p:cNvPr>
          <p:cNvCxnSpPr>
            <a:cxnSpLocks/>
          </p:cNvCxnSpPr>
          <p:nvPr/>
        </p:nvCxnSpPr>
        <p:spPr>
          <a:xfrm flipV="1">
            <a:off x="8866158" y="1289617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7898EC7-9A1B-4F92-B8A9-58A1C99FEB2F}"/>
              </a:ext>
            </a:extLst>
          </p:cNvPr>
          <p:cNvCxnSpPr>
            <a:cxnSpLocks/>
          </p:cNvCxnSpPr>
          <p:nvPr/>
        </p:nvCxnSpPr>
        <p:spPr>
          <a:xfrm flipV="1">
            <a:off x="11849386" y="1311722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C52AB70-4B22-925E-8FF9-A4527A1CD6DF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93B284D-96FE-EDFE-B45D-310DDBAABF92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7871D61-346A-DBDA-1420-6244C3782FAA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54A2FF5-663F-92B6-DF80-387FCB876613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A1271AB-BDA2-818B-FC73-8F18A3C92DF8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4F7B553-AFA0-85EC-E1AC-52A87714520F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22EBB16-1C5B-FB0A-C361-0A7BA7324475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5772C19-6CCD-46F7-3BD0-A10C401351EE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EE96122-9895-FC33-EFD3-5197BEA054FB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DA84F8-8EA3-F6F7-0901-1C6F6675668D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91C05CF-E400-9E4E-EEF0-F27A964BB968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6C52F4C-6DC2-200A-EDB2-FBA6368A0CB2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0CAA0E5-C94E-A215-8413-50C0C4B61CDA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DEC07C6-7D7B-58F9-D5F1-E25B22081EB8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EBD407A-2527-B650-8A77-D8F1A85D8D46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1E87D16-CCCD-9899-FA34-97B5185EAC6E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415ED88-0B90-9D40-6B74-1C1F8BBAFCB6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AF6FB4E-3A98-26B8-28EE-CFEAAB997A2C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9B3B7AA-7717-12DD-FC57-0DD775144FB8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D8F326D-91B1-2471-338E-451E13DAFA7B}"/>
              </a:ext>
            </a:extLst>
          </p:cNvPr>
          <p:cNvCxnSpPr>
            <a:cxnSpLocks/>
          </p:cNvCxnSpPr>
          <p:nvPr/>
        </p:nvCxnSpPr>
        <p:spPr>
          <a:xfrm>
            <a:off x="6586479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CEF5FE6-4456-7B06-550F-8E8A3DEF56CC}"/>
              </a:ext>
            </a:extLst>
          </p:cNvPr>
          <p:cNvCxnSpPr>
            <a:cxnSpLocks/>
          </p:cNvCxnSpPr>
          <p:nvPr/>
        </p:nvCxnSpPr>
        <p:spPr>
          <a:xfrm>
            <a:off x="9160322" y="138628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BC9F437-FC09-3B87-4301-27759385367B}"/>
              </a:ext>
            </a:extLst>
          </p:cNvPr>
          <p:cNvSpPr txBox="1"/>
          <p:nvPr/>
        </p:nvSpPr>
        <p:spPr>
          <a:xfrm>
            <a:off x="1055244" y="2323554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EC83EA19-FB41-3722-8B84-BD3C5552E31A}"/>
              </a:ext>
            </a:extLst>
          </p:cNvPr>
          <p:cNvSpPr/>
          <p:nvPr/>
        </p:nvSpPr>
        <p:spPr>
          <a:xfrm>
            <a:off x="1060776" y="2701923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EA48C3E-F1AF-8D52-4E91-74E8D1413555}"/>
              </a:ext>
            </a:extLst>
          </p:cNvPr>
          <p:cNvSpPr txBox="1"/>
          <p:nvPr/>
        </p:nvSpPr>
        <p:spPr>
          <a:xfrm>
            <a:off x="1074571" y="2696198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第二级流水，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ReLU+Saturate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A340C8A-2B1E-41F1-031C-C199B06A0D14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3DC08BC-05A0-A08C-01B2-A350DBE801A9}"/>
              </a:ext>
            </a:extLst>
          </p:cNvPr>
          <p:cNvSpPr txBox="1"/>
          <p:nvPr/>
        </p:nvSpPr>
        <p:spPr>
          <a:xfrm>
            <a:off x="1412480" y="968934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=6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60278A5-089B-F4CD-5545-5924A560EFC5}"/>
              </a:ext>
            </a:extLst>
          </p:cNvPr>
          <p:cNvSpPr txBox="1"/>
          <p:nvPr/>
        </p:nvSpPr>
        <p:spPr>
          <a:xfrm>
            <a:off x="4006531" y="957541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=7</a:t>
            </a: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634B1F7D-622A-8F1B-7261-D3357C61D7DA}"/>
              </a:ext>
            </a:extLst>
          </p:cNvPr>
          <p:cNvSpPr/>
          <p:nvPr/>
        </p:nvSpPr>
        <p:spPr>
          <a:xfrm>
            <a:off x="653963" y="3645863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4D00C29-1012-3896-6473-FCA469F58668}"/>
              </a:ext>
            </a:extLst>
          </p:cNvPr>
          <p:cNvSpPr txBox="1"/>
          <p:nvPr/>
        </p:nvSpPr>
        <p:spPr>
          <a:xfrm>
            <a:off x="1242765" y="3763934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291D3266-0023-2332-D9E7-8482B4F417FE}"/>
              </a:ext>
            </a:extLst>
          </p:cNvPr>
          <p:cNvSpPr/>
          <p:nvPr/>
        </p:nvSpPr>
        <p:spPr>
          <a:xfrm>
            <a:off x="721628" y="4056536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C2267676-00DD-8AEB-F7AB-5B53E82E8BBB}"/>
              </a:ext>
            </a:extLst>
          </p:cNvPr>
          <p:cNvSpPr txBox="1"/>
          <p:nvPr/>
        </p:nvSpPr>
        <p:spPr>
          <a:xfrm>
            <a:off x="791258" y="4056536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0512E56-6690-467F-5890-4CAE6001C5A8}"/>
              </a:ext>
            </a:extLst>
          </p:cNvPr>
          <p:cNvSpPr txBox="1"/>
          <p:nvPr/>
        </p:nvSpPr>
        <p:spPr>
          <a:xfrm>
            <a:off x="1206886" y="443847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AB637221-9DE6-0780-BFA0-4D2EB780315D}"/>
              </a:ext>
            </a:extLst>
          </p:cNvPr>
          <p:cNvSpPr/>
          <p:nvPr/>
        </p:nvSpPr>
        <p:spPr>
          <a:xfrm>
            <a:off x="721628" y="4834116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276BD8C-01B4-10DD-4236-5C7847CB1F7C}"/>
              </a:ext>
            </a:extLst>
          </p:cNvPr>
          <p:cNvSpPr txBox="1"/>
          <p:nvPr/>
        </p:nvSpPr>
        <p:spPr>
          <a:xfrm>
            <a:off x="790998" y="4831876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72E1A56-7A28-01BE-D050-C6E416C3B25F}"/>
              </a:ext>
            </a:extLst>
          </p:cNvPr>
          <p:cNvSpPr txBox="1"/>
          <p:nvPr/>
        </p:nvSpPr>
        <p:spPr>
          <a:xfrm>
            <a:off x="2234082" y="3690383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第五个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290F45A-6A04-9E66-0AFC-A24908E03122}"/>
              </a:ext>
            </a:extLst>
          </p:cNvPr>
          <p:cNvCxnSpPr>
            <a:cxnSpLocks/>
          </p:cNvCxnSpPr>
          <p:nvPr/>
        </p:nvCxnSpPr>
        <p:spPr>
          <a:xfrm flipV="1">
            <a:off x="3272370" y="1318881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2AA04967-C7E0-DB03-1885-7B94D768F783}"/>
              </a:ext>
            </a:extLst>
          </p:cNvPr>
          <p:cNvCxnSpPr>
            <a:cxnSpLocks/>
          </p:cNvCxnSpPr>
          <p:nvPr/>
        </p:nvCxnSpPr>
        <p:spPr>
          <a:xfrm>
            <a:off x="600557" y="4494127"/>
            <a:ext cx="572800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E8EF8E2-50CC-5F27-6051-3D3F0037597D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CD669B-A655-ACA9-D609-30AE5A127A37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8CAC79D-FC22-18AD-68C3-CECBA2F80AAA}"/>
              </a:ext>
            </a:extLst>
          </p:cNvPr>
          <p:cNvSpPr/>
          <p:nvPr/>
        </p:nvSpPr>
        <p:spPr>
          <a:xfrm>
            <a:off x="3604086" y="3635729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45BB0D7-8CF8-EA09-6A54-259F6A2238CD}"/>
              </a:ext>
            </a:extLst>
          </p:cNvPr>
          <p:cNvSpPr txBox="1"/>
          <p:nvPr/>
        </p:nvSpPr>
        <p:spPr>
          <a:xfrm>
            <a:off x="4192888" y="3753800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5CC31CA-B548-F686-43F8-E7E7C59CD0A3}"/>
              </a:ext>
            </a:extLst>
          </p:cNvPr>
          <p:cNvSpPr/>
          <p:nvPr/>
        </p:nvSpPr>
        <p:spPr>
          <a:xfrm>
            <a:off x="3671751" y="4046402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FDDB263-6178-798F-DC1A-5E3910E0E069}"/>
              </a:ext>
            </a:extLst>
          </p:cNvPr>
          <p:cNvSpPr txBox="1"/>
          <p:nvPr/>
        </p:nvSpPr>
        <p:spPr>
          <a:xfrm>
            <a:off x="3741381" y="4046402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BAED4A2-7C20-0615-D232-633560B150B8}"/>
              </a:ext>
            </a:extLst>
          </p:cNvPr>
          <p:cNvSpPr txBox="1"/>
          <p:nvPr/>
        </p:nvSpPr>
        <p:spPr>
          <a:xfrm>
            <a:off x="4157009" y="442833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4DDE3D2-A559-27C3-8300-CC587867F976}"/>
              </a:ext>
            </a:extLst>
          </p:cNvPr>
          <p:cNvSpPr/>
          <p:nvPr/>
        </p:nvSpPr>
        <p:spPr>
          <a:xfrm>
            <a:off x="3671751" y="4823982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83DF427-1D3D-F6D1-25C7-DBD08F2FDE8A}"/>
              </a:ext>
            </a:extLst>
          </p:cNvPr>
          <p:cNvSpPr txBox="1"/>
          <p:nvPr/>
        </p:nvSpPr>
        <p:spPr>
          <a:xfrm>
            <a:off x="3741121" y="4821742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31AB111-72F3-4AC7-EF28-520FC54EFC08}"/>
              </a:ext>
            </a:extLst>
          </p:cNvPr>
          <p:cNvSpPr txBox="1"/>
          <p:nvPr/>
        </p:nvSpPr>
        <p:spPr>
          <a:xfrm>
            <a:off x="5184205" y="3680249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第七个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4ADE1AB-7E50-D4D5-968A-8D9A7D1CDF51}"/>
              </a:ext>
            </a:extLst>
          </p:cNvPr>
          <p:cNvSpPr txBox="1"/>
          <p:nvPr/>
        </p:nvSpPr>
        <p:spPr>
          <a:xfrm>
            <a:off x="6600582" y="950327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27C4F6C-7CB6-0400-A96F-76CDA8359572}"/>
              </a:ext>
            </a:extLst>
          </p:cNvPr>
          <p:cNvSpPr txBox="1"/>
          <p:nvPr/>
        </p:nvSpPr>
        <p:spPr>
          <a:xfrm>
            <a:off x="9178072" y="943688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4A8F298C-B0F4-F6AE-B94F-C351F0C7F4B5}"/>
              </a:ext>
            </a:extLst>
          </p:cNvPr>
          <p:cNvSpPr/>
          <p:nvPr/>
        </p:nvSpPr>
        <p:spPr>
          <a:xfrm>
            <a:off x="6483140" y="3649158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3C3B0AE-953E-ABAF-C8F7-4FA98EE5F0CC}"/>
              </a:ext>
            </a:extLst>
          </p:cNvPr>
          <p:cNvSpPr txBox="1"/>
          <p:nvPr/>
        </p:nvSpPr>
        <p:spPr>
          <a:xfrm>
            <a:off x="7071942" y="3767229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8407A537-A2D8-B094-2331-649772AAC637}"/>
              </a:ext>
            </a:extLst>
          </p:cNvPr>
          <p:cNvSpPr/>
          <p:nvPr/>
        </p:nvSpPr>
        <p:spPr>
          <a:xfrm>
            <a:off x="6550805" y="4059831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BCA40C5-18BA-F312-FA7A-47AAC5661699}"/>
              </a:ext>
            </a:extLst>
          </p:cNvPr>
          <p:cNvSpPr txBox="1"/>
          <p:nvPr/>
        </p:nvSpPr>
        <p:spPr>
          <a:xfrm>
            <a:off x="6620435" y="4059831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A0802B4D-A876-1625-5072-11A647B09F25}"/>
              </a:ext>
            </a:extLst>
          </p:cNvPr>
          <p:cNvSpPr txBox="1"/>
          <p:nvPr/>
        </p:nvSpPr>
        <p:spPr>
          <a:xfrm>
            <a:off x="7036063" y="444176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5A546F68-7846-A45C-2384-73E3FC29EF58}"/>
              </a:ext>
            </a:extLst>
          </p:cNvPr>
          <p:cNvSpPr/>
          <p:nvPr/>
        </p:nvSpPr>
        <p:spPr>
          <a:xfrm>
            <a:off x="6550805" y="4837411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5B65E2ED-0D40-EEA5-6FBA-91FECF6730C9}"/>
              </a:ext>
            </a:extLst>
          </p:cNvPr>
          <p:cNvSpPr txBox="1"/>
          <p:nvPr/>
        </p:nvSpPr>
        <p:spPr>
          <a:xfrm>
            <a:off x="6620175" y="4835171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73FE9803-AA54-5EC6-BF18-734C28A08DE4}"/>
              </a:ext>
            </a:extLst>
          </p:cNvPr>
          <p:cNvSpPr txBox="1"/>
          <p:nvPr/>
        </p:nvSpPr>
        <p:spPr>
          <a:xfrm>
            <a:off x="8063259" y="3693678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第八个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E691A77D-9070-BCA3-850C-CE51574D1428}"/>
              </a:ext>
            </a:extLst>
          </p:cNvPr>
          <p:cNvSpPr/>
          <p:nvPr/>
        </p:nvSpPr>
        <p:spPr>
          <a:xfrm>
            <a:off x="9355383" y="3635729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641037B-0606-83E4-BB0D-B9C2E6070998}"/>
              </a:ext>
            </a:extLst>
          </p:cNvPr>
          <p:cNvSpPr txBox="1"/>
          <p:nvPr/>
        </p:nvSpPr>
        <p:spPr>
          <a:xfrm>
            <a:off x="9944185" y="3753800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D3B2DD65-F038-499F-6188-C11CF00E7471}"/>
              </a:ext>
            </a:extLst>
          </p:cNvPr>
          <p:cNvSpPr/>
          <p:nvPr/>
        </p:nvSpPr>
        <p:spPr>
          <a:xfrm>
            <a:off x="9423048" y="4046402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44AEAE6-A76B-9B05-AE8D-051CF2AE4890}"/>
              </a:ext>
            </a:extLst>
          </p:cNvPr>
          <p:cNvSpPr txBox="1"/>
          <p:nvPr/>
        </p:nvSpPr>
        <p:spPr>
          <a:xfrm>
            <a:off x="9492678" y="4046402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F93167E-B0D7-32F0-479C-527E01A090E1}"/>
              </a:ext>
            </a:extLst>
          </p:cNvPr>
          <p:cNvSpPr txBox="1"/>
          <p:nvPr/>
        </p:nvSpPr>
        <p:spPr>
          <a:xfrm>
            <a:off x="9908306" y="442833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44716D4F-ED14-6FB1-131B-A35FEC0A1CBE}"/>
              </a:ext>
            </a:extLst>
          </p:cNvPr>
          <p:cNvSpPr/>
          <p:nvPr/>
        </p:nvSpPr>
        <p:spPr>
          <a:xfrm>
            <a:off x="9423048" y="4823982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398A30C-ACC8-7614-920E-F764D8B0954F}"/>
              </a:ext>
            </a:extLst>
          </p:cNvPr>
          <p:cNvSpPr txBox="1"/>
          <p:nvPr/>
        </p:nvSpPr>
        <p:spPr>
          <a:xfrm>
            <a:off x="9492418" y="4821742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32AAA4B-8313-A673-D779-645AAA64B149}"/>
              </a:ext>
            </a:extLst>
          </p:cNvPr>
          <p:cNvSpPr txBox="1"/>
          <p:nvPr/>
        </p:nvSpPr>
        <p:spPr>
          <a:xfrm>
            <a:off x="10935502" y="3680249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3F744203-3821-9A82-45BB-3D56EA9AF514}"/>
              </a:ext>
            </a:extLst>
          </p:cNvPr>
          <p:cNvSpPr/>
          <p:nvPr/>
        </p:nvSpPr>
        <p:spPr>
          <a:xfrm>
            <a:off x="6697554" y="2664188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DWConv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45C16093-D1BA-173D-9436-6A163B76330C}"/>
              </a:ext>
            </a:extLst>
          </p:cNvPr>
          <p:cNvSpPr/>
          <p:nvPr/>
        </p:nvSpPr>
        <p:spPr>
          <a:xfrm>
            <a:off x="9427189" y="2653318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DWConv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48A1D037-C9F0-7EEB-9442-ADC5CE49EFBF}"/>
              </a:ext>
            </a:extLst>
          </p:cNvPr>
          <p:cNvCxnSpPr>
            <a:cxnSpLocks/>
          </p:cNvCxnSpPr>
          <p:nvPr/>
        </p:nvCxnSpPr>
        <p:spPr>
          <a:xfrm>
            <a:off x="3321953" y="445776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D746C320-4265-D288-9E2E-7E14C57D3F32}"/>
              </a:ext>
            </a:extLst>
          </p:cNvPr>
          <p:cNvCxnSpPr>
            <a:cxnSpLocks/>
          </p:cNvCxnSpPr>
          <p:nvPr/>
        </p:nvCxnSpPr>
        <p:spPr>
          <a:xfrm>
            <a:off x="6247779" y="4458650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6CA83CA7-A2B4-5C96-DA72-53A2490E2F56}"/>
              </a:ext>
            </a:extLst>
          </p:cNvPr>
          <p:cNvCxnSpPr>
            <a:cxnSpLocks/>
          </p:cNvCxnSpPr>
          <p:nvPr/>
        </p:nvCxnSpPr>
        <p:spPr>
          <a:xfrm>
            <a:off x="9004847" y="4455723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3431B8E1-9D55-B3C6-2EEA-444732FBD2FA}"/>
              </a:ext>
            </a:extLst>
          </p:cNvPr>
          <p:cNvSpPr/>
          <p:nvPr/>
        </p:nvSpPr>
        <p:spPr>
          <a:xfrm>
            <a:off x="3646427" y="2569441"/>
            <a:ext cx="2600325" cy="7684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D0C4E9F-4003-79D4-3FD1-0AB3C1C7A02D}"/>
              </a:ext>
            </a:extLst>
          </p:cNvPr>
          <p:cNvSpPr txBox="1"/>
          <p:nvPr/>
        </p:nvSpPr>
        <p:spPr>
          <a:xfrm>
            <a:off x="3983173" y="216546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F1AB1397-C409-DDC3-C84B-6FBF2F7068AA}"/>
              </a:ext>
            </a:extLst>
          </p:cNvPr>
          <p:cNvSpPr txBox="1"/>
          <p:nvPr/>
        </p:nvSpPr>
        <p:spPr>
          <a:xfrm>
            <a:off x="3765845" y="2646333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req_next_pos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激活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激活，且＝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AFB784C8-0898-D74C-543E-EAB378096C7B}"/>
              </a:ext>
            </a:extLst>
          </p:cNvPr>
          <p:cNvSpPr txBox="1"/>
          <p:nvPr/>
        </p:nvSpPr>
        <p:spPr>
          <a:xfrm>
            <a:off x="1083728" y="5916383"/>
            <a:ext cx="2818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：新行数据存入寄存器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不工作，无事发生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96A363CD-066B-7189-DA0F-E65FDFF1856E}"/>
              </a:ext>
            </a:extLst>
          </p:cNvPr>
          <p:cNvSpPr txBox="1"/>
          <p:nvPr/>
        </p:nvSpPr>
        <p:spPr>
          <a:xfrm>
            <a:off x="3876095" y="5892608"/>
            <a:ext cx="1893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input buffer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77A0F673-ED2A-D351-47A8-7F9D7E8507D6}"/>
              </a:ext>
            </a:extLst>
          </p:cNvPr>
          <p:cNvSpPr txBox="1"/>
          <p:nvPr/>
        </p:nvSpPr>
        <p:spPr>
          <a:xfrm>
            <a:off x="6533593" y="5892608"/>
            <a:ext cx="3101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pos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请求逻辑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：接收到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信号，生成输入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便于下一个时钟上升沿，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核心读取数据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533D4108-D52F-B1E9-17CE-C9ED64B22045}"/>
              </a:ext>
            </a:extLst>
          </p:cNvPr>
          <p:cNvSpPr txBox="1"/>
          <p:nvPr/>
        </p:nvSpPr>
        <p:spPr>
          <a:xfrm>
            <a:off x="84685" y="2813626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E593F40A-0C16-65B2-02B4-C97BE28E98AA}"/>
              </a:ext>
            </a:extLst>
          </p:cNvPr>
          <p:cNvSpPr txBox="1"/>
          <p:nvPr/>
        </p:nvSpPr>
        <p:spPr>
          <a:xfrm>
            <a:off x="73409" y="4176122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7D48E148-0BA2-5BDD-FBC1-D473277F4835}"/>
              </a:ext>
            </a:extLst>
          </p:cNvPr>
          <p:cNvSpPr txBox="1"/>
          <p:nvPr/>
        </p:nvSpPr>
        <p:spPr>
          <a:xfrm>
            <a:off x="99820" y="5914710"/>
            <a:ext cx="41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预取逻辑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26628961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C310D-3444-6784-3DF4-CC8D41CE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46F1535-4367-585F-9747-5160AB19D49D}"/>
              </a:ext>
            </a:extLst>
          </p:cNvPr>
          <p:cNvCxnSpPr>
            <a:cxnSpLocks/>
          </p:cNvCxnSpPr>
          <p:nvPr/>
        </p:nvCxnSpPr>
        <p:spPr>
          <a:xfrm>
            <a:off x="600557" y="1949379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A8B9E2-4067-FE0D-E0C5-D61F4D55A38A}"/>
              </a:ext>
            </a:extLst>
          </p:cNvPr>
          <p:cNvCxnSpPr>
            <a:cxnSpLocks/>
          </p:cNvCxnSpPr>
          <p:nvPr/>
        </p:nvCxnSpPr>
        <p:spPr>
          <a:xfrm>
            <a:off x="1429042" y="136177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C327483-9DBD-1F6F-0C3D-D2683E8E18AD}"/>
              </a:ext>
            </a:extLst>
          </p:cNvPr>
          <p:cNvCxnSpPr>
            <a:cxnSpLocks/>
          </p:cNvCxnSpPr>
          <p:nvPr/>
        </p:nvCxnSpPr>
        <p:spPr>
          <a:xfrm flipV="1">
            <a:off x="1429042" y="1373220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9793F21-88CF-464D-FAD4-22C7FC1DABFC}"/>
              </a:ext>
            </a:extLst>
          </p:cNvPr>
          <p:cNvCxnSpPr>
            <a:cxnSpLocks/>
          </p:cNvCxnSpPr>
          <p:nvPr/>
        </p:nvCxnSpPr>
        <p:spPr>
          <a:xfrm>
            <a:off x="2717786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7BF025D-40A9-9A50-4D46-343D24C343E6}"/>
              </a:ext>
            </a:extLst>
          </p:cNvPr>
          <p:cNvCxnSpPr>
            <a:cxnSpLocks/>
          </p:cNvCxnSpPr>
          <p:nvPr/>
        </p:nvCxnSpPr>
        <p:spPr>
          <a:xfrm>
            <a:off x="1429042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477F44B-3D8F-6669-FA86-7969ECB76807}"/>
              </a:ext>
            </a:extLst>
          </p:cNvPr>
          <p:cNvCxnSpPr>
            <a:cxnSpLocks/>
          </p:cNvCxnSpPr>
          <p:nvPr/>
        </p:nvCxnSpPr>
        <p:spPr>
          <a:xfrm flipV="1">
            <a:off x="2734621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3DAD68E-C03E-D0C2-5CA9-57C91139078B}"/>
              </a:ext>
            </a:extLst>
          </p:cNvPr>
          <p:cNvCxnSpPr>
            <a:cxnSpLocks/>
          </p:cNvCxnSpPr>
          <p:nvPr/>
        </p:nvCxnSpPr>
        <p:spPr>
          <a:xfrm>
            <a:off x="3995748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090269-CAFB-BE0B-690D-98836FB6242F}"/>
              </a:ext>
            </a:extLst>
          </p:cNvPr>
          <p:cNvCxnSpPr>
            <a:cxnSpLocks/>
          </p:cNvCxnSpPr>
          <p:nvPr/>
        </p:nvCxnSpPr>
        <p:spPr>
          <a:xfrm flipV="1">
            <a:off x="3995749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9FBE6D5-E810-B49A-9718-17E25606C57F}"/>
              </a:ext>
            </a:extLst>
          </p:cNvPr>
          <p:cNvCxnSpPr>
            <a:cxnSpLocks/>
          </p:cNvCxnSpPr>
          <p:nvPr/>
        </p:nvCxnSpPr>
        <p:spPr>
          <a:xfrm>
            <a:off x="5284492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F1812C2-0060-8E97-0223-292E00E0B451}"/>
              </a:ext>
            </a:extLst>
          </p:cNvPr>
          <p:cNvCxnSpPr>
            <a:cxnSpLocks/>
          </p:cNvCxnSpPr>
          <p:nvPr/>
        </p:nvCxnSpPr>
        <p:spPr>
          <a:xfrm flipV="1">
            <a:off x="530132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16169D2-30CB-38FC-CFCB-1C08AF422213}"/>
              </a:ext>
            </a:extLst>
          </p:cNvPr>
          <p:cNvCxnSpPr>
            <a:cxnSpLocks/>
          </p:cNvCxnSpPr>
          <p:nvPr/>
        </p:nvCxnSpPr>
        <p:spPr>
          <a:xfrm>
            <a:off x="6590071" y="136177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690A62A-A0A3-9097-7673-A0ECB94CC881}"/>
              </a:ext>
            </a:extLst>
          </p:cNvPr>
          <p:cNvCxnSpPr>
            <a:cxnSpLocks/>
          </p:cNvCxnSpPr>
          <p:nvPr/>
        </p:nvCxnSpPr>
        <p:spPr>
          <a:xfrm flipV="1">
            <a:off x="6590071" y="137322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DBBC27D-340E-421F-46E2-AFB6941DA92B}"/>
              </a:ext>
            </a:extLst>
          </p:cNvPr>
          <p:cNvCxnSpPr>
            <a:cxnSpLocks/>
          </p:cNvCxnSpPr>
          <p:nvPr/>
        </p:nvCxnSpPr>
        <p:spPr>
          <a:xfrm>
            <a:off x="7878815" y="137322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7D47671-087D-1DC7-C0A8-7A3C3CBA53CE}"/>
              </a:ext>
            </a:extLst>
          </p:cNvPr>
          <p:cNvCxnSpPr>
            <a:cxnSpLocks/>
          </p:cNvCxnSpPr>
          <p:nvPr/>
        </p:nvCxnSpPr>
        <p:spPr>
          <a:xfrm flipV="1">
            <a:off x="7895650" y="1944161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A8ECEC7-A91B-87F0-84A5-56ED66A1AC52}"/>
              </a:ext>
            </a:extLst>
          </p:cNvPr>
          <p:cNvCxnSpPr>
            <a:cxnSpLocks/>
          </p:cNvCxnSpPr>
          <p:nvPr/>
        </p:nvCxnSpPr>
        <p:spPr>
          <a:xfrm>
            <a:off x="9156777" y="135655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E709FE9-4032-C4B1-E8E8-990E48FD529F}"/>
              </a:ext>
            </a:extLst>
          </p:cNvPr>
          <p:cNvCxnSpPr>
            <a:cxnSpLocks/>
          </p:cNvCxnSpPr>
          <p:nvPr/>
        </p:nvCxnSpPr>
        <p:spPr>
          <a:xfrm flipV="1">
            <a:off x="9156778" y="136800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DA18009-671F-B2A5-6C49-4C1552A9042E}"/>
              </a:ext>
            </a:extLst>
          </p:cNvPr>
          <p:cNvCxnSpPr>
            <a:cxnSpLocks/>
          </p:cNvCxnSpPr>
          <p:nvPr/>
        </p:nvCxnSpPr>
        <p:spPr>
          <a:xfrm>
            <a:off x="10445521" y="1368002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AB53DE1-37B8-88EA-7AD3-E03250F5548E}"/>
              </a:ext>
            </a:extLst>
          </p:cNvPr>
          <p:cNvCxnSpPr>
            <a:cxnSpLocks/>
          </p:cNvCxnSpPr>
          <p:nvPr/>
        </p:nvCxnSpPr>
        <p:spPr>
          <a:xfrm flipV="1">
            <a:off x="10462357" y="1938942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EC76512-288C-3940-3912-FF517AE9EDBC}"/>
              </a:ext>
            </a:extLst>
          </p:cNvPr>
          <p:cNvSpPr txBox="1"/>
          <p:nvPr/>
        </p:nvSpPr>
        <p:spPr>
          <a:xfrm>
            <a:off x="1185386" y="979755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=8, </a:t>
            </a:r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B7EB3A-AF96-6221-BC24-A6EF81EB0325}"/>
              </a:ext>
            </a:extLst>
          </p:cNvPr>
          <p:cNvSpPr txBox="1"/>
          <p:nvPr/>
        </p:nvSpPr>
        <p:spPr>
          <a:xfrm>
            <a:off x="1209378" y="2370300"/>
            <a:ext cx="1711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72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538A7BD-FDA0-B065-608C-E70F56FBD122}"/>
              </a:ext>
            </a:extLst>
          </p:cNvPr>
          <p:cNvSpPr/>
          <p:nvPr/>
        </p:nvSpPr>
        <p:spPr>
          <a:xfrm>
            <a:off x="3370576" y="2444259"/>
            <a:ext cx="2600325" cy="82577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D15752-3E5D-5B9C-1860-A5512BD71C8D}"/>
              </a:ext>
            </a:extLst>
          </p:cNvPr>
          <p:cNvSpPr txBox="1"/>
          <p:nvPr/>
        </p:nvSpPr>
        <p:spPr>
          <a:xfrm>
            <a:off x="4049809" y="209163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29007D-3C04-8306-0AA8-556B436CE5E8}"/>
              </a:ext>
            </a:extLst>
          </p:cNvPr>
          <p:cNvSpPr txBox="1"/>
          <p:nvPr/>
        </p:nvSpPr>
        <p:spPr>
          <a:xfrm>
            <a:off x="3445036" y="2444259"/>
            <a:ext cx="24514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对参数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信号拉低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req_next_pos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不再请求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812BAE3-153B-C53C-ED37-30893C6195AA}"/>
              </a:ext>
            </a:extLst>
          </p:cNvPr>
          <p:cNvCxnSpPr>
            <a:cxnSpLocks/>
          </p:cNvCxnSpPr>
          <p:nvPr/>
        </p:nvCxnSpPr>
        <p:spPr>
          <a:xfrm>
            <a:off x="3995748" y="137843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79757B2-90CC-B6CA-B197-37A96D9230AE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79B27D-C9FA-5120-7713-6B5BF5FDA1A2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05451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03DA6-B527-9C19-4DD5-7BA18BF3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91BA9F-B2AA-D92A-AF17-468837988663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F1C669-1B62-F7B5-7C6A-D206E76AC957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47750B-FF6B-39A6-A6B8-E77F355E3893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A3E6DC-6BBA-11B0-B155-1EE15C4E45F7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1B73EBC5-F5CF-D0DE-40CE-5ED17CB6922C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220B942-291E-F917-3B7D-D477B912BB5F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E5A8835-A489-C39A-3937-A71B2AC16903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77543C9-8DD6-AB40-BE84-1399C648F36A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C40877-FA40-5550-1896-27980A58898A}"/>
              </a:ext>
            </a:extLst>
          </p:cNvPr>
          <p:cNvSpPr/>
          <p:nvPr/>
        </p:nvSpPr>
        <p:spPr>
          <a:xfrm>
            <a:off x="1344948" y="3485562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5EB77D3-6202-99B5-3274-9ABB7806FF1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F5C8184-D1BF-BCD8-CC61-8526AF9EEFB7}"/>
              </a:ext>
            </a:extLst>
          </p:cNvPr>
          <p:cNvCxnSpPr>
            <a:cxnSpLocks/>
          </p:cNvCxnSpPr>
          <p:nvPr/>
        </p:nvCxnSpPr>
        <p:spPr>
          <a:xfrm>
            <a:off x="2470017" y="3695954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2A7394D-C85D-751C-F497-773717B59009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5B08FE-1761-39BC-3495-BCF9D23BB2E5}"/>
              </a:ext>
            </a:extLst>
          </p:cNvPr>
          <p:cNvSpPr/>
          <p:nvPr/>
        </p:nvSpPr>
        <p:spPr>
          <a:xfrm>
            <a:off x="199307" y="2969677"/>
            <a:ext cx="890814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51779173-11F8-D580-04B7-F3720BA984BC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090121" y="3177165"/>
            <a:ext cx="254827" cy="508422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9FAB43C-0009-A2F9-343F-FEF686A47F2B}"/>
              </a:ext>
            </a:extLst>
          </p:cNvPr>
          <p:cNvSpPr txBox="1"/>
          <p:nvPr/>
        </p:nvSpPr>
        <p:spPr>
          <a:xfrm>
            <a:off x="1217940" y="3122257"/>
            <a:ext cx="941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55EB11C-BA14-30D3-8807-405F9F367947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253796" y="3165644"/>
            <a:ext cx="1168817" cy="412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BC077311-A850-DF35-02C5-804EECAFF310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37B81B1-E6EF-0919-3EA1-820C2BBFB1DD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B77A785-6606-5017-3635-D140F60C3700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269DE46-0D1D-B66B-26AF-3035C98D2D71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1EB793B-28F3-A28F-A4A9-ACEADF400420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972E317-0B4A-23C7-F102-D188537BC089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BC53A4E-B717-8974-C598-CA16FE518575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C79C0AF-2891-3ED5-C744-B6F8A1B38AA0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0B817D99-1F37-C55A-D01B-F233FB447017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8488FE6B-BCBD-450B-AD0D-B2E9829F893F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E42CA12F-B6F9-F7A1-16D8-8C5B516131FA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87B9082C-6A0F-0586-617F-EFB9ADB484DF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2AF34A6C-134C-8853-5D82-06ADC0FBE5C2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2C4F91FB-266D-9A90-FE7C-E57F91D029E8}"/>
              </a:ext>
            </a:extLst>
          </p:cNvPr>
          <p:cNvSpPr/>
          <p:nvPr/>
        </p:nvSpPr>
        <p:spPr>
          <a:xfrm>
            <a:off x="4934098" y="1575114"/>
            <a:ext cx="4111711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6A6E90C-B168-E360-A077-4FCD03607D84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721BA5C-EF14-891E-B371-5681142EC172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A30E950-04F1-0190-6DF3-6C9A2EB3AC93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895C334E-09C8-0498-DB9F-79426995DDC5}"/>
              </a:ext>
            </a:extLst>
          </p:cNvPr>
          <p:cNvCxnSpPr>
            <a:cxnSpLocks/>
            <a:stCxn id="58" idx="3"/>
            <a:endCxn id="201" idx="1"/>
          </p:cNvCxnSpPr>
          <p:nvPr/>
        </p:nvCxnSpPr>
        <p:spPr>
          <a:xfrm flipV="1">
            <a:off x="8735613" y="3184197"/>
            <a:ext cx="912832" cy="1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6C8EF871-15DA-C628-AF26-638A56EE6056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56A6E1BB-5DBC-1169-3B17-DECA58816995}"/>
              </a:ext>
            </a:extLst>
          </p:cNvPr>
          <p:cNvSpPr/>
          <p:nvPr/>
        </p:nvSpPr>
        <p:spPr>
          <a:xfrm>
            <a:off x="9648445" y="2505800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021EEBE6-DF5D-FCA7-3B8E-62623E71D169}"/>
              </a:ext>
            </a:extLst>
          </p:cNvPr>
          <p:cNvSpPr/>
          <p:nvPr/>
        </p:nvSpPr>
        <p:spPr>
          <a:xfrm rot="5400000">
            <a:off x="9437865" y="293199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0F0886ED-519F-27AE-AC0C-1F914CA3AD72}"/>
              </a:ext>
            </a:extLst>
          </p:cNvPr>
          <p:cNvSpPr/>
          <p:nvPr/>
        </p:nvSpPr>
        <p:spPr>
          <a:xfrm rot="5400000">
            <a:off x="10313882" y="293094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7BBA1C10-D347-6745-B0A4-E98119D45A8B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74398" y="3196461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84AF80DE-EBF3-F0E4-3D1D-41625122D716}"/>
              </a:ext>
            </a:extLst>
          </p:cNvPr>
          <p:cNvCxnSpPr>
            <a:cxnSpLocks/>
          </p:cNvCxnSpPr>
          <p:nvPr/>
        </p:nvCxnSpPr>
        <p:spPr>
          <a:xfrm>
            <a:off x="11134736" y="3202425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BF83B82D-7068-C540-D404-8FA4E096B64F}"/>
              </a:ext>
            </a:extLst>
          </p:cNvPr>
          <p:cNvSpPr txBox="1"/>
          <p:nvPr/>
        </p:nvSpPr>
        <p:spPr>
          <a:xfrm>
            <a:off x="11238342" y="2908054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0C88B60A-D0F9-41A5-03CB-083EE7C71264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4C80712F-049D-2739-4BFD-2EF37ECB353F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4D912FFC-838C-18C1-0337-71010885CD75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9320FD4E-C595-2CA1-735C-E913E074D65E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8421A8-E96B-388D-224C-9968A2BFD322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9E7F6C-596B-CB5D-76F9-7A6FC414B91E}"/>
              </a:ext>
            </a:extLst>
          </p:cNvPr>
          <p:cNvSpPr/>
          <p:nvPr/>
        </p:nvSpPr>
        <p:spPr>
          <a:xfrm>
            <a:off x="5422613" y="2987237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D5D227-E41C-842B-6361-BA41D3C1471E}"/>
              </a:ext>
            </a:extLst>
          </p:cNvPr>
          <p:cNvSpPr/>
          <p:nvPr/>
        </p:nvSpPr>
        <p:spPr>
          <a:xfrm>
            <a:off x="5422613" y="208886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93A6A6-30F3-B4A1-8D68-5CD0D8EEB010}"/>
              </a:ext>
            </a:extLst>
          </p:cNvPr>
          <p:cNvSpPr/>
          <p:nvPr/>
        </p:nvSpPr>
        <p:spPr>
          <a:xfrm>
            <a:off x="5430659" y="388561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F105029-2BCC-0072-6789-4AB37ACB4729}"/>
              </a:ext>
            </a:extLst>
          </p:cNvPr>
          <p:cNvSpPr txBox="1"/>
          <p:nvPr/>
        </p:nvSpPr>
        <p:spPr>
          <a:xfrm>
            <a:off x="4098060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B944E06-C46D-FBAF-D86E-03074372F42A}"/>
              </a:ext>
            </a:extLst>
          </p:cNvPr>
          <p:cNvSpPr/>
          <p:nvPr/>
        </p:nvSpPr>
        <p:spPr>
          <a:xfrm>
            <a:off x="5309900" y="1952547"/>
            <a:ext cx="1042518" cy="2449239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38C1899-76AB-6B92-CA0A-C8482CDEFE58}"/>
              </a:ext>
            </a:extLst>
          </p:cNvPr>
          <p:cNvSpPr/>
          <p:nvPr/>
        </p:nvSpPr>
        <p:spPr>
          <a:xfrm>
            <a:off x="6596025" y="1952546"/>
            <a:ext cx="1042518" cy="244923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805BDFB-DA30-EEB2-CE78-BE507741345A}"/>
              </a:ext>
            </a:extLst>
          </p:cNvPr>
          <p:cNvSpPr/>
          <p:nvPr/>
        </p:nvSpPr>
        <p:spPr>
          <a:xfrm>
            <a:off x="6693508" y="2364784"/>
            <a:ext cx="825612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11unit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window per unit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FDC831CA-396A-BECD-5C5A-331AF772CA30}"/>
              </a:ext>
            </a:extLst>
          </p:cNvPr>
          <p:cNvCxnSpPr>
            <a:cxnSpLocks/>
          </p:cNvCxnSpPr>
          <p:nvPr/>
        </p:nvCxnSpPr>
        <p:spPr>
          <a:xfrm>
            <a:off x="6236622" y="2267268"/>
            <a:ext cx="464932" cy="456671"/>
          </a:xfrm>
          <a:prstGeom prst="bentConnector3">
            <a:avLst>
              <a:gd name="adj1" fmla="val 48634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CF8164F5-9329-7EA1-E5AE-6F23CFB27800}"/>
              </a:ext>
            </a:extLst>
          </p:cNvPr>
          <p:cNvCxnSpPr>
            <a:cxnSpLocks/>
            <a:stCxn id="6" idx="3"/>
            <a:endCxn id="30" idx="1"/>
          </p:cNvCxnSpPr>
          <p:nvPr/>
        </p:nvCxnSpPr>
        <p:spPr>
          <a:xfrm flipV="1">
            <a:off x="6228576" y="2723940"/>
            <a:ext cx="464932" cy="441704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E49938FA-EEB5-1E1B-159A-4BBAA81BE510}"/>
              </a:ext>
            </a:extLst>
          </p:cNvPr>
          <p:cNvSpPr txBox="1"/>
          <p:nvPr/>
        </p:nvSpPr>
        <p:spPr>
          <a:xfrm>
            <a:off x="6173116" y="2030615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27B6462-603D-9B22-24AD-E3D3E5FF8EA8}"/>
              </a:ext>
            </a:extLst>
          </p:cNvPr>
          <p:cNvSpPr txBox="1"/>
          <p:nvPr/>
        </p:nvSpPr>
        <p:spPr>
          <a:xfrm>
            <a:off x="6186080" y="3141483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76428F2-9B33-DA2F-EFB1-CC3B39434614}"/>
              </a:ext>
            </a:extLst>
          </p:cNvPr>
          <p:cNvSpPr/>
          <p:nvPr/>
        </p:nvSpPr>
        <p:spPr>
          <a:xfrm>
            <a:off x="6701554" y="3885612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F7DDED6-626A-156C-0A1B-CE96024EBE40}"/>
              </a:ext>
            </a:extLst>
          </p:cNvPr>
          <p:cNvCxnSpPr>
            <a:cxnSpLocks/>
            <a:stCxn id="15" idx="3"/>
            <a:endCxn id="46" idx="1"/>
          </p:cNvCxnSpPr>
          <p:nvPr/>
        </p:nvCxnSpPr>
        <p:spPr>
          <a:xfrm>
            <a:off x="6236622" y="4064019"/>
            <a:ext cx="4649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AC55B0E-ADBE-AA70-7739-1ACC4A936A87}"/>
              </a:ext>
            </a:extLst>
          </p:cNvPr>
          <p:cNvSpPr txBox="1"/>
          <p:nvPr/>
        </p:nvSpPr>
        <p:spPr>
          <a:xfrm>
            <a:off x="6231477" y="3747112"/>
            <a:ext cx="508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71F76B7-519E-ED1B-E444-D090339EFB8C}"/>
              </a:ext>
            </a:extLst>
          </p:cNvPr>
          <p:cNvSpPr txBox="1"/>
          <p:nvPr/>
        </p:nvSpPr>
        <p:spPr>
          <a:xfrm>
            <a:off x="5479395" y="443255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CA09E8F-BA9A-4E82-414D-081BA6B459D1}"/>
              </a:ext>
            </a:extLst>
          </p:cNvPr>
          <p:cNvSpPr txBox="1"/>
          <p:nvPr/>
        </p:nvSpPr>
        <p:spPr>
          <a:xfrm>
            <a:off x="6755268" y="442423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CA8689B6-301E-4DC1-E506-1F2FF1F684E7}"/>
              </a:ext>
            </a:extLst>
          </p:cNvPr>
          <p:cNvSpPr/>
          <p:nvPr/>
        </p:nvSpPr>
        <p:spPr>
          <a:xfrm>
            <a:off x="7801548" y="1959579"/>
            <a:ext cx="1042518" cy="2449239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09FE05C-3347-6299-3F3F-8CEBDCFE2A4D}"/>
              </a:ext>
            </a:extLst>
          </p:cNvPr>
          <p:cNvSpPr/>
          <p:nvPr/>
        </p:nvSpPr>
        <p:spPr>
          <a:xfrm>
            <a:off x="7910001" y="2825042"/>
            <a:ext cx="825612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unit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 sum + 1 bias per unit)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0654EE05-7FDD-52ED-CAF3-5B71D8B8F239}"/>
              </a:ext>
            </a:extLst>
          </p:cNvPr>
          <p:cNvCxnSpPr>
            <a:cxnSpLocks/>
            <a:stCxn id="30" idx="3"/>
            <a:endCxn id="58" idx="1"/>
          </p:cNvCxnSpPr>
          <p:nvPr/>
        </p:nvCxnSpPr>
        <p:spPr>
          <a:xfrm>
            <a:off x="7519120" y="2723940"/>
            <a:ext cx="390881" cy="460258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A6288D29-3170-9499-8E5C-657807BF3B7C}"/>
              </a:ext>
            </a:extLst>
          </p:cNvPr>
          <p:cNvCxnSpPr>
            <a:cxnSpLocks/>
            <a:stCxn id="46" idx="3"/>
            <a:endCxn id="58" idx="1"/>
          </p:cNvCxnSpPr>
          <p:nvPr/>
        </p:nvCxnSpPr>
        <p:spPr>
          <a:xfrm flipV="1">
            <a:off x="7499471" y="3184198"/>
            <a:ext cx="410530" cy="879821"/>
          </a:xfrm>
          <a:prstGeom prst="bentConnector3">
            <a:avLst>
              <a:gd name="adj1" fmla="val 5232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A479D183-0F37-F4D7-4BCD-0C803ABE76D9}"/>
              </a:ext>
            </a:extLst>
          </p:cNvPr>
          <p:cNvSpPr txBox="1"/>
          <p:nvPr/>
        </p:nvSpPr>
        <p:spPr>
          <a:xfrm>
            <a:off x="7455400" y="2446940"/>
            <a:ext cx="8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11x1216bit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16EF632-CEE2-124C-5D34-D26C6837124D}"/>
              </a:ext>
            </a:extLst>
          </p:cNvPr>
          <p:cNvSpPr txBox="1"/>
          <p:nvPr/>
        </p:nvSpPr>
        <p:spPr>
          <a:xfrm>
            <a:off x="7450632" y="3779050"/>
            <a:ext cx="5082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A2D23CE-1733-3CE1-A432-92C34A7F7E4A}"/>
              </a:ext>
            </a:extLst>
          </p:cNvPr>
          <p:cNvSpPr txBox="1"/>
          <p:nvPr/>
        </p:nvSpPr>
        <p:spPr>
          <a:xfrm>
            <a:off x="7911039" y="4446703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</a:t>
            </a:r>
          </a:p>
        </p:txBody>
      </p:sp>
    </p:spTree>
    <p:extLst>
      <p:ext uri="{BB962C8B-B14F-4D97-AF65-F5344CB8AC3E}">
        <p14:creationId xmlns:p14="http://schemas.microsoft.com/office/powerpoint/2010/main" val="23591067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05354-6C73-4D75-7326-4D1C638D1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45E4C80-5473-95CF-3F58-F9C27F55EC61}"/>
              </a:ext>
            </a:extLst>
          </p:cNvPr>
          <p:cNvSpPr txBox="1"/>
          <p:nvPr/>
        </p:nvSpPr>
        <p:spPr>
          <a:xfrm>
            <a:off x="540045" y="1123055"/>
            <a:ext cx="6149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B3A37D0-B9FA-31FF-5A4B-B4C3F6D5CF2D}"/>
              </a:ext>
            </a:extLst>
          </p:cNvPr>
          <p:cNvCxnSpPr>
            <a:cxnSpLocks/>
          </p:cNvCxnSpPr>
          <p:nvPr/>
        </p:nvCxnSpPr>
        <p:spPr>
          <a:xfrm>
            <a:off x="618257" y="2986517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808F7F3-C877-8384-43BC-BCD092CCF173}"/>
              </a:ext>
            </a:extLst>
          </p:cNvPr>
          <p:cNvCxnSpPr>
            <a:cxnSpLocks/>
          </p:cNvCxnSpPr>
          <p:nvPr/>
        </p:nvCxnSpPr>
        <p:spPr>
          <a:xfrm>
            <a:off x="1446742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ECD42AB-4D3B-CE5A-431A-92D75C1A2AF0}"/>
              </a:ext>
            </a:extLst>
          </p:cNvPr>
          <p:cNvCxnSpPr>
            <a:cxnSpLocks/>
          </p:cNvCxnSpPr>
          <p:nvPr/>
        </p:nvCxnSpPr>
        <p:spPr>
          <a:xfrm flipV="1">
            <a:off x="1446742" y="2398907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A4A0006-A2FC-523C-6F01-B094DDCB5729}"/>
              </a:ext>
            </a:extLst>
          </p:cNvPr>
          <p:cNvCxnSpPr>
            <a:cxnSpLocks/>
          </p:cNvCxnSpPr>
          <p:nvPr/>
        </p:nvCxnSpPr>
        <p:spPr>
          <a:xfrm>
            <a:off x="3244850" y="2398908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411B10C-3E87-E11B-604E-EE74BB314AF4}"/>
              </a:ext>
            </a:extLst>
          </p:cNvPr>
          <p:cNvSpPr txBox="1"/>
          <p:nvPr/>
        </p:nvSpPr>
        <p:spPr>
          <a:xfrm>
            <a:off x="4756413" y="3472733"/>
            <a:ext cx="354938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首建工作集且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shadow_cache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中取数据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工作集存在，且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pos=current_pos+1</a:t>
            </a:r>
          </a:p>
          <a:p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如果预取有效，则旧行滚动，新行插入，</a:t>
            </a:r>
            <a:r>
              <a:rPr lang="en-US" altLang="zh-CN" sz="1400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更新，预取有效信号置</a:t>
            </a:r>
            <a:r>
              <a:rPr lang="en-US" altLang="zh-CN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；否则判定失败</a:t>
            </a:r>
            <a:endParaRPr lang="en-US" altLang="zh-CN" sz="14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一般来说不会有这个情况，直接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PASS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D96222-3A8C-8ADC-CA6F-E9E3AF6AF5C8}"/>
              </a:ext>
            </a:extLst>
          </p:cNvPr>
          <p:cNvSpPr txBox="1"/>
          <p:nvPr/>
        </p:nvSpPr>
        <p:spPr>
          <a:xfrm>
            <a:off x="932041" y="3992943"/>
            <a:ext cx="31637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pos_window_valid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current_pos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workset_loaded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prefetched_valid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rd_wait_pending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rd_capture_pending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B948659-D787-D419-4101-C28A1E5ED222}"/>
              </a:ext>
            </a:extLst>
          </p:cNvPr>
          <p:cNvCxnSpPr>
            <a:cxnSpLocks/>
          </p:cNvCxnSpPr>
          <p:nvPr/>
        </p:nvCxnSpPr>
        <p:spPr>
          <a:xfrm flipV="1">
            <a:off x="3244850" y="295309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E6DBD6A9-01BE-CEBF-C045-F914904B2372}"/>
              </a:ext>
            </a:extLst>
          </p:cNvPr>
          <p:cNvCxnSpPr>
            <a:cxnSpLocks/>
          </p:cNvCxnSpPr>
          <p:nvPr/>
        </p:nvCxnSpPr>
        <p:spPr>
          <a:xfrm>
            <a:off x="5042957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457FCDEA-7CF8-C592-C838-F37F79EF8DC6}"/>
              </a:ext>
            </a:extLst>
          </p:cNvPr>
          <p:cNvCxnSpPr>
            <a:cxnSpLocks/>
          </p:cNvCxnSpPr>
          <p:nvPr/>
        </p:nvCxnSpPr>
        <p:spPr>
          <a:xfrm flipV="1">
            <a:off x="5042958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0A0A8E7-9490-DAF7-859F-52DFAA05E954}"/>
              </a:ext>
            </a:extLst>
          </p:cNvPr>
          <p:cNvCxnSpPr>
            <a:cxnSpLocks/>
          </p:cNvCxnSpPr>
          <p:nvPr/>
        </p:nvCxnSpPr>
        <p:spPr>
          <a:xfrm>
            <a:off x="6841065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0F4BD4E2-70E7-82EF-DD83-E11B63842C76}"/>
              </a:ext>
            </a:extLst>
          </p:cNvPr>
          <p:cNvCxnSpPr>
            <a:cxnSpLocks/>
          </p:cNvCxnSpPr>
          <p:nvPr/>
        </p:nvCxnSpPr>
        <p:spPr>
          <a:xfrm flipV="1">
            <a:off x="6841065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85EF64F2-3862-3F9C-3FC5-0584EF2FF171}"/>
              </a:ext>
            </a:extLst>
          </p:cNvPr>
          <p:cNvCxnSpPr>
            <a:cxnSpLocks/>
          </p:cNvCxnSpPr>
          <p:nvPr/>
        </p:nvCxnSpPr>
        <p:spPr>
          <a:xfrm>
            <a:off x="8639172" y="2356331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02909602-7DE8-F6AC-E03A-0480CB7D031E}"/>
              </a:ext>
            </a:extLst>
          </p:cNvPr>
          <p:cNvCxnSpPr>
            <a:cxnSpLocks/>
          </p:cNvCxnSpPr>
          <p:nvPr/>
        </p:nvCxnSpPr>
        <p:spPr>
          <a:xfrm flipV="1">
            <a:off x="8639172" y="2356329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6BE22BD4-9286-5616-AD94-BA145B5E0661}"/>
              </a:ext>
            </a:extLst>
          </p:cNvPr>
          <p:cNvCxnSpPr>
            <a:cxnSpLocks/>
          </p:cNvCxnSpPr>
          <p:nvPr/>
        </p:nvCxnSpPr>
        <p:spPr>
          <a:xfrm>
            <a:off x="10437280" y="2356330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8A0F23D-66D0-1D5B-5A05-01285CF1EA93}"/>
              </a:ext>
            </a:extLst>
          </p:cNvPr>
          <p:cNvCxnSpPr>
            <a:cxnSpLocks/>
          </p:cNvCxnSpPr>
          <p:nvPr/>
        </p:nvCxnSpPr>
        <p:spPr>
          <a:xfrm flipV="1">
            <a:off x="10437281" y="2910521"/>
            <a:ext cx="1798108" cy="1667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46AB2122-D46F-A1FB-C292-4AD52CF831AF}"/>
              </a:ext>
            </a:extLst>
          </p:cNvPr>
          <p:cNvCxnSpPr>
            <a:cxnSpLocks/>
          </p:cNvCxnSpPr>
          <p:nvPr/>
        </p:nvCxnSpPr>
        <p:spPr>
          <a:xfrm>
            <a:off x="1446742" y="2415577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2B3CAA69-20F2-8987-D5EB-73852F489962}"/>
              </a:ext>
            </a:extLst>
          </p:cNvPr>
          <p:cNvSpPr txBox="1"/>
          <p:nvPr/>
        </p:nvSpPr>
        <p:spPr>
          <a:xfrm>
            <a:off x="1692824" y="1872029"/>
            <a:ext cx="224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变为有效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F78EF25D-AD4D-364C-2FEA-2E23AF20F703}"/>
              </a:ext>
            </a:extLst>
          </p:cNvPr>
          <p:cNvCxnSpPr>
            <a:cxnSpLocks/>
          </p:cNvCxnSpPr>
          <p:nvPr/>
        </p:nvCxnSpPr>
        <p:spPr>
          <a:xfrm>
            <a:off x="5042957" y="237299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84EFD391-A2C9-D73C-1F2A-5CF7F610D147}"/>
              </a:ext>
            </a:extLst>
          </p:cNvPr>
          <p:cNvSpPr txBox="1"/>
          <p:nvPr/>
        </p:nvSpPr>
        <p:spPr>
          <a:xfrm>
            <a:off x="932041" y="3478018"/>
            <a:ext cx="1849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start_consume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开始消费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60D0C68-F642-7089-1DC3-1163D63DB4B8}"/>
              </a:ext>
            </a:extLst>
          </p:cNvPr>
          <p:cNvSpPr/>
          <p:nvPr/>
        </p:nvSpPr>
        <p:spPr>
          <a:xfrm>
            <a:off x="7247924" y="599482"/>
            <a:ext cx="4621097" cy="857003"/>
          </a:xfrm>
          <a:prstGeom prst="rect">
            <a:avLst/>
          </a:prstGeom>
          <a:solidFill>
            <a:srgbClr val="7030A0">
              <a:alpha val="27000"/>
            </a:srgbClr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9393555-4244-11E3-2438-D808C6BB7491}"/>
              </a:ext>
            </a:extLst>
          </p:cNvPr>
          <p:cNvSpPr txBox="1"/>
          <p:nvPr/>
        </p:nvSpPr>
        <p:spPr>
          <a:xfrm>
            <a:off x="7336113" y="617453"/>
            <a:ext cx="4422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相比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直接把所有输入参数存在片上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中，这个版本只存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14x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工作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阵列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+2x10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预取行缓存，节省了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14/30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约等于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50%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F1A22E-374A-9987-052C-6A57405622EF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2B6E196-03A0-8231-C37A-5F36EB781726}"/>
              </a:ext>
            </a:extLst>
          </p:cNvPr>
          <p:cNvCxnSpPr>
            <a:cxnSpLocks/>
          </p:cNvCxnSpPr>
          <p:nvPr/>
        </p:nvCxnSpPr>
        <p:spPr>
          <a:xfrm>
            <a:off x="435721" y="4160827"/>
            <a:ext cx="411173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E6B9DDC-DB3E-3C0B-4BA0-EBBBD70F0CE4}"/>
              </a:ext>
            </a:extLst>
          </p:cNvPr>
          <p:cNvSpPr txBox="1"/>
          <p:nvPr/>
        </p:nvSpPr>
        <p:spPr>
          <a:xfrm>
            <a:off x="-12274" y="3310295"/>
            <a:ext cx="1068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相比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v2.0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，这里删除了</a:t>
            </a:r>
            <a:r>
              <a:rPr lang="en-US" altLang="zh-CN" sz="1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sel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</a:t>
            </a:r>
            <a:endParaRPr lang="en-US" altLang="zh-CN" sz="1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83577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F6F5-7F2E-C318-CD75-64541C0B5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4AC153E-2A0D-36B7-4BCC-E40B0C951CC3}"/>
              </a:ext>
            </a:extLst>
          </p:cNvPr>
          <p:cNvSpPr txBox="1"/>
          <p:nvPr/>
        </p:nvSpPr>
        <p:spPr>
          <a:xfrm>
            <a:off x="540045" y="1123055"/>
            <a:ext cx="691630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conv_shared_input_buffer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时序模型：预取逻辑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预取逻辑与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v2.0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完全一致，参加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v2.0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一节的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Slice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0503A0-D717-2387-62E1-F96B33E684B5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40104744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D597-7689-5C57-75EA-5A637880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621D6B2-C0DD-9CA4-975C-32E92C36E724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14F542-DE01-59AC-5726-7AB0625E0FCC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269A8B-94B1-D76A-9488-6A1EF66A0148}"/>
              </a:ext>
            </a:extLst>
          </p:cNvPr>
          <p:cNvSpPr txBox="1"/>
          <p:nvPr/>
        </p:nvSpPr>
        <p:spPr>
          <a:xfrm>
            <a:off x="711878" y="1153739"/>
            <a:ext cx="836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除了删除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信号外，这一节分析也与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v2.0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完全一致，参见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v2.0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一节即可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61502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5D19-0577-1D42-F154-3A4608AF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20B881-AA2A-B880-F88C-605AE0D5A18A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437B56-BAAC-37BF-7867-2339AB1380CB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8AAD1F-5242-8F5E-3F1D-B75AEE295F50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752C4C-8F3F-23BC-D2A5-224307ABB177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0F923AC1-B58C-55CF-3973-21E2995CE768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34190E3-99AD-0A76-4C08-42EFC435D0AE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D8E2AEE-9D0E-2377-1E67-18D8919B6CF8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47F3A07-29E7-E4C5-2D90-3DB1FCB3FB55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9F36FD-C5F5-71E4-EEB6-29A664E9DBB6}"/>
              </a:ext>
            </a:extLst>
          </p:cNvPr>
          <p:cNvSpPr/>
          <p:nvPr/>
        </p:nvSpPr>
        <p:spPr>
          <a:xfrm>
            <a:off x="1344948" y="3485562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42F55C7-0668-229B-1CA5-B1D65461200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29E06D4-B429-705E-C274-C83041D6D7CE}"/>
              </a:ext>
            </a:extLst>
          </p:cNvPr>
          <p:cNvCxnSpPr>
            <a:cxnSpLocks/>
          </p:cNvCxnSpPr>
          <p:nvPr/>
        </p:nvCxnSpPr>
        <p:spPr>
          <a:xfrm>
            <a:off x="2470017" y="3695954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0D30AB0-50E1-0BB6-F47B-8FB91016BC79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139E42-51FF-C5B5-18A3-77B71233833D}"/>
              </a:ext>
            </a:extLst>
          </p:cNvPr>
          <p:cNvSpPr/>
          <p:nvPr/>
        </p:nvSpPr>
        <p:spPr>
          <a:xfrm>
            <a:off x="199307" y="2969677"/>
            <a:ext cx="890814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2EE6E390-7A8A-FFF8-D8FF-89960283B723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090121" y="3177165"/>
            <a:ext cx="254827" cy="508422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DC2B200-8779-3B64-A6A2-AB4FD962F5F2}"/>
              </a:ext>
            </a:extLst>
          </p:cNvPr>
          <p:cNvSpPr txBox="1"/>
          <p:nvPr/>
        </p:nvSpPr>
        <p:spPr>
          <a:xfrm>
            <a:off x="1217940" y="3122257"/>
            <a:ext cx="941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6DDBAC5-C073-DA3E-8FB7-91D256E25497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EDD9BB7-F3DD-EBC7-1FD4-413DAA49D20D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BAF31BF-CD39-67F7-E50D-2E7A96E20953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D601D9D-7463-A775-3489-96623EF39D59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BBF79B8-0907-BDBD-0F0D-342BF1FD4921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FD25901-7CE5-BAA6-474D-AB3290E15408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A48ED1A-3111-B0C4-40AD-68495F73247E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FA4287B-A803-A853-3C43-B38331A9445A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D96CDE9F-BC56-5EAC-02E6-E096B56AD9C6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36B928F2-61E2-0CC3-91EB-EE3A395A17E8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D78FF18E-C249-03C6-E9BD-7BA59163BADD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31FCCFCD-423E-B22A-216F-98714D6360F7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D5E58A26-921F-2E6D-715F-35CA227389D3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4C6EA7E1-8CDB-F879-F1A5-836005AD14B7}"/>
              </a:ext>
            </a:extLst>
          </p:cNvPr>
          <p:cNvSpPr/>
          <p:nvPr/>
        </p:nvSpPr>
        <p:spPr>
          <a:xfrm>
            <a:off x="5095132" y="1575114"/>
            <a:ext cx="3950677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AF8A469-5756-E858-2A7E-7AB18A0C969F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84E134E-A7BE-C9F8-1DAB-0063D756D781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AF6792F2-CFD6-07D6-4321-3FD5CFE7B8CF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F5C3D8E2-48DF-01E4-CD58-32AC633875D7}"/>
              </a:ext>
            </a:extLst>
          </p:cNvPr>
          <p:cNvCxnSpPr>
            <a:cxnSpLocks/>
            <a:stCxn id="58" idx="3"/>
            <a:endCxn id="201" idx="1"/>
          </p:cNvCxnSpPr>
          <p:nvPr/>
        </p:nvCxnSpPr>
        <p:spPr>
          <a:xfrm flipV="1">
            <a:off x="8735613" y="3184197"/>
            <a:ext cx="912832" cy="828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26E145A8-CDC2-6DD3-D003-7A3D27C0F9A1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BA09620B-DD36-4345-CAEB-99F0B1E8B6E9}"/>
              </a:ext>
            </a:extLst>
          </p:cNvPr>
          <p:cNvSpPr/>
          <p:nvPr/>
        </p:nvSpPr>
        <p:spPr>
          <a:xfrm>
            <a:off x="9648445" y="2505800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EABC2682-5995-D352-BA4C-56DA9766DF17}"/>
              </a:ext>
            </a:extLst>
          </p:cNvPr>
          <p:cNvSpPr/>
          <p:nvPr/>
        </p:nvSpPr>
        <p:spPr>
          <a:xfrm rot="5400000">
            <a:off x="9437865" y="293199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25C855DC-2BCA-AF3F-7E83-CDC194BBB979}"/>
              </a:ext>
            </a:extLst>
          </p:cNvPr>
          <p:cNvSpPr/>
          <p:nvPr/>
        </p:nvSpPr>
        <p:spPr>
          <a:xfrm rot="5400000">
            <a:off x="10313882" y="293094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F18B5FF5-3C9E-1CCC-5400-A90CDF84F27C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74398" y="3196461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050470DC-CE11-66BC-8A56-2AF7CD6A00B7}"/>
              </a:ext>
            </a:extLst>
          </p:cNvPr>
          <p:cNvCxnSpPr>
            <a:cxnSpLocks/>
          </p:cNvCxnSpPr>
          <p:nvPr/>
        </p:nvCxnSpPr>
        <p:spPr>
          <a:xfrm>
            <a:off x="11134736" y="3202425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A0F91BC4-3B03-4322-D00F-236BA86F434F}"/>
              </a:ext>
            </a:extLst>
          </p:cNvPr>
          <p:cNvSpPr txBox="1"/>
          <p:nvPr/>
        </p:nvSpPr>
        <p:spPr>
          <a:xfrm>
            <a:off x="11238342" y="2908054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30500087-C14F-0745-6052-9ABEC74463F2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44015DDA-7A0D-C501-9998-61ACA5BC6DED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687ED22E-C2EA-5B22-D47C-B38B5C899928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6DEE7ACA-3BD2-DC5B-1842-3E0EC01B5DEF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7193FA-BDDE-CE6E-1A49-C9E9FBFBBEF0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v2.2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E7D211-D484-3301-8C7E-AE8337F68523}"/>
              </a:ext>
            </a:extLst>
          </p:cNvPr>
          <p:cNvSpPr/>
          <p:nvPr/>
        </p:nvSpPr>
        <p:spPr>
          <a:xfrm>
            <a:off x="5430659" y="388561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7FC088F-CD48-5636-2D27-6EA219DEE24E}"/>
              </a:ext>
            </a:extLst>
          </p:cNvPr>
          <p:cNvSpPr txBox="1"/>
          <p:nvPr/>
        </p:nvSpPr>
        <p:spPr>
          <a:xfrm>
            <a:off x="4178413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3DE9D46-932F-A074-B718-01E4A44184BA}"/>
              </a:ext>
            </a:extLst>
          </p:cNvPr>
          <p:cNvSpPr/>
          <p:nvPr/>
        </p:nvSpPr>
        <p:spPr>
          <a:xfrm>
            <a:off x="5309900" y="3646199"/>
            <a:ext cx="1042518" cy="755587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BC37B03-76D6-C236-CE01-27EB561D8B45}"/>
              </a:ext>
            </a:extLst>
          </p:cNvPr>
          <p:cNvSpPr/>
          <p:nvPr/>
        </p:nvSpPr>
        <p:spPr>
          <a:xfrm>
            <a:off x="6519050" y="3644456"/>
            <a:ext cx="1119493" cy="75732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9E1065-A24A-4614-E745-4AD860AB0F02}"/>
              </a:ext>
            </a:extLst>
          </p:cNvPr>
          <p:cNvSpPr/>
          <p:nvPr/>
        </p:nvSpPr>
        <p:spPr>
          <a:xfrm>
            <a:off x="5580034" y="2256389"/>
            <a:ext cx="1956425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window per unit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B928E6F-B42D-0D0D-B999-D7B86D93D1DB}"/>
              </a:ext>
            </a:extLst>
          </p:cNvPr>
          <p:cNvSpPr/>
          <p:nvPr/>
        </p:nvSpPr>
        <p:spPr>
          <a:xfrm>
            <a:off x="6701554" y="3885612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C5EE6C8-E637-EEEA-F215-7D536987F6EE}"/>
              </a:ext>
            </a:extLst>
          </p:cNvPr>
          <p:cNvCxnSpPr>
            <a:cxnSpLocks/>
            <a:stCxn id="15" idx="3"/>
            <a:endCxn id="46" idx="1"/>
          </p:cNvCxnSpPr>
          <p:nvPr/>
        </p:nvCxnSpPr>
        <p:spPr>
          <a:xfrm>
            <a:off x="6236622" y="4064019"/>
            <a:ext cx="4649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5022691E-8DDD-2D9A-874C-CD5DD7840D5D}"/>
              </a:ext>
            </a:extLst>
          </p:cNvPr>
          <p:cNvSpPr txBox="1"/>
          <p:nvPr/>
        </p:nvSpPr>
        <p:spPr>
          <a:xfrm>
            <a:off x="6185230" y="3735887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A62BF1F-6A72-ADF3-C28E-1B91ACD30770}"/>
              </a:ext>
            </a:extLst>
          </p:cNvPr>
          <p:cNvSpPr txBox="1"/>
          <p:nvPr/>
        </p:nvSpPr>
        <p:spPr>
          <a:xfrm>
            <a:off x="5479395" y="443255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4295781-50E0-74A5-101E-1BC3206D9781}"/>
              </a:ext>
            </a:extLst>
          </p:cNvPr>
          <p:cNvSpPr txBox="1"/>
          <p:nvPr/>
        </p:nvSpPr>
        <p:spPr>
          <a:xfrm>
            <a:off x="6755268" y="442423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C29864A-8046-BF7A-4A24-4963DBD70430}"/>
              </a:ext>
            </a:extLst>
          </p:cNvPr>
          <p:cNvSpPr/>
          <p:nvPr/>
        </p:nvSpPr>
        <p:spPr>
          <a:xfrm>
            <a:off x="7801548" y="1959579"/>
            <a:ext cx="1042518" cy="2449239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D5434FB-F329-AF0F-F0F6-A7C738E7B6EE}"/>
              </a:ext>
            </a:extLst>
          </p:cNvPr>
          <p:cNvSpPr/>
          <p:nvPr/>
        </p:nvSpPr>
        <p:spPr>
          <a:xfrm>
            <a:off x="7910001" y="2522360"/>
            <a:ext cx="825612" cy="1340234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unit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 sum + 1 bias per unit</a:t>
            </a: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stage)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7BF76D75-AFC0-D793-2FDA-E45C0D8704CF}"/>
              </a:ext>
            </a:extLst>
          </p:cNvPr>
          <p:cNvCxnSpPr>
            <a:cxnSpLocks/>
            <a:stCxn id="30" idx="3"/>
            <a:endCxn id="58" idx="1"/>
          </p:cNvCxnSpPr>
          <p:nvPr/>
        </p:nvCxnSpPr>
        <p:spPr>
          <a:xfrm>
            <a:off x="7536459" y="2615545"/>
            <a:ext cx="373542" cy="576932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D6727033-A3C4-5408-D8A7-339938682AA1}"/>
              </a:ext>
            </a:extLst>
          </p:cNvPr>
          <p:cNvCxnSpPr>
            <a:cxnSpLocks/>
            <a:stCxn id="46" idx="3"/>
            <a:endCxn id="58" idx="1"/>
          </p:cNvCxnSpPr>
          <p:nvPr/>
        </p:nvCxnSpPr>
        <p:spPr>
          <a:xfrm flipV="1">
            <a:off x="7499471" y="3192477"/>
            <a:ext cx="410530" cy="871542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DCEA1C94-1BE2-93D3-113E-E8C9A214C0B8}"/>
              </a:ext>
            </a:extLst>
          </p:cNvPr>
          <p:cNvSpPr txBox="1"/>
          <p:nvPr/>
        </p:nvSpPr>
        <p:spPr>
          <a:xfrm>
            <a:off x="7568987" y="2249265"/>
            <a:ext cx="8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11x1216bit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3A39AD8-3356-3643-49C8-71B6D2968740}"/>
              </a:ext>
            </a:extLst>
          </p:cNvPr>
          <p:cNvSpPr txBox="1"/>
          <p:nvPr/>
        </p:nvSpPr>
        <p:spPr>
          <a:xfrm>
            <a:off x="7450632" y="3779050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C78717B-C483-0A03-3483-B1F20E7B5ADC}"/>
              </a:ext>
            </a:extLst>
          </p:cNvPr>
          <p:cNvSpPr txBox="1"/>
          <p:nvPr/>
        </p:nvSpPr>
        <p:spPr>
          <a:xfrm>
            <a:off x="7865741" y="4439201"/>
            <a:ext cx="9783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3,</a:t>
            </a:r>
            <a:r>
              <a:rPr lang="zh-CN" altLang="en-US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E8678C4-DDFA-AC5C-512F-AEF23691EDF5}"/>
              </a:ext>
            </a:extLst>
          </p:cNvPr>
          <p:cNvSpPr/>
          <p:nvPr/>
        </p:nvSpPr>
        <p:spPr>
          <a:xfrm>
            <a:off x="5411853" y="2008244"/>
            <a:ext cx="2226690" cy="1121894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FED812-8586-E4D9-21F4-3F649F8C9F84}"/>
              </a:ext>
            </a:extLst>
          </p:cNvPr>
          <p:cNvSpPr txBox="1"/>
          <p:nvPr/>
        </p:nvSpPr>
        <p:spPr>
          <a:xfrm>
            <a:off x="6165596" y="1985793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AB81DE4A-A4E4-D0AC-0256-F6D5C95A4510}"/>
              </a:ext>
            </a:extLst>
          </p:cNvPr>
          <p:cNvCxnSpPr>
            <a:cxnSpLocks/>
            <a:stCxn id="4" idx="3"/>
            <a:endCxn id="30" idx="1"/>
          </p:cNvCxnSpPr>
          <p:nvPr/>
        </p:nvCxnSpPr>
        <p:spPr>
          <a:xfrm flipV="1">
            <a:off x="4242332" y="2615545"/>
            <a:ext cx="1337702" cy="539837"/>
          </a:xfrm>
          <a:prstGeom prst="bentConnector3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8106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1D7B-BD88-5F70-CE12-3640E463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BB0A8F4-8B23-0EA4-C0C4-DD8FC876F318}"/>
              </a:ext>
            </a:extLst>
          </p:cNvPr>
          <p:cNvSpPr txBox="1"/>
          <p:nvPr/>
        </p:nvSpPr>
        <p:spPr>
          <a:xfrm>
            <a:off x="6230290" y="507943"/>
            <a:ext cx="459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同时考虑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 u="sng" dirty="0" err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r>
              <a:rPr lang="en-US" altLang="zh-CN" sz="1400" b="1" u="sng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SRAM</a:t>
            </a:r>
            <a:endParaRPr lang="zh-CN" altLang="en-US" sz="1400" b="1" u="sng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AEC92F-B6D3-C3B4-5C3F-6746B52FCD5B}"/>
              </a:ext>
            </a:extLst>
          </p:cNvPr>
          <p:cNvSpPr txBox="1"/>
          <p:nvPr/>
        </p:nvSpPr>
        <p:spPr>
          <a:xfrm>
            <a:off x="540047" y="362078"/>
            <a:ext cx="678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 v2.2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综合分析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6AC95A-17CF-00A7-9D0A-223EE9EA9227}"/>
              </a:ext>
            </a:extLst>
          </p:cNvPr>
          <p:cNvSpPr txBox="1"/>
          <p:nvPr/>
        </p:nvSpPr>
        <p:spPr>
          <a:xfrm>
            <a:off x="711878" y="1153739"/>
            <a:ext cx="10248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流水线级数从原来的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级增长为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级，除此之外时序模型基本不变。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唯一要注意的是，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预取逻辑相比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计算会更早结束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（因为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conv_core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计算完一个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的时间变长了），时序裕度提升，这对我们来说是好事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861042-EDB4-4C57-E3D5-252B02BF1B0B}"/>
              </a:ext>
            </a:extLst>
          </p:cNvPr>
          <p:cNvSpPr txBox="1"/>
          <p:nvPr/>
        </p:nvSpPr>
        <p:spPr>
          <a:xfrm>
            <a:off x="3697881" y="23481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935E31F-9393-BFAB-0297-0ADAC6FA0FBB}"/>
              </a:ext>
            </a:extLst>
          </p:cNvPr>
          <p:cNvSpPr/>
          <p:nvPr/>
        </p:nvSpPr>
        <p:spPr>
          <a:xfrm>
            <a:off x="3580002" y="2752072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D44D62-5269-9995-8A1B-14509B656C32}"/>
              </a:ext>
            </a:extLst>
          </p:cNvPr>
          <p:cNvSpPr txBox="1"/>
          <p:nvPr/>
        </p:nvSpPr>
        <p:spPr>
          <a:xfrm>
            <a:off x="3649394" y="2752072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第二拍，每个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分为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组，每组对应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kernel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的同一行，每一行面向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input row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，做乘累加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772FCA-43FB-78E9-3107-E148AE565634}"/>
              </a:ext>
            </a:extLst>
          </p:cNvPr>
          <p:cNvSpPr txBox="1"/>
          <p:nvPr/>
        </p:nvSpPr>
        <p:spPr>
          <a:xfrm>
            <a:off x="9123812" y="2345471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链路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0911069-0044-BA97-5FCB-72D1B48AD0E6}"/>
              </a:ext>
            </a:extLst>
          </p:cNvPr>
          <p:cNvSpPr/>
          <p:nvPr/>
        </p:nvSpPr>
        <p:spPr>
          <a:xfrm>
            <a:off x="9206151" y="2737838"/>
            <a:ext cx="2298081" cy="573324"/>
          </a:xfrm>
          <a:prstGeom prst="roundRect">
            <a:avLst/>
          </a:prstGeom>
          <a:solidFill>
            <a:schemeClr val="accent2">
              <a:lumMod val="50000"/>
              <a:alpha val="31000"/>
            </a:schemeClr>
          </a:solidFill>
          <a:ln>
            <a:solidFill>
              <a:schemeClr val="accent2">
                <a:lumMod val="50000"/>
                <a:alpha val="3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8C2008-5240-4245-2533-20AA6FCC169B}"/>
              </a:ext>
            </a:extLst>
          </p:cNvPr>
          <p:cNvSpPr txBox="1"/>
          <p:nvPr/>
        </p:nvSpPr>
        <p:spPr>
          <a:xfrm>
            <a:off x="9206150" y="2748304"/>
            <a:ext cx="2530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rescale_relu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第一级流水，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Rescale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71DC873-5959-CC3D-0316-8F45AD4210AC}"/>
              </a:ext>
            </a:extLst>
          </p:cNvPr>
          <p:cNvSpPr/>
          <p:nvPr/>
        </p:nvSpPr>
        <p:spPr>
          <a:xfrm>
            <a:off x="541650" y="39783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C4D159-37E1-8262-0B61-AC8FFC26B716}"/>
              </a:ext>
            </a:extLst>
          </p:cNvPr>
          <p:cNvSpPr txBox="1"/>
          <p:nvPr/>
        </p:nvSpPr>
        <p:spPr>
          <a:xfrm>
            <a:off x="766319" y="231564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FCC995E-D259-17CD-06D2-5EA86CCD4C03}"/>
              </a:ext>
            </a:extLst>
          </p:cNvPr>
          <p:cNvSpPr/>
          <p:nvPr/>
        </p:nvSpPr>
        <p:spPr>
          <a:xfrm>
            <a:off x="609315" y="2744809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C55A00-F9D0-1D5A-12C0-881D99720B0E}"/>
              </a:ext>
            </a:extLst>
          </p:cNvPr>
          <p:cNvSpPr txBox="1"/>
          <p:nvPr/>
        </p:nvSpPr>
        <p:spPr>
          <a:xfrm>
            <a:off x="678708" y="2744809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6F5467-1A83-0A22-2553-347354113352}"/>
              </a:ext>
            </a:extLst>
          </p:cNvPr>
          <p:cNvSpPr txBox="1"/>
          <p:nvPr/>
        </p:nvSpPr>
        <p:spPr>
          <a:xfrm>
            <a:off x="1130452" y="40964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3B06E80-A1F1-C06E-BF3B-70CFCBFCA852}"/>
              </a:ext>
            </a:extLst>
          </p:cNvPr>
          <p:cNvSpPr/>
          <p:nvPr/>
        </p:nvSpPr>
        <p:spPr>
          <a:xfrm>
            <a:off x="609315" y="43890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B4EE21-95C4-BD48-9506-95E03239260A}"/>
              </a:ext>
            </a:extLst>
          </p:cNvPr>
          <p:cNvSpPr txBox="1"/>
          <p:nvPr/>
        </p:nvSpPr>
        <p:spPr>
          <a:xfrm>
            <a:off x="678945" y="43890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8828785-F750-5B78-E754-F77833C9315B}"/>
              </a:ext>
            </a:extLst>
          </p:cNvPr>
          <p:cNvSpPr txBox="1"/>
          <p:nvPr/>
        </p:nvSpPr>
        <p:spPr>
          <a:xfrm>
            <a:off x="1094573" y="47709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97CDAFD-8723-B613-CF82-917D69930D85}"/>
              </a:ext>
            </a:extLst>
          </p:cNvPr>
          <p:cNvSpPr/>
          <p:nvPr/>
        </p:nvSpPr>
        <p:spPr>
          <a:xfrm>
            <a:off x="609315" y="51665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B68A55-7377-11FB-1E26-42FBC6E522F0}"/>
              </a:ext>
            </a:extLst>
          </p:cNvPr>
          <p:cNvSpPr txBox="1"/>
          <p:nvPr/>
        </p:nvSpPr>
        <p:spPr>
          <a:xfrm>
            <a:off x="678685" y="51643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3BD326-2504-E35D-145C-F26BB6AB9FCE}"/>
              </a:ext>
            </a:extLst>
          </p:cNvPr>
          <p:cNvSpPr txBox="1"/>
          <p:nvPr/>
        </p:nvSpPr>
        <p:spPr>
          <a:xfrm>
            <a:off x="2100109" y="3995984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05B8870-31FC-51BA-DEFE-531FDEDE2D11}"/>
              </a:ext>
            </a:extLst>
          </p:cNvPr>
          <p:cNvCxnSpPr>
            <a:cxnSpLocks/>
          </p:cNvCxnSpPr>
          <p:nvPr/>
        </p:nvCxnSpPr>
        <p:spPr>
          <a:xfrm>
            <a:off x="3036206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30D0EB7-EB48-5D1F-78EF-3F51582D4758}"/>
              </a:ext>
            </a:extLst>
          </p:cNvPr>
          <p:cNvCxnSpPr>
            <a:cxnSpLocks/>
          </p:cNvCxnSpPr>
          <p:nvPr/>
        </p:nvCxnSpPr>
        <p:spPr>
          <a:xfrm>
            <a:off x="196381" y="5885299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38AC001-1B1B-AD4A-5B2C-89DB90E9418D}"/>
              </a:ext>
            </a:extLst>
          </p:cNvPr>
          <p:cNvSpPr txBox="1"/>
          <p:nvPr/>
        </p:nvSpPr>
        <p:spPr>
          <a:xfrm>
            <a:off x="652637" y="591043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6737F2D-122B-76A5-D269-EAA34FF8DDB9}"/>
              </a:ext>
            </a:extLst>
          </p:cNvPr>
          <p:cNvSpPr txBox="1"/>
          <p:nvPr/>
        </p:nvSpPr>
        <p:spPr>
          <a:xfrm>
            <a:off x="3470875" y="5906490"/>
            <a:ext cx="2818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：新行数据存入寄存器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不工作，无事发生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D1413F8-FFD3-4F52-5EA9-1A471BC67B8E}"/>
              </a:ext>
            </a:extLst>
          </p:cNvPr>
          <p:cNvSpPr txBox="1"/>
          <p:nvPr/>
        </p:nvSpPr>
        <p:spPr>
          <a:xfrm>
            <a:off x="6340668" y="5885299"/>
            <a:ext cx="328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预取发起逻辑：输入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拉高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810F2D1-B147-43DE-51F7-94B5D4789379}"/>
              </a:ext>
            </a:extLst>
          </p:cNvPr>
          <p:cNvSpPr txBox="1"/>
          <p:nvPr/>
        </p:nvSpPr>
        <p:spPr>
          <a:xfrm>
            <a:off x="9455165" y="5896749"/>
            <a:ext cx="2429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预取返回逻辑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pending</a:t>
            </a:r>
          </a:p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信号，准备好输出数据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prefetch_step</a:t>
            </a:r>
            <a:r>
              <a:rPr lang="en-US" altLang="zh-CN" sz="14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8ECE904-F377-8944-3B9F-37AB7DD56C81}"/>
              </a:ext>
            </a:extLst>
          </p:cNvPr>
          <p:cNvSpPr/>
          <p:nvPr/>
        </p:nvSpPr>
        <p:spPr>
          <a:xfrm>
            <a:off x="3634728" y="3947358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0AED13C-2034-3195-E5AD-0894177476B7}"/>
              </a:ext>
            </a:extLst>
          </p:cNvPr>
          <p:cNvSpPr txBox="1"/>
          <p:nvPr/>
        </p:nvSpPr>
        <p:spPr>
          <a:xfrm>
            <a:off x="4223530" y="4065429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C2F4156-AF47-7689-473B-D3944EC70F31}"/>
              </a:ext>
            </a:extLst>
          </p:cNvPr>
          <p:cNvSpPr/>
          <p:nvPr/>
        </p:nvSpPr>
        <p:spPr>
          <a:xfrm>
            <a:off x="3702393" y="4358031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342CE66-BCBA-2928-85CC-D6DC4B44C1EE}"/>
              </a:ext>
            </a:extLst>
          </p:cNvPr>
          <p:cNvSpPr txBox="1"/>
          <p:nvPr/>
        </p:nvSpPr>
        <p:spPr>
          <a:xfrm>
            <a:off x="3772023" y="4358031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4DD84DD-BF85-323A-2C21-DB0962E0CCDE}"/>
              </a:ext>
            </a:extLst>
          </p:cNvPr>
          <p:cNvSpPr txBox="1"/>
          <p:nvPr/>
        </p:nvSpPr>
        <p:spPr>
          <a:xfrm>
            <a:off x="4187651" y="473996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7189494-1FBA-58DE-E444-078D5D1A2398}"/>
              </a:ext>
            </a:extLst>
          </p:cNvPr>
          <p:cNvSpPr/>
          <p:nvPr/>
        </p:nvSpPr>
        <p:spPr>
          <a:xfrm>
            <a:off x="3702393" y="5135611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B750B34-A52B-67B0-A6BB-E19E300EAB08}"/>
              </a:ext>
            </a:extLst>
          </p:cNvPr>
          <p:cNvSpPr txBox="1"/>
          <p:nvPr/>
        </p:nvSpPr>
        <p:spPr>
          <a:xfrm>
            <a:off x="3771763" y="5133371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CCFB5FA-BB2F-827B-F12F-350210E72604}"/>
              </a:ext>
            </a:extLst>
          </p:cNvPr>
          <p:cNvSpPr/>
          <p:nvPr/>
        </p:nvSpPr>
        <p:spPr>
          <a:xfrm>
            <a:off x="6626390" y="3971437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8F23DFC-7281-2562-3D1C-7E0D34EC8D98}"/>
              </a:ext>
            </a:extLst>
          </p:cNvPr>
          <p:cNvSpPr txBox="1"/>
          <p:nvPr/>
        </p:nvSpPr>
        <p:spPr>
          <a:xfrm>
            <a:off x="7215192" y="4089508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76BEC95-8444-41B2-802C-FD1E601B9F45}"/>
              </a:ext>
            </a:extLst>
          </p:cNvPr>
          <p:cNvSpPr/>
          <p:nvPr/>
        </p:nvSpPr>
        <p:spPr>
          <a:xfrm>
            <a:off x="6694055" y="4382110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703FFF2-83DD-EABB-8B22-B640D79E144D}"/>
              </a:ext>
            </a:extLst>
          </p:cNvPr>
          <p:cNvSpPr txBox="1"/>
          <p:nvPr/>
        </p:nvSpPr>
        <p:spPr>
          <a:xfrm>
            <a:off x="6763685" y="4382110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D026DB4-9264-9BBE-2E0D-26D171F94AA2}"/>
              </a:ext>
            </a:extLst>
          </p:cNvPr>
          <p:cNvSpPr txBox="1"/>
          <p:nvPr/>
        </p:nvSpPr>
        <p:spPr>
          <a:xfrm>
            <a:off x="7179313" y="4764045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FF0EBAC-0A7B-DAD9-F06D-B346CCE250DF}"/>
              </a:ext>
            </a:extLst>
          </p:cNvPr>
          <p:cNvSpPr/>
          <p:nvPr/>
        </p:nvSpPr>
        <p:spPr>
          <a:xfrm>
            <a:off x="6694055" y="5159690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F168C59-F2BA-3A0F-E424-C35DC777318E}"/>
              </a:ext>
            </a:extLst>
          </p:cNvPr>
          <p:cNvSpPr txBox="1"/>
          <p:nvPr/>
        </p:nvSpPr>
        <p:spPr>
          <a:xfrm>
            <a:off x="6763425" y="5157450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8DADB59-2863-C433-1171-62007E848E35}"/>
              </a:ext>
            </a:extLst>
          </p:cNvPr>
          <p:cNvSpPr/>
          <p:nvPr/>
        </p:nvSpPr>
        <p:spPr>
          <a:xfrm>
            <a:off x="9503876" y="3956232"/>
            <a:ext cx="2818576" cy="1842525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22F4328-D0DC-3F6B-42C7-09C705BD6FAD}"/>
              </a:ext>
            </a:extLst>
          </p:cNvPr>
          <p:cNvSpPr txBox="1"/>
          <p:nvPr/>
        </p:nvSpPr>
        <p:spPr>
          <a:xfrm>
            <a:off x="10092678" y="407430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E02A272-F8BD-1CED-EF0A-BF09ED1656B6}"/>
              </a:ext>
            </a:extLst>
          </p:cNvPr>
          <p:cNvSpPr/>
          <p:nvPr/>
        </p:nvSpPr>
        <p:spPr>
          <a:xfrm>
            <a:off x="9571541" y="4366905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DA2DDCA-821B-A26B-67E2-1C95139BB5C8}"/>
              </a:ext>
            </a:extLst>
          </p:cNvPr>
          <p:cNvSpPr txBox="1"/>
          <p:nvPr/>
        </p:nvSpPr>
        <p:spPr>
          <a:xfrm>
            <a:off x="9641171" y="4366905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8127C81-71D8-82C9-A171-F6D3F010CDC6}"/>
              </a:ext>
            </a:extLst>
          </p:cNvPr>
          <p:cNvSpPr txBox="1"/>
          <p:nvPr/>
        </p:nvSpPr>
        <p:spPr>
          <a:xfrm>
            <a:off x="10056799" y="474884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CAAC9F9-B775-0DD7-3B8B-AED83836FBD5}"/>
              </a:ext>
            </a:extLst>
          </p:cNvPr>
          <p:cNvSpPr/>
          <p:nvPr/>
        </p:nvSpPr>
        <p:spPr>
          <a:xfrm>
            <a:off x="9571541" y="5144485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646FB53-2CF3-8B76-EDB7-28D7F584F738}"/>
              </a:ext>
            </a:extLst>
          </p:cNvPr>
          <p:cNvSpPr txBox="1"/>
          <p:nvPr/>
        </p:nvSpPr>
        <p:spPr>
          <a:xfrm>
            <a:off x="9640911" y="5142245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7ADAE0F-0608-04BB-D11B-5B04EDE0B08C}"/>
              </a:ext>
            </a:extLst>
          </p:cNvPr>
          <p:cNvSpPr txBox="1"/>
          <p:nvPr/>
        </p:nvSpPr>
        <p:spPr>
          <a:xfrm>
            <a:off x="5193187" y="3995382"/>
            <a:ext cx="1158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FC8174B-575A-72ED-0448-7F35205466D6}"/>
              </a:ext>
            </a:extLst>
          </p:cNvPr>
          <p:cNvSpPr txBox="1"/>
          <p:nvPr/>
        </p:nvSpPr>
        <p:spPr>
          <a:xfrm>
            <a:off x="8194830" y="4006942"/>
            <a:ext cx="1211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第四个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FF081AE-9642-ADDE-5DCE-07D0D9E6FA33}"/>
              </a:ext>
            </a:extLst>
          </p:cNvPr>
          <p:cNvSpPr txBox="1"/>
          <p:nvPr/>
        </p:nvSpPr>
        <p:spPr>
          <a:xfrm>
            <a:off x="11083995" y="4000752"/>
            <a:ext cx="1238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第五个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8838A41-0047-9ABE-FB54-5D7FDE8D5D90}"/>
              </a:ext>
            </a:extLst>
          </p:cNvPr>
          <p:cNvCxnSpPr>
            <a:cxnSpLocks/>
          </p:cNvCxnSpPr>
          <p:nvPr/>
        </p:nvCxnSpPr>
        <p:spPr>
          <a:xfrm>
            <a:off x="6242325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47135EC-D40A-9190-9E9B-BF98979E2EEE}"/>
              </a:ext>
            </a:extLst>
          </p:cNvPr>
          <p:cNvCxnSpPr>
            <a:cxnSpLocks/>
          </p:cNvCxnSpPr>
          <p:nvPr/>
        </p:nvCxnSpPr>
        <p:spPr>
          <a:xfrm>
            <a:off x="9119811" y="4804496"/>
            <a:ext cx="903459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658BAE89-2753-E3F5-17ED-2E0A60E943A6}"/>
              </a:ext>
            </a:extLst>
          </p:cNvPr>
          <p:cNvSpPr txBox="1"/>
          <p:nvPr/>
        </p:nvSpPr>
        <p:spPr>
          <a:xfrm>
            <a:off x="6649913" y="2352013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AC39F439-2FF1-142D-5922-4D00ED12630E}"/>
              </a:ext>
            </a:extLst>
          </p:cNvPr>
          <p:cNvSpPr/>
          <p:nvPr/>
        </p:nvSpPr>
        <p:spPr>
          <a:xfrm>
            <a:off x="6532034" y="2755937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C3F4E43-96EA-13A0-6F93-95006CF1F1A2}"/>
              </a:ext>
            </a:extLst>
          </p:cNvPr>
          <p:cNvSpPr txBox="1"/>
          <p:nvPr/>
        </p:nvSpPr>
        <p:spPr>
          <a:xfrm>
            <a:off x="6601426" y="2755937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第三拍，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个并行计算单元，每个计算单元从第二排的结果得到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个部分和，连同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一起做加法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1AACA70-A3B6-C9F1-432D-D51244FE6304}"/>
              </a:ext>
            </a:extLst>
          </p:cNvPr>
          <p:cNvSpPr txBox="1"/>
          <p:nvPr/>
        </p:nvSpPr>
        <p:spPr>
          <a:xfrm>
            <a:off x="84685" y="2813626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83E5A5F-63EA-AEFD-A636-06F70F6D4AD0}"/>
              </a:ext>
            </a:extLst>
          </p:cNvPr>
          <p:cNvSpPr txBox="1"/>
          <p:nvPr/>
        </p:nvSpPr>
        <p:spPr>
          <a:xfrm>
            <a:off x="73409" y="4176122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99AD348-C047-4F4F-B6B0-44B01A11B867}"/>
              </a:ext>
            </a:extLst>
          </p:cNvPr>
          <p:cNvSpPr txBox="1"/>
          <p:nvPr/>
        </p:nvSpPr>
        <p:spPr>
          <a:xfrm>
            <a:off x="99820" y="5914710"/>
            <a:ext cx="41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预取逻辑</a:t>
            </a:r>
            <a:endParaRPr lang="en-US" altLang="zh-CN" sz="1400" dirty="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3F464F43-68A7-7424-0A5C-EBA1F5353C8B}"/>
              </a:ext>
            </a:extLst>
          </p:cNvPr>
          <p:cNvCxnSpPr>
            <a:cxnSpLocks/>
          </p:cNvCxnSpPr>
          <p:nvPr/>
        </p:nvCxnSpPr>
        <p:spPr>
          <a:xfrm>
            <a:off x="5193187" y="1835150"/>
            <a:ext cx="3760313" cy="654050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6F7F7B0A-7237-CE4D-98E1-DD87229C1765}"/>
              </a:ext>
            </a:extLst>
          </p:cNvPr>
          <p:cNvSpPr txBox="1"/>
          <p:nvPr/>
        </p:nvSpPr>
        <p:spPr>
          <a:xfrm>
            <a:off x="8504016" y="1986349"/>
            <a:ext cx="1881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这里会多涨一级流水！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65069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DB9A0-49A6-5C39-FF55-0B7F646D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298E6CA-21D9-C907-278A-9BD75E4AC5BB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EFBD99-18F0-FD1F-6840-5E8947695024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948361-BD7B-9D85-5650-54F9866C8ABD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F38712-DE6F-EEA1-70D3-F016789EBB63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560A4A66-4981-3554-9D67-85449D5F223C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E4A368B-23A9-3D41-D134-CAEE519EC5E2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37840C7-05FB-5007-8C84-C1FA2ABE11A3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E16A01E-699A-21FE-5C2B-CC819F5B5904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BA3B48-DB39-D503-365F-035D55D493D4}"/>
              </a:ext>
            </a:extLst>
          </p:cNvPr>
          <p:cNvSpPr/>
          <p:nvPr/>
        </p:nvSpPr>
        <p:spPr>
          <a:xfrm>
            <a:off x="1344948" y="3485562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D40835B-267B-76D2-C7FC-0EAA03C83F8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16C8C82-98BC-D316-BAD0-2DBD17926F46}"/>
              </a:ext>
            </a:extLst>
          </p:cNvPr>
          <p:cNvCxnSpPr>
            <a:cxnSpLocks/>
          </p:cNvCxnSpPr>
          <p:nvPr/>
        </p:nvCxnSpPr>
        <p:spPr>
          <a:xfrm>
            <a:off x="2470017" y="3695954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E7FF9DD-2BC9-AD1C-A46B-065A5A8C3B52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8DE089-90E3-849F-24EB-56DD9317F7EF}"/>
              </a:ext>
            </a:extLst>
          </p:cNvPr>
          <p:cNvSpPr/>
          <p:nvPr/>
        </p:nvSpPr>
        <p:spPr>
          <a:xfrm>
            <a:off x="199307" y="2969677"/>
            <a:ext cx="890814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0AD0FB92-566C-5D86-F278-4E2A31C5C459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090121" y="3177165"/>
            <a:ext cx="254827" cy="508422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1ECAF96-B497-81A6-A76A-80EA86E003BA}"/>
              </a:ext>
            </a:extLst>
          </p:cNvPr>
          <p:cNvSpPr txBox="1"/>
          <p:nvPr/>
        </p:nvSpPr>
        <p:spPr>
          <a:xfrm>
            <a:off x="1217940" y="3122257"/>
            <a:ext cx="941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DDC8F2D-C3AD-97F1-75BD-BD5EB5FA04FE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FD25B43-8965-2981-8F36-83A756DA8151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05B5141-9362-E6CB-212B-F1E0834D128C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FBAB36E-D610-641E-69B6-0C5B6BEF42D1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C48B804-16C2-66CC-3849-DD51949D0C16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B5AACDD-9A1A-1817-5AA0-FFF7F04CBCD5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9B03FF5-E59A-223D-A59C-869C2C6CADD0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7F1A62-7587-DFA7-24C1-7C534B58592E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A306083-7465-D37F-3D8D-697E547641DE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5B4FA7CE-40A9-DAAA-1257-CE053153E9C9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445646F7-89EE-649F-20D8-105B883F6F55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7168C7A4-1F44-61EB-2777-8589EA71ACFE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60D4B7C9-B097-8EFE-1D0C-D0DC0129135D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5C2836C7-D06C-B16A-9EA5-CB86C9265614}"/>
              </a:ext>
            </a:extLst>
          </p:cNvPr>
          <p:cNvSpPr/>
          <p:nvPr/>
        </p:nvSpPr>
        <p:spPr>
          <a:xfrm>
            <a:off x="5095132" y="1575114"/>
            <a:ext cx="3950677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8C926AD-9639-9565-B22F-45B40010FB76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552CD4F-104F-0851-1411-1C00F42AC137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CEF13F62-48C3-E2B9-5AB8-32EBE279766C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20C457A7-8F7B-F4CB-5088-E30FCD79DC50}"/>
              </a:ext>
            </a:extLst>
          </p:cNvPr>
          <p:cNvCxnSpPr>
            <a:cxnSpLocks/>
            <a:stCxn id="58" idx="3"/>
            <a:endCxn id="201" idx="1"/>
          </p:cNvCxnSpPr>
          <p:nvPr/>
        </p:nvCxnSpPr>
        <p:spPr>
          <a:xfrm flipV="1">
            <a:off x="8735613" y="3184197"/>
            <a:ext cx="912832" cy="828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C018744-D257-C268-4C3F-E121C51B5493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3564BA6F-FD96-8E3F-6E61-0AE3623C7257}"/>
              </a:ext>
            </a:extLst>
          </p:cNvPr>
          <p:cNvSpPr/>
          <p:nvPr/>
        </p:nvSpPr>
        <p:spPr>
          <a:xfrm>
            <a:off x="9648445" y="2505800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6867831E-ABEC-4367-67DC-0D03BB3F69DA}"/>
              </a:ext>
            </a:extLst>
          </p:cNvPr>
          <p:cNvSpPr/>
          <p:nvPr/>
        </p:nvSpPr>
        <p:spPr>
          <a:xfrm rot="5400000">
            <a:off x="9437865" y="293199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A0095A4D-72F9-BC00-7757-7FF471FBEEDE}"/>
              </a:ext>
            </a:extLst>
          </p:cNvPr>
          <p:cNvSpPr/>
          <p:nvPr/>
        </p:nvSpPr>
        <p:spPr>
          <a:xfrm rot="5400000">
            <a:off x="10313882" y="293094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7CDBE39B-2AB5-2DA3-133F-8780B01467C7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74398" y="3196461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14E1A0C5-860A-B3EC-6AFD-3B88A9826DB4}"/>
              </a:ext>
            </a:extLst>
          </p:cNvPr>
          <p:cNvCxnSpPr>
            <a:cxnSpLocks/>
          </p:cNvCxnSpPr>
          <p:nvPr/>
        </p:nvCxnSpPr>
        <p:spPr>
          <a:xfrm>
            <a:off x="11134736" y="3202425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D5FE049E-6582-CC7A-3380-F5FF2275D378}"/>
              </a:ext>
            </a:extLst>
          </p:cNvPr>
          <p:cNvSpPr txBox="1"/>
          <p:nvPr/>
        </p:nvSpPr>
        <p:spPr>
          <a:xfrm>
            <a:off x="11238342" y="2908054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123B189A-9FC6-ACFF-76DF-D7E7A3609C88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9A37A6F3-9C8C-0740-28DF-B12B5EDA6253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9B564565-2DF9-1D2E-235B-95134E394679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D6D6C0F9-6D24-4EC4-63D1-CE34ABAC0E8E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C42D16-170A-3130-2184-9F890F9A1702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v2.5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9EAE23-13B2-CC84-6F3C-9E72EBCA2076}"/>
              </a:ext>
            </a:extLst>
          </p:cNvPr>
          <p:cNvSpPr/>
          <p:nvPr/>
        </p:nvSpPr>
        <p:spPr>
          <a:xfrm>
            <a:off x="5430659" y="388561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8900BCC-AC40-7E4F-BA8B-A1B1C71DB017}"/>
              </a:ext>
            </a:extLst>
          </p:cNvPr>
          <p:cNvSpPr txBox="1"/>
          <p:nvPr/>
        </p:nvSpPr>
        <p:spPr>
          <a:xfrm>
            <a:off x="4178413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4AD055B-0823-CA08-B94B-74A0114D6E4A}"/>
              </a:ext>
            </a:extLst>
          </p:cNvPr>
          <p:cNvSpPr/>
          <p:nvPr/>
        </p:nvSpPr>
        <p:spPr>
          <a:xfrm>
            <a:off x="5309900" y="3646199"/>
            <a:ext cx="1042518" cy="755587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49C893B-637C-9AA3-DB0F-ED6B3C77DE54}"/>
              </a:ext>
            </a:extLst>
          </p:cNvPr>
          <p:cNvSpPr/>
          <p:nvPr/>
        </p:nvSpPr>
        <p:spPr>
          <a:xfrm>
            <a:off x="6519050" y="3644456"/>
            <a:ext cx="1119493" cy="75732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0D644A5-22B5-1F15-E248-795CAC8256EF}"/>
              </a:ext>
            </a:extLst>
          </p:cNvPr>
          <p:cNvSpPr/>
          <p:nvPr/>
        </p:nvSpPr>
        <p:spPr>
          <a:xfrm>
            <a:off x="5580034" y="2256389"/>
            <a:ext cx="1956425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window per unit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7F4CBC1-87F6-6D45-0A09-F17FD7C8F5C0}"/>
              </a:ext>
            </a:extLst>
          </p:cNvPr>
          <p:cNvSpPr/>
          <p:nvPr/>
        </p:nvSpPr>
        <p:spPr>
          <a:xfrm>
            <a:off x="6701554" y="3885612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1536C424-34A7-0524-0904-665B7550176A}"/>
              </a:ext>
            </a:extLst>
          </p:cNvPr>
          <p:cNvCxnSpPr>
            <a:cxnSpLocks/>
            <a:stCxn id="15" idx="3"/>
            <a:endCxn id="46" idx="1"/>
          </p:cNvCxnSpPr>
          <p:nvPr/>
        </p:nvCxnSpPr>
        <p:spPr>
          <a:xfrm>
            <a:off x="6236622" y="4064019"/>
            <a:ext cx="4649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4B041205-FF55-CD0C-F2E5-51903CBDBAD8}"/>
              </a:ext>
            </a:extLst>
          </p:cNvPr>
          <p:cNvSpPr txBox="1"/>
          <p:nvPr/>
        </p:nvSpPr>
        <p:spPr>
          <a:xfrm>
            <a:off x="6185230" y="3735887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40DEDEA-87BB-8245-6980-8BC8D42809DE}"/>
              </a:ext>
            </a:extLst>
          </p:cNvPr>
          <p:cNvSpPr txBox="1"/>
          <p:nvPr/>
        </p:nvSpPr>
        <p:spPr>
          <a:xfrm>
            <a:off x="5479395" y="443255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F225240-C778-5E37-C65B-4D40BB1424DF}"/>
              </a:ext>
            </a:extLst>
          </p:cNvPr>
          <p:cNvSpPr txBox="1"/>
          <p:nvPr/>
        </p:nvSpPr>
        <p:spPr>
          <a:xfrm>
            <a:off x="6755268" y="442423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1E463C0F-951D-52B2-6685-60E37541A243}"/>
              </a:ext>
            </a:extLst>
          </p:cNvPr>
          <p:cNvSpPr/>
          <p:nvPr/>
        </p:nvSpPr>
        <p:spPr>
          <a:xfrm>
            <a:off x="7801548" y="1959579"/>
            <a:ext cx="1042518" cy="2449239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13D7CEB-0EF1-5398-8518-9C41B497BB93}"/>
              </a:ext>
            </a:extLst>
          </p:cNvPr>
          <p:cNvSpPr/>
          <p:nvPr/>
        </p:nvSpPr>
        <p:spPr>
          <a:xfrm>
            <a:off x="7910001" y="2522360"/>
            <a:ext cx="825612" cy="1340234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unit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 sum + 1 bias per unit</a:t>
            </a: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stage)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E5EEED55-4DCA-CB89-D8D1-E6075BFE541A}"/>
              </a:ext>
            </a:extLst>
          </p:cNvPr>
          <p:cNvCxnSpPr>
            <a:cxnSpLocks/>
            <a:stCxn id="30" idx="3"/>
            <a:endCxn id="58" idx="1"/>
          </p:cNvCxnSpPr>
          <p:nvPr/>
        </p:nvCxnSpPr>
        <p:spPr>
          <a:xfrm>
            <a:off x="7536459" y="2615545"/>
            <a:ext cx="373542" cy="576932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F633DAE1-7E8D-270C-A017-932ADE823DCD}"/>
              </a:ext>
            </a:extLst>
          </p:cNvPr>
          <p:cNvCxnSpPr>
            <a:cxnSpLocks/>
            <a:stCxn id="46" idx="3"/>
            <a:endCxn id="58" idx="1"/>
          </p:cNvCxnSpPr>
          <p:nvPr/>
        </p:nvCxnSpPr>
        <p:spPr>
          <a:xfrm flipV="1">
            <a:off x="7499471" y="3192477"/>
            <a:ext cx="410530" cy="871542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8DC4395A-F607-2047-C54F-A169D2EC5017}"/>
              </a:ext>
            </a:extLst>
          </p:cNvPr>
          <p:cNvSpPr txBox="1"/>
          <p:nvPr/>
        </p:nvSpPr>
        <p:spPr>
          <a:xfrm>
            <a:off x="7568987" y="2249265"/>
            <a:ext cx="8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11x1216bit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EAFBACF-594E-1847-3776-4524660DF09C}"/>
              </a:ext>
            </a:extLst>
          </p:cNvPr>
          <p:cNvSpPr txBox="1"/>
          <p:nvPr/>
        </p:nvSpPr>
        <p:spPr>
          <a:xfrm>
            <a:off x="7450632" y="3779050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EFA3D085-2EB6-78A1-CFC2-771C46D67285}"/>
              </a:ext>
            </a:extLst>
          </p:cNvPr>
          <p:cNvSpPr txBox="1"/>
          <p:nvPr/>
        </p:nvSpPr>
        <p:spPr>
          <a:xfrm>
            <a:off x="7865741" y="4439201"/>
            <a:ext cx="9783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3,</a:t>
            </a:r>
            <a:r>
              <a:rPr lang="zh-CN" altLang="en-US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B142724-6E70-59BB-390F-CF22814A0EBC}"/>
              </a:ext>
            </a:extLst>
          </p:cNvPr>
          <p:cNvSpPr/>
          <p:nvPr/>
        </p:nvSpPr>
        <p:spPr>
          <a:xfrm>
            <a:off x="5411853" y="2008244"/>
            <a:ext cx="2226690" cy="1121894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AB0889-9374-E365-3908-0410BF79C318}"/>
              </a:ext>
            </a:extLst>
          </p:cNvPr>
          <p:cNvSpPr txBox="1"/>
          <p:nvPr/>
        </p:nvSpPr>
        <p:spPr>
          <a:xfrm>
            <a:off x="6017692" y="1985170"/>
            <a:ext cx="979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CC6D97F9-1827-799C-AE96-8148881011E3}"/>
              </a:ext>
            </a:extLst>
          </p:cNvPr>
          <p:cNvCxnSpPr>
            <a:cxnSpLocks/>
            <a:stCxn id="4" idx="3"/>
            <a:endCxn id="30" idx="1"/>
          </p:cNvCxnSpPr>
          <p:nvPr/>
        </p:nvCxnSpPr>
        <p:spPr>
          <a:xfrm flipV="1">
            <a:off x="4242332" y="2615545"/>
            <a:ext cx="1337702" cy="539837"/>
          </a:xfrm>
          <a:prstGeom prst="bentConnector3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00A44A9-2DDA-3251-135E-A18E5DCAC6BE}"/>
              </a:ext>
            </a:extLst>
          </p:cNvPr>
          <p:cNvSpPr txBox="1"/>
          <p:nvPr/>
        </p:nvSpPr>
        <p:spPr>
          <a:xfrm>
            <a:off x="2688224" y="5192569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224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A18070-73BB-79F1-6B0E-A07948EE9474}"/>
              </a:ext>
            </a:extLst>
          </p:cNvPr>
          <p:cNvSpPr txBox="1"/>
          <p:nvPr/>
        </p:nvSpPr>
        <p:spPr>
          <a:xfrm>
            <a:off x="9221073" y="5253563"/>
            <a:ext cx="14287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bias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64</a:t>
            </a:r>
          </a:p>
        </p:txBody>
      </p:sp>
    </p:spTree>
    <p:extLst>
      <p:ext uri="{BB962C8B-B14F-4D97-AF65-F5344CB8AC3E}">
        <p14:creationId xmlns:p14="http://schemas.microsoft.com/office/powerpoint/2010/main" val="24087662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E57FA-8A4E-96F0-723B-6A6517B9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2CAFB0-4EBE-6708-F5A1-1DAE3E4CA740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CC1B840-4F2F-2F93-DE57-002B92F410A6}"/>
              </a:ext>
            </a:extLst>
          </p:cNvPr>
          <p:cNvSpPr/>
          <p:nvPr/>
        </p:nvSpPr>
        <p:spPr>
          <a:xfrm>
            <a:off x="3164999" y="5659424"/>
            <a:ext cx="4952146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8FFB419-C2F6-3440-1B51-B8BF9F51CA73}"/>
              </a:ext>
            </a:extLst>
          </p:cNvPr>
          <p:cNvSpPr/>
          <p:nvPr/>
        </p:nvSpPr>
        <p:spPr>
          <a:xfrm>
            <a:off x="3386072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8x96bit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7F9BFA-76D6-6B5F-B9FB-7C2711A08E73}"/>
              </a:ext>
            </a:extLst>
          </p:cNvPr>
          <p:cNvSpPr/>
          <p:nvPr/>
        </p:nvSpPr>
        <p:spPr>
          <a:xfrm>
            <a:off x="4564383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8x96bit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1C4A70D-7C5A-7D33-F91F-B9CB1D9F747A}"/>
              </a:ext>
            </a:extLst>
          </p:cNvPr>
          <p:cNvSpPr/>
          <p:nvPr/>
        </p:nvSpPr>
        <p:spPr>
          <a:xfrm>
            <a:off x="5741783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8x96bit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3302D2D-0B8C-D535-77B9-3151C001AA9C}"/>
              </a:ext>
            </a:extLst>
          </p:cNvPr>
          <p:cNvSpPr/>
          <p:nvPr/>
        </p:nvSpPr>
        <p:spPr>
          <a:xfrm>
            <a:off x="6919183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76EFA7F-420F-3A6B-13BC-0EC20CEACCE0}"/>
              </a:ext>
            </a:extLst>
          </p:cNvPr>
          <p:cNvSpPr txBox="1"/>
          <p:nvPr/>
        </p:nvSpPr>
        <p:spPr>
          <a:xfrm>
            <a:off x="3665734" y="5038374"/>
            <a:ext cx="1516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weight: 288bit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15449A-D605-BEEA-2742-EF1572CB18B3}"/>
              </a:ext>
            </a:extLst>
          </p:cNvPr>
          <p:cNvSpPr txBox="1"/>
          <p:nvPr/>
        </p:nvSpPr>
        <p:spPr>
          <a:xfrm>
            <a:off x="6069983" y="5038374"/>
            <a:ext cx="1123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Bias: 64bit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2B2F094-7662-E53C-89EB-3CBEE41D014F}"/>
              </a:ext>
            </a:extLst>
          </p:cNvPr>
          <p:cNvSpPr/>
          <p:nvPr/>
        </p:nvSpPr>
        <p:spPr>
          <a:xfrm>
            <a:off x="3121213" y="2383053"/>
            <a:ext cx="5052685" cy="237282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54F0746-E15B-8AA9-5149-2B0835DA1FEB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0E79E8A-F167-AF38-E296-12E96B88D86F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1879B4E-7D76-F423-B4E5-E1AA3D9E59B0}"/>
              </a:ext>
            </a:extLst>
          </p:cNvPr>
          <p:cNvCxnSpPr>
            <a:cxnSpLocks/>
            <a:stCxn id="43" idx="0"/>
            <a:endCxn id="78" idx="2"/>
          </p:cNvCxnSpPr>
          <p:nvPr/>
        </p:nvCxnSpPr>
        <p:spPr>
          <a:xfrm flipV="1">
            <a:off x="5641072" y="4755878"/>
            <a:ext cx="6484" cy="903546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899DD09F-9BCF-9A07-40C2-503664A9188F}"/>
              </a:ext>
            </a:extLst>
          </p:cNvPr>
          <p:cNvCxnSpPr>
            <a:cxnSpLocks/>
            <a:stCxn id="78" idx="3"/>
            <a:endCxn id="201" idx="1"/>
          </p:cNvCxnSpPr>
          <p:nvPr/>
        </p:nvCxnSpPr>
        <p:spPr>
          <a:xfrm flipV="1">
            <a:off x="8173898" y="3561368"/>
            <a:ext cx="850983" cy="8098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07C5790B-1BBE-3E42-EC94-CD928901DE47}"/>
              </a:ext>
            </a:extLst>
          </p:cNvPr>
          <p:cNvSpPr txBox="1"/>
          <p:nvPr/>
        </p:nvSpPr>
        <p:spPr>
          <a:xfrm>
            <a:off x="8305523" y="3175393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52FFA444-40F0-D460-BD87-9E16B017D5A8}"/>
              </a:ext>
            </a:extLst>
          </p:cNvPr>
          <p:cNvSpPr/>
          <p:nvPr/>
        </p:nvSpPr>
        <p:spPr>
          <a:xfrm>
            <a:off x="9024881" y="2882971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0C496BA4-3905-8750-A0AF-699C655453E3}"/>
              </a:ext>
            </a:extLst>
          </p:cNvPr>
          <p:cNvSpPr/>
          <p:nvPr/>
        </p:nvSpPr>
        <p:spPr>
          <a:xfrm rot="5400000">
            <a:off x="8814301" y="3309169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AE1167AA-6EE6-3490-BD15-2414E3FE2BE1}"/>
              </a:ext>
            </a:extLst>
          </p:cNvPr>
          <p:cNvSpPr/>
          <p:nvPr/>
        </p:nvSpPr>
        <p:spPr>
          <a:xfrm rot="5400000">
            <a:off x="9690318" y="3308119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8F1DF0BC-4459-4923-D2C0-3C79E2EA49A4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9650834" y="3573632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6E7F8447-80D3-D44C-6959-498CB667487A}"/>
              </a:ext>
            </a:extLst>
          </p:cNvPr>
          <p:cNvCxnSpPr>
            <a:cxnSpLocks/>
          </p:cNvCxnSpPr>
          <p:nvPr/>
        </p:nvCxnSpPr>
        <p:spPr>
          <a:xfrm>
            <a:off x="10511172" y="3579596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EAB9233B-3F86-2F86-530A-471CCBF941CB}"/>
              </a:ext>
            </a:extLst>
          </p:cNvPr>
          <p:cNvSpPr txBox="1"/>
          <p:nvPr/>
        </p:nvSpPr>
        <p:spPr>
          <a:xfrm>
            <a:off x="10614778" y="3285225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128bit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B722BC12-10DA-2F28-AAE8-9ADEDE6CE3AE}"/>
              </a:ext>
            </a:extLst>
          </p:cNvPr>
          <p:cNvSpPr txBox="1"/>
          <p:nvPr/>
        </p:nvSpPr>
        <p:spPr>
          <a:xfrm>
            <a:off x="1690995" y="5824565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FBBE49F1-F49F-657C-0ABB-5FC0C20E3300}"/>
              </a:ext>
            </a:extLst>
          </p:cNvPr>
          <p:cNvSpPr txBox="1"/>
          <p:nvPr/>
        </p:nvSpPr>
        <p:spPr>
          <a:xfrm>
            <a:off x="4837792" y="1738862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E8F1BC6C-A9BD-AD33-C0AB-CFBA2BEB639B}"/>
              </a:ext>
            </a:extLst>
          </p:cNvPr>
          <p:cNvSpPr txBox="1"/>
          <p:nvPr/>
        </p:nvSpPr>
        <p:spPr>
          <a:xfrm>
            <a:off x="8514390" y="2221950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49F8F2-2423-A63C-C0F1-0B4DDD184FDC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67BB602-BD1A-40BC-F727-E401DF29E544}"/>
              </a:ext>
            </a:extLst>
          </p:cNvPr>
          <p:cNvSpPr txBox="1"/>
          <p:nvPr/>
        </p:nvSpPr>
        <p:spPr>
          <a:xfrm>
            <a:off x="578070" y="3513792"/>
            <a:ext cx="1734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conv output: 512bit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5B7A3A0-1727-B0C2-8A26-1881D02141BD}"/>
              </a:ext>
            </a:extLst>
          </p:cNvPr>
          <p:cNvSpPr/>
          <p:nvPr/>
        </p:nvSpPr>
        <p:spPr>
          <a:xfrm>
            <a:off x="3636065" y="2691715"/>
            <a:ext cx="1956425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window per unit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52654EA-202C-A517-784B-598B2CE07441}"/>
              </a:ext>
            </a:extLst>
          </p:cNvPr>
          <p:cNvSpPr txBox="1"/>
          <p:nvPr/>
        </p:nvSpPr>
        <p:spPr>
          <a:xfrm>
            <a:off x="4110328" y="2393349"/>
            <a:ext cx="979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182C833C-7EB2-2225-30AA-C505B55BF3EC}"/>
              </a:ext>
            </a:extLst>
          </p:cNvPr>
          <p:cNvSpPr/>
          <p:nvPr/>
        </p:nvSpPr>
        <p:spPr>
          <a:xfrm>
            <a:off x="3501474" y="2418483"/>
            <a:ext cx="2226690" cy="1121894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35719A7-90AC-0C39-7F38-33162E78B1DA}"/>
              </a:ext>
            </a:extLst>
          </p:cNvPr>
          <p:cNvSpPr/>
          <p:nvPr/>
        </p:nvSpPr>
        <p:spPr>
          <a:xfrm>
            <a:off x="3622233" y="3931935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8BCCCAE9-F54D-E5EF-94E9-982617B616B7}"/>
              </a:ext>
            </a:extLst>
          </p:cNvPr>
          <p:cNvSpPr/>
          <p:nvPr/>
        </p:nvSpPr>
        <p:spPr>
          <a:xfrm>
            <a:off x="3501474" y="3692522"/>
            <a:ext cx="1042518" cy="755587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710E790-3A61-612A-76FC-303A8EFEC84A}"/>
              </a:ext>
            </a:extLst>
          </p:cNvPr>
          <p:cNvSpPr txBox="1"/>
          <p:nvPr/>
        </p:nvSpPr>
        <p:spPr>
          <a:xfrm>
            <a:off x="3670969" y="4478879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299C38F7-65B5-DB54-DF02-269E011AB144}"/>
              </a:ext>
            </a:extLst>
          </p:cNvPr>
          <p:cNvSpPr/>
          <p:nvPr/>
        </p:nvSpPr>
        <p:spPr>
          <a:xfrm>
            <a:off x="4622290" y="3688028"/>
            <a:ext cx="1119493" cy="75732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7C30FB2-4D1A-5A91-D1B0-81083796FB24}"/>
              </a:ext>
            </a:extLst>
          </p:cNvPr>
          <p:cNvSpPr/>
          <p:nvPr/>
        </p:nvSpPr>
        <p:spPr>
          <a:xfrm>
            <a:off x="4804794" y="3929184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8AAA2BC-F1CD-88A0-45E7-F25072AC2074}"/>
              </a:ext>
            </a:extLst>
          </p:cNvPr>
          <p:cNvSpPr txBox="1"/>
          <p:nvPr/>
        </p:nvSpPr>
        <p:spPr>
          <a:xfrm>
            <a:off x="4858508" y="4467808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489E2715-3482-7966-3C68-4D94B842EA5E}"/>
              </a:ext>
            </a:extLst>
          </p:cNvPr>
          <p:cNvCxnSpPr>
            <a:cxnSpLocks/>
            <a:stCxn id="83" idx="3"/>
            <a:endCxn id="88" idx="1"/>
          </p:cNvCxnSpPr>
          <p:nvPr/>
        </p:nvCxnSpPr>
        <p:spPr>
          <a:xfrm flipV="1">
            <a:off x="4428196" y="4107591"/>
            <a:ext cx="376598" cy="275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F594F2D2-B1ED-B786-67F7-ECD35064BF4A}"/>
              </a:ext>
            </a:extLst>
          </p:cNvPr>
          <p:cNvSpPr txBox="1"/>
          <p:nvPr/>
        </p:nvSpPr>
        <p:spPr>
          <a:xfrm>
            <a:off x="4368030" y="3810159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45FC150E-29F2-CE09-A612-8B05569DF911}"/>
              </a:ext>
            </a:extLst>
          </p:cNvPr>
          <p:cNvCxnSpPr>
            <a:cxnSpLocks/>
            <a:endCxn id="74" idx="1"/>
          </p:cNvCxnSpPr>
          <p:nvPr/>
        </p:nvCxnSpPr>
        <p:spPr>
          <a:xfrm flipV="1">
            <a:off x="2239973" y="3050871"/>
            <a:ext cx="1396092" cy="637157"/>
          </a:xfrm>
          <a:prstGeom prst="bentConnector3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841C7596-5AF2-2406-3285-ACAB837E44E8}"/>
              </a:ext>
            </a:extLst>
          </p:cNvPr>
          <p:cNvSpPr/>
          <p:nvPr/>
        </p:nvSpPr>
        <p:spPr>
          <a:xfrm>
            <a:off x="6160307" y="3078704"/>
            <a:ext cx="1721178" cy="1028887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unit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sum + 1 bias per unit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stage)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73694744-9728-AC8A-D038-69F62D45BAC9}"/>
              </a:ext>
            </a:extLst>
          </p:cNvPr>
          <p:cNvSpPr/>
          <p:nvPr/>
        </p:nvSpPr>
        <p:spPr>
          <a:xfrm>
            <a:off x="6061278" y="2882971"/>
            <a:ext cx="1919148" cy="1486512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46DEB0E6-E5B9-A5A5-7A0D-BD62392957E6}"/>
              </a:ext>
            </a:extLst>
          </p:cNvPr>
          <p:cNvSpPr txBox="1"/>
          <p:nvPr/>
        </p:nvSpPr>
        <p:spPr>
          <a:xfrm>
            <a:off x="6595803" y="4466000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</a:t>
            </a:r>
          </a:p>
        </p:txBody>
      </p:sp>
      <p:cxnSp>
        <p:nvCxnSpPr>
          <p:cNvPr id="110" name="连接符: 肘形 109">
            <a:extLst>
              <a:ext uri="{FF2B5EF4-FFF2-40B4-BE49-F238E27FC236}">
                <a16:creationId xmlns:a16="http://schemas.microsoft.com/office/drawing/2014/main" id="{09259FF0-B0E9-314C-AB6E-D2D3A1325A4E}"/>
              </a:ext>
            </a:extLst>
          </p:cNvPr>
          <p:cNvCxnSpPr>
            <a:cxnSpLocks/>
            <a:stCxn id="82" idx="3"/>
            <a:endCxn id="98" idx="1"/>
          </p:cNvCxnSpPr>
          <p:nvPr/>
        </p:nvCxnSpPr>
        <p:spPr>
          <a:xfrm>
            <a:off x="5728164" y="2979430"/>
            <a:ext cx="432143" cy="613718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071F0E28-A812-AA87-AC1A-8D9116E3963D}"/>
              </a:ext>
            </a:extLst>
          </p:cNvPr>
          <p:cNvSpPr txBox="1"/>
          <p:nvPr/>
        </p:nvSpPr>
        <p:spPr>
          <a:xfrm>
            <a:off x="5534711" y="2612237"/>
            <a:ext cx="911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3x288bit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989ED46-FCC9-D72D-A6C8-28CC875C741D}"/>
              </a:ext>
            </a:extLst>
          </p:cNvPr>
          <p:cNvSpPr txBox="1"/>
          <p:nvPr/>
        </p:nvSpPr>
        <p:spPr>
          <a:xfrm>
            <a:off x="5635857" y="4167007"/>
            <a:ext cx="672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CF3AC754-7F66-7CA7-3C6A-0B4B3CAB5FC4}"/>
              </a:ext>
            </a:extLst>
          </p:cNvPr>
          <p:cNvCxnSpPr>
            <a:cxnSpLocks/>
            <a:stCxn id="88" idx="3"/>
            <a:endCxn id="98" idx="1"/>
          </p:cNvCxnSpPr>
          <p:nvPr/>
        </p:nvCxnSpPr>
        <p:spPr>
          <a:xfrm flipV="1">
            <a:off x="5602711" y="3593148"/>
            <a:ext cx="557596" cy="514443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419D3EE-4526-15CE-8666-BB172A033B53}"/>
              </a:ext>
            </a:extLst>
          </p:cNvPr>
          <p:cNvSpPr txBox="1"/>
          <p:nvPr/>
        </p:nvSpPr>
        <p:spPr>
          <a:xfrm>
            <a:off x="2369637" y="4919748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96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DAB52C-87C3-7CB4-75AA-4546E454A21B}"/>
              </a:ext>
            </a:extLst>
          </p:cNvPr>
          <p:cNvSpPr txBox="1"/>
          <p:nvPr/>
        </p:nvSpPr>
        <p:spPr>
          <a:xfrm>
            <a:off x="7560430" y="4896126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bias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64</a:t>
            </a:r>
          </a:p>
        </p:txBody>
      </p:sp>
    </p:spTree>
    <p:extLst>
      <p:ext uri="{BB962C8B-B14F-4D97-AF65-F5344CB8AC3E}">
        <p14:creationId xmlns:p14="http://schemas.microsoft.com/office/powerpoint/2010/main" val="4011066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DA18-AA2A-4515-5F2B-05B39CC5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4499A0-082F-4AA5-5E40-E70399832EA9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计算启动时序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1A6D302-C01E-9CD6-736D-2873812E7C21}"/>
              </a:ext>
            </a:extLst>
          </p:cNvPr>
          <p:cNvCxnSpPr>
            <a:cxnSpLocks/>
          </p:cNvCxnSpPr>
          <p:nvPr/>
        </p:nvCxnSpPr>
        <p:spPr>
          <a:xfrm flipV="1">
            <a:off x="8272271" y="1805532"/>
            <a:ext cx="265081" cy="235397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AEC3C07-BE7E-EBF8-5E37-20838B220E0B}"/>
              </a:ext>
            </a:extLst>
          </p:cNvPr>
          <p:cNvSpPr/>
          <p:nvPr/>
        </p:nvSpPr>
        <p:spPr>
          <a:xfrm>
            <a:off x="9102279" y="4333612"/>
            <a:ext cx="2818576" cy="1960429"/>
          </a:xfrm>
          <a:prstGeom prst="roundRect">
            <a:avLst/>
          </a:prstGeom>
          <a:solidFill>
            <a:srgbClr val="00B0F0">
              <a:alpha val="12000"/>
            </a:srgbClr>
          </a:solidFill>
          <a:ln w="349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6A0DAE5-E89B-2E83-6D4E-7815F0921526}"/>
              </a:ext>
            </a:extLst>
          </p:cNvPr>
          <p:cNvCxnSpPr>
            <a:cxnSpLocks/>
          </p:cNvCxnSpPr>
          <p:nvPr/>
        </p:nvCxnSpPr>
        <p:spPr>
          <a:xfrm>
            <a:off x="600557" y="243821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83F0CFC-E148-9769-248F-9773D0724A92}"/>
              </a:ext>
            </a:extLst>
          </p:cNvPr>
          <p:cNvCxnSpPr>
            <a:cxnSpLocks/>
          </p:cNvCxnSpPr>
          <p:nvPr/>
        </p:nvCxnSpPr>
        <p:spPr>
          <a:xfrm>
            <a:off x="1429042" y="185060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B1E387E-F5B2-0545-EF3A-FA75D5BA34CA}"/>
              </a:ext>
            </a:extLst>
          </p:cNvPr>
          <p:cNvCxnSpPr>
            <a:cxnSpLocks/>
          </p:cNvCxnSpPr>
          <p:nvPr/>
        </p:nvCxnSpPr>
        <p:spPr>
          <a:xfrm flipV="1">
            <a:off x="1429042" y="1862055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40A6DA9-0FC5-00A8-938D-302960B7465C}"/>
              </a:ext>
            </a:extLst>
          </p:cNvPr>
          <p:cNvCxnSpPr>
            <a:cxnSpLocks/>
          </p:cNvCxnSpPr>
          <p:nvPr/>
        </p:nvCxnSpPr>
        <p:spPr>
          <a:xfrm>
            <a:off x="2717786" y="186205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2649BF7-6A81-97BF-06AF-B406E25EA739}"/>
              </a:ext>
            </a:extLst>
          </p:cNvPr>
          <p:cNvCxnSpPr>
            <a:cxnSpLocks/>
          </p:cNvCxnSpPr>
          <p:nvPr/>
        </p:nvCxnSpPr>
        <p:spPr>
          <a:xfrm>
            <a:off x="1429042" y="186727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A97AA2A-C3F3-BA6C-E11B-B1D74B0F3A0A}"/>
              </a:ext>
            </a:extLst>
          </p:cNvPr>
          <p:cNvCxnSpPr>
            <a:cxnSpLocks/>
          </p:cNvCxnSpPr>
          <p:nvPr/>
        </p:nvCxnSpPr>
        <p:spPr>
          <a:xfrm flipV="1">
            <a:off x="2734621" y="243299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454EE3E-06C8-1C2F-EEAB-7C8D6490CEFD}"/>
              </a:ext>
            </a:extLst>
          </p:cNvPr>
          <p:cNvCxnSpPr>
            <a:cxnSpLocks/>
          </p:cNvCxnSpPr>
          <p:nvPr/>
        </p:nvCxnSpPr>
        <p:spPr>
          <a:xfrm>
            <a:off x="3995748" y="184538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E82445C-9B58-04A5-2399-A38B5607D7EF}"/>
              </a:ext>
            </a:extLst>
          </p:cNvPr>
          <p:cNvCxnSpPr>
            <a:cxnSpLocks/>
          </p:cNvCxnSpPr>
          <p:nvPr/>
        </p:nvCxnSpPr>
        <p:spPr>
          <a:xfrm flipV="1">
            <a:off x="3995749" y="185683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9E11412-848B-3F48-4819-700F041CF5A0}"/>
              </a:ext>
            </a:extLst>
          </p:cNvPr>
          <p:cNvCxnSpPr>
            <a:cxnSpLocks/>
          </p:cNvCxnSpPr>
          <p:nvPr/>
        </p:nvCxnSpPr>
        <p:spPr>
          <a:xfrm>
            <a:off x="5284492" y="185683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5FA754C-1085-B989-91BB-E169122E2395}"/>
              </a:ext>
            </a:extLst>
          </p:cNvPr>
          <p:cNvCxnSpPr>
            <a:cxnSpLocks/>
          </p:cNvCxnSpPr>
          <p:nvPr/>
        </p:nvCxnSpPr>
        <p:spPr>
          <a:xfrm flipV="1">
            <a:off x="5301327" y="242777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2F9DCAE-EEE9-0906-E92E-2BBBF947757C}"/>
              </a:ext>
            </a:extLst>
          </p:cNvPr>
          <p:cNvCxnSpPr>
            <a:cxnSpLocks/>
          </p:cNvCxnSpPr>
          <p:nvPr/>
        </p:nvCxnSpPr>
        <p:spPr>
          <a:xfrm>
            <a:off x="6590071" y="18506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66F9910-9B42-8612-E55D-0CF0828E8645}"/>
              </a:ext>
            </a:extLst>
          </p:cNvPr>
          <p:cNvCxnSpPr>
            <a:cxnSpLocks/>
          </p:cNvCxnSpPr>
          <p:nvPr/>
        </p:nvCxnSpPr>
        <p:spPr>
          <a:xfrm flipV="1">
            <a:off x="6590071" y="186205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30F1C29-0C11-CA6C-5A06-61B6EA7956A8}"/>
              </a:ext>
            </a:extLst>
          </p:cNvPr>
          <p:cNvCxnSpPr>
            <a:cxnSpLocks/>
          </p:cNvCxnSpPr>
          <p:nvPr/>
        </p:nvCxnSpPr>
        <p:spPr>
          <a:xfrm>
            <a:off x="7878815" y="186205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20A69AB-CA65-45BA-7EA0-B96F56F87BA0}"/>
              </a:ext>
            </a:extLst>
          </p:cNvPr>
          <p:cNvCxnSpPr>
            <a:cxnSpLocks/>
          </p:cNvCxnSpPr>
          <p:nvPr/>
        </p:nvCxnSpPr>
        <p:spPr>
          <a:xfrm flipV="1">
            <a:off x="7895650" y="243299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B0FD97F-CE3B-F0AC-E2BC-DBD86A86D89F}"/>
              </a:ext>
            </a:extLst>
          </p:cNvPr>
          <p:cNvCxnSpPr>
            <a:cxnSpLocks/>
          </p:cNvCxnSpPr>
          <p:nvPr/>
        </p:nvCxnSpPr>
        <p:spPr>
          <a:xfrm>
            <a:off x="9156777" y="184538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FF39558-7500-917E-93B7-AB7D397A7BB3}"/>
              </a:ext>
            </a:extLst>
          </p:cNvPr>
          <p:cNvCxnSpPr>
            <a:cxnSpLocks/>
          </p:cNvCxnSpPr>
          <p:nvPr/>
        </p:nvCxnSpPr>
        <p:spPr>
          <a:xfrm flipV="1">
            <a:off x="9156778" y="185683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61F797E-9B4A-E03E-0FA2-9C19EE19993D}"/>
              </a:ext>
            </a:extLst>
          </p:cNvPr>
          <p:cNvCxnSpPr>
            <a:cxnSpLocks/>
          </p:cNvCxnSpPr>
          <p:nvPr/>
        </p:nvCxnSpPr>
        <p:spPr>
          <a:xfrm>
            <a:off x="10445521" y="185683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7CA1CA6-F19F-5AD1-752A-D9D88553BC6B}"/>
              </a:ext>
            </a:extLst>
          </p:cNvPr>
          <p:cNvCxnSpPr>
            <a:cxnSpLocks/>
          </p:cNvCxnSpPr>
          <p:nvPr/>
        </p:nvCxnSpPr>
        <p:spPr>
          <a:xfrm flipV="1">
            <a:off x="10462357" y="242777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1CFF4A5-60B2-C756-4757-B3467FABBFE2}"/>
              </a:ext>
            </a:extLst>
          </p:cNvPr>
          <p:cNvCxnSpPr>
            <a:cxnSpLocks/>
          </p:cNvCxnSpPr>
          <p:nvPr/>
        </p:nvCxnSpPr>
        <p:spPr>
          <a:xfrm>
            <a:off x="3995748" y="186727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1A85EF6-8A8D-1B7A-4F2A-E3BF57D1FCCA}"/>
              </a:ext>
            </a:extLst>
          </p:cNvPr>
          <p:cNvCxnSpPr>
            <a:cxnSpLocks/>
          </p:cNvCxnSpPr>
          <p:nvPr/>
        </p:nvCxnSpPr>
        <p:spPr>
          <a:xfrm>
            <a:off x="6586479" y="187511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01F562C-76E9-420E-DB6D-F5A1DCDCE9B6}"/>
              </a:ext>
            </a:extLst>
          </p:cNvPr>
          <p:cNvCxnSpPr>
            <a:cxnSpLocks/>
          </p:cNvCxnSpPr>
          <p:nvPr/>
        </p:nvCxnSpPr>
        <p:spPr>
          <a:xfrm>
            <a:off x="9160322" y="187511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3D7C099F-D6D8-E72D-3F28-2787A224E9D8}"/>
              </a:ext>
            </a:extLst>
          </p:cNvPr>
          <p:cNvSpPr txBox="1"/>
          <p:nvPr/>
        </p:nvSpPr>
        <p:spPr>
          <a:xfrm>
            <a:off x="0" y="1367914"/>
            <a:ext cx="1603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外部使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start=1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92C11A3-9C61-663E-93EC-3682B0F2B3FD}"/>
              </a:ext>
            </a:extLst>
          </p:cNvPr>
          <p:cNvSpPr txBox="1"/>
          <p:nvPr/>
        </p:nvSpPr>
        <p:spPr>
          <a:xfrm>
            <a:off x="1442285" y="2696158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52D2516-DC9E-5316-BDC0-9FBB5B7AE805}"/>
              </a:ext>
            </a:extLst>
          </p:cNvPr>
          <p:cNvSpPr/>
          <p:nvPr/>
        </p:nvSpPr>
        <p:spPr>
          <a:xfrm>
            <a:off x="863957" y="3100083"/>
            <a:ext cx="2397323" cy="61558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D8846E-C627-7382-9FF1-86EECAD710DB}"/>
              </a:ext>
            </a:extLst>
          </p:cNvPr>
          <p:cNvSpPr txBox="1"/>
          <p:nvPr/>
        </p:nvSpPr>
        <p:spPr>
          <a:xfrm>
            <a:off x="885521" y="3130891"/>
            <a:ext cx="2375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req_inti_pos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pos_req_valid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A169F6-4507-E06A-7557-96AA31B0853E}"/>
              </a:ext>
            </a:extLst>
          </p:cNvPr>
          <p:cNvSpPr txBox="1"/>
          <p:nvPr/>
        </p:nvSpPr>
        <p:spPr>
          <a:xfrm>
            <a:off x="4251897" y="2685637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DAE1082-7535-F10D-9510-6BAF90EDE6BF}"/>
              </a:ext>
            </a:extLst>
          </p:cNvPr>
          <p:cNvSpPr/>
          <p:nvPr/>
        </p:nvSpPr>
        <p:spPr>
          <a:xfrm>
            <a:off x="1068151" y="4159510"/>
            <a:ext cx="1939888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E442F73-F8C6-F69E-FC07-FACC02B3D7D5}"/>
              </a:ext>
            </a:extLst>
          </p:cNvPr>
          <p:cNvSpPr txBox="1"/>
          <p:nvPr/>
        </p:nvSpPr>
        <p:spPr>
          <a:xfrm>
            <a:off x="1178519" y="4159509"/>
            <a:ext cx="1939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active_buf_sel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start_buf_sel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D62B764-645B-D857-7E66-F3D5670F718B}"/>
              </a:ext>
            </a:extLst>
          </p:cNvPr>
          <p:cNvSpPr txBox="1"/>
          <p:nvPr/>
        </p:nvSpPr>
        <p:spPr>
          <a:xfrm>
            <a:off x="1767130" y="3783700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Input_buffer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EB66596-BFCF-6FF4-7B35-55507DBBECD2}"/>
              </a:ext>
            </a:extLst>
          </p:cNvPr>
          <p:cNvSpPr/>
          <p:nvPr/>
        </p:nvSpPr>
        <p:spPr>
          <a:xfrm>
            <a:off x="3630234" y="3089609"/>
            <a:ext cx="2088497" cy="615584"/>
          </a:xfrm>
          <a:prstGeom prst="roundRect">
            <a:avLst/>
          </a:prstGeom>
          <a:solidFill>
            <a:srgbClr val="00B0F0">
              <a:alpha val="31000"/>
            </a:srgbClr>
          </a:solidFill>
          <a:ln>
            <a:solidFill>
              <a:srgbClr val="00B0F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2C9E6D6-13A5-9C68-1EE3-3594633B8236}"/>
              </a:ext>
            </a:extLst>
          </p:cNvPr>
          <p:cNvSpPr txBox="1"/>
          <p:nvPr/>
        </p:nvSpPr>
        <p:spPr>
          <a:xfrm>
            <a:off x="3630234" y="3105014"/>
            <a:ext cx="2235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pos_row_data_bus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加载工作集，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 valid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0DDA985-8859-1D43-6C41-B7B402963285}"/>
              </a:ext>
            </a:extLst>
          </p:cNvPr>
          <p:cNvSpPr/>
          <p:nvPr/>
        </p:nvSpPr>
        <p:spPr>
          <a:xfrm>
            <a:off x="3630233" y="4220967"/>
            <a:ext cx="2088497" cy="55412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BBE5DE2-7337-BFE9-B5D1-4DD4A9C3C6B1}"/>
              </a:ext>
            </a:extLst>
          </p:cNvPr>
          <p:cNvSpPr txBox="1"/>
          <p:nvPr/>
        </p:nvSpPr>
        <p:spPr>
          <a:xfrm>
            <a:off x="3703717" y="4198557"/>
            <a:ext cx="208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仍为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0,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window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后变为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FB91545-3E83-637F-2F45-9F1BC94B9984}"/>
              </a:ext>
            </a:extLst>
          </p:cNvPr>
          <p:cNvSpPr/>
          <p:nvPr/>
        </p:nvSpPr>
        <p:spPr>
          <a:xfrm>
            <a:off x="6290906" y="3089609"/>
            <a:ext cx="2600325" cy="2344388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A7863A6-6D3B-54B4-2AF8-F9AAC9E14845}"/>
              </a:ext>
            </a:extLst>
          </p:cNvPr>
          <p:cNvSpPr txBox="1"/>
          <p:nvPr/>
        </p:nvSpPr>
        <p:spPr>
          <a:xfrm>
            <a:off x="4006532" y="379798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D99F08B-0753-107E-557F-FAFD73223AE1}"/>
              </a:ext>
            </a:extLst>
          </p:cNvPr>
          <p:cNvSpPr txBox="1"/>
          <p:nvPr/>
        </p:nvSpPr>
        <p:spPr>
          <a:xfrm>
            <a:off x="6627652" y="2685636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AEA54BA-4372-DC96-43C5-BC25D8554A8F}"/>
              </a:ext>
            </a:extLst>
          </p:cNvPr>
          <p:cNvSpPr txBox="1"/>
          <p:nvPr/>
        </p:nvSpPr>
        <p:spPr>
          <a:xfrm>
            <a:off x="6340922" y="3130891"/>
            <a:ext cx="25309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stage0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元数据有效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(valid, pos, count, last)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issue_count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→更新地址，但是此时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读的仍是之前地址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consume_tick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99349CD-6A7E-BF31-D335-27BFAF48832C}"/>
              </a:ext>
            </a:extLst>
          </p:cNvPr>
          <p:cNvSpPr txBox="1"/>
          <p:nvPr/>
        </p:nvSpPr>
        <p:spPr>
          <a:xfrm>
            <a:off x="4345757" y="5006691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AE901F74-8971-E63C-2B95-3B2540561A52}"/>
              </a:ext>
            </a:extLst>
          </p:cNvPr>
          <p:cNvSpPr/>
          <p:nvPr/>
        </p:nvSpPr>
        <p:spPr>
          <a:xfrm>
            <a:off x="3579907" y="5392630"/>
            <a:ext cx="2111646" cy="800349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AEA63C3-4F84-2F92-8241-8E8E9F68DC6E}"/>
              </a:ext>
            </a:extLst>
          </p:cNvPr>
          <p:cNvSpPr txBox="1"/>
          <p:nvPr/>
        </p:nvSpPr>
        <p:spPr>
          <a:xfrm>
            <a:off x="3616193" y="5392630"/>
            <a:ext cx="2140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后有效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98E909D-513C-8D3A-0B3E-AD5EA3D3A661}"/>
              </a:ext>
            </a:extLst>
          </p:cNvPr>
          <p:cNvSpPr txBox="1"/>
          <p:nvPr/>
        </p:nvSpPr>
        <p:spPr>
          <a:xfrm>
            <a:off x="6812043" y="5561822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5A866173-B865-1B1C-36BC-29E7ACAEB662}"/>
              </a:ext>
            </a:extLst>
          </p:cNvPr>
          <p:cNvSpPr/>
          <p:nvPr/>
        </p:nvSpPr>
        <p:spPr>
          <a:xfrm>
            <a:off x="6290906" y="5854424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F4E7838-A6A2-7C49-4733-755267059CD5}"/>
              </a:ext>
            </a:extLst>
          </p:cNvPr>
          <p:cNvSpPr txBox="1"/>
          <p:nvPr/>
        </p:nvSpPr>
        <p:spPr>
          <a:xfrm>
            <a:off x="6360536" y="5854424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D659704-1C95-8208-0990-0C9501227440}"/>
              </a:ext>
            </a:extLst>
          </p:cNvPr>
          <p:cNvSpPr txBox="1"/>
          <p:nvPr/>
        </p:nvSpPr>
        <p:spPr>
          <a:xfrm>
            <a:off x="9287824" y="269615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tile_mac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核心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0B092BCF-A201-276B-7791-CA23C1DAD716}"/>
              </a:ext>
            </a:extLst>
          </p:cNvPr>
          <p:cNvSpPr/>
          <p:nvPr/>
        </p:nvSpPr>
        <p:spPr>
          <a:xfrm>
            <a:off x="9169945" y="3100084"/>
            <a:ext cx="2600325" cy="1077217"/>
          </a:xfrm>
          <a:prstGeom prst="roundRect">
            <a:avLst/>
          </a:prstGeom>
          <a:solidFill>
            <a:srgbClr val="7030A0">
              <a:alpha val="31000"/>
            </a:srgbClr>
          </a:solidFill>
          <a:ln>
            <a:solidFill>
              <a:srgbClr val="7030A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DEDC378-322D-8274-4936-293B79396C6B}"/>
              </a:ext>
            </a:extLst>
          </p:cNvPr>
          <p:cNvSpPr txBox="1"/>
          <p:nvPr/>
        </p:nvSpPr>
        <p:spPr>
          <a:xfrm>
            <a:off x="9239337" y="3100084"/>
            <a:ext cx="25309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第一拍，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wire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形式的输入数据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参数读入内部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，与总线断开，输入元数据读入内部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reg[0]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A0CB680-3975-B352-3933-B791DDA5487C}"/>
              </a:ext>
            </a:extLst>
          </p:cNvPr>
          <p:cNvSpPr txBox="1"/>
          <p:nvPr/>
        </p:nvSpPr>
        <p:spPr>
          <a:xfrm>
            <a:off x="9691082" y="4451683"/>
            <a:ext cx="1136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参数 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22EDA527-9CD5-3CAD-553C-E6E861B4ABA0}"/>
              </a:ext>
            </a:extLst>
          </p:cNvPr>
          <p:cNvSpPr/>
          <p:nvPr/>
        </p:nvSpPr>
        <p:spPr>
          <a:xfrm>
            <a:off x="9169945" y="4744284"/>
            <a:ext cx="2600325" cy="335021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664FB10-F3E8-F660-B401-26F310502DB6}"/>
              </a:ext>
            </a:extLst>
          </p:cNvPr>
          <p:cNvSpPr txBox="1"/>
          <p:nvPr/>
        </p:nvSpPr>
        <p:spPr>
          <a:xfrm>
            <a:off x="9239575" y="4744284"/>
            <a:ext cx="2275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信号有效，送出数据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81B6DDA3-F3B6-D345-E39D-9FD242DFC11E}"/>
              </a:ext>
            </a:extLst>
          </p:cNvPr>
          <p:cNvCxnSpPr>
            <a:endCxn id="58" idx="1"/>
          </p:cNvCxnSpPr>
          <p:nvPr/>
        </p:nvCxnSpPr>
        <p:spPr>
          <a:xfrm>
            <a:off x="8635614" y="4775093"/>
            <a:ext cx="534330" cy="13670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E094A5C3-8B90-69BD-DC1E-99BE9224C454}"/>
              </a:ext>
            </a:extLst>
          </p:cNvPr>
          <p:cNvSpPr txBox="1"/>
          <p:nvPr/>
        </p:nvSpPr>
        <p:spPr>
          <a:xfrm>
            <a:off x="9655203" y="5126219"/>
            <a:ext cx="1603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conv_core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状态机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4C72063B-C6E1-49D3-A31A-035A6241E117}"/>
              </a:ext>
            </a:extLst>
          </p:cNvPr>
          <p:cNvSpPr/>
          <p:nvPr/>
        </p:nvSpPr>
        <p:spPr>
          <a:xfrm>
            <a:off x="9169945" y="5521864"/>
            <a:ext cx="2600325" cy="591004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C13DD39-4BBA-1D06-78F0-07D07E61978B}"/>
              </a:ext>
            </a:extLst>
          </p:cNvPr>
          <p:cNvSpPr txBox="1"/>
          <p:nvPr/>
        </p:nvSpPr>
        <p:spPr>
          <a:xfrm>
            <a:off x="9239314" y="5519624"/>
            <a:ext cx="24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输入元数据更新；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pos-group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F629BDB-8148-B58D-8DD8-390ED541A318}"/>
              </a:ext>
            </a:extLst>
          </p:cNvPr>
          <p:cNvCxnSpPr>
            <a:cxnSpLocks/>
          </p:cNvCxnSpPr>
          <p:nvPr/>
        </p:nvCxnSpPr>
        <p:spPr>
          <a:xfrm>
            <a:off x="196381" y="6367998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B7D9F9E-5C60-1146-B4B5-B579C79EC5DA}"/>
              </a:ext>
            </a:extLst>
          </p:cNvPr>
          <p:cNvSpPr txBox="1"/>
          <p:nvPr/>
        </p:nvSpPr>
        <p:spPr>
          <a:xfrm>
            <a:off x="6593879" y="1397172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9899A62A-EC68-D703-FB2B-BB0BA408C8FB}"/>
              </a:ext>
            </a:extLst>
          </p:cNvPr>
          <p:cNvSpPr txBox="1"/>
          <p:nvPr/>
        </p:nvSpPr>
        <p:spPr>
          <a:xfrm>
            <a:off x="3742754" y="1410025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02FCAD7-7695-46BB-3EFB-331EFD7D0F44}"/>
              </a:ext>
            </a:extLst>
          </p:cNvPr>
          <p:cNvSpPr txBox="1"/>
          <p:nvPr/>
        </p:nvSpPr>
        <p:spPr>
          <a:xfrm>
            <a:off x="9167560" y="1402777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83BE6D10-DEE4-F2E4-BD86-CA8C775EC89A}"/>
              </a:ext>
            </a:extLst>
          </p:cNvPr>
          <p:cNvCxnSpPr>
            <a:cxnSpLocks/>
          </p:cNvCxnSpPr>
          <p:nvPr/>
        </p:nvCxnSpPr>
        <p:spPr>
          <a:xfrm flipV="1">
            <a:off x="11328043" y="1794822"/>
            <a:ext cx="149498" cy="3767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C13999A7-67E0-FE68-65A0-4ACEFDC9EFB1}"/>
              </a:ext>
            </a:extLst>
          </p:cNvPr>
          <p:cNvSpPr txBox="1"/>
          <p:nvPr/>
        </p:nvSpPr>
        <p:spPr>
          <a:xfrm>
            <a:off x="84685" y="3296325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37A2697-83EC-12F8-9033-A3FB28E30AB2}"/>
              </a:ext>
            </a:extLst>
          </p:cNvPr>
          <p:cNvSpPr txBox="1"/>
          <p:nvPr/>
        </p:nvSpPr>
        <p:spPr>
          <a:xfrm>
            <a:off x="73409" y="4658821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06C9304-E2F3-A9FE-6778-0D1068E61206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 v2.5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</p:spTree>
    <p:extLst>
      <p:ext uri="{BB962C8B-B14F-4D97-AF65-F5344CB8AC3E}">
        <p14:creationId xmlns:p14="http://schemas.microsoft.com/office/powerpoint/2010/main" val="2164063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BF54-DA72-A4AA-C54A-8085BD9F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F94BE93-4B9E-7157-EF98-307C91EE3CA3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计算时序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953C7AA-833E-C50D-357A-2F8F92F8259B}"/>
              </a:ext>
            </a:extLst>
          </p:cNvPr>
          <p:cNvCxnSpPr>
            <a:cxnSpLocks/>
          </p:cNvCxnSpPr>
          <p:nvPr/>
        </p:nvCxnSpPr>
        <p:spPr>
          <a:xfrm>
            <a:off x="600557" y="243821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1872BE0-1460-5A6D-D6AB-56CB268DA5C0}"/>
              </a:ext>
            </a:extLst>
          </p:cNvPr>
          <p:cNvCxnSpPr>
            <a:cxnSpLocks/>
          </p:cNvCxnSpPr>
          <p:nvPr/>
        </p:nvCxnSpPr>
        <p:spPr>
          <a:xfrm>
            <a:off x="1429042" y="185060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F96F9CD-3B63-3D7F-FF05-F85177BF42B9}"/>
              </a:ext>
            </a:extLst>
          </p:cNvPr>
          <p:cNvCxnSpPr>
            <a:cxnSpLocks/>
          </p:cNvCxnSpPr>
          <p:nvPr/>
        </p:nvCxnSpPr>
        <p:spPr>
          <a:xfrm flipV="1">
            <a:off x="1429042" y="1862055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3DCB0D0-3DD1-9CE5-CE19-A2CAF9FC7A7D}"/>
              </a:ext>
            </a:extLst>
          </p:cNvPr>
          <p:cNvCxnSpPr>
            <a:cxnSpLocks/>
          </p:cNvCxnSpPr>
          <p:nvPr/>
        </p:nvCxnSpPr>
        <p:spPr>
          <a:xfrm>
            <a:off x="2717786" y="186205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E1933A6-4B6F-44C1-C3D6-E23CAF2A4B4F}"/>
              </a:ext>
            </a:extLst>
          </p:cNvPr>
          <p:cNvCxnSpPr>
            <a:cxnSpLocks/>
          </p:cNvCxnSpPr>
          <p:nvPr/>
        </p:nvCxnSpPr>
        <p:spPr>
          <a:xfrm>
            <a:off x="1429042" y="186727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2B19CE3-142D-B206-2DF2-748EF6FF6810}"/>
              </a:ext>
            </a:extLst>
          </p:cNvPr>
          <p:cNvCxnSpPr>
            <a:cxnSpLocks/>
          </p:cNvCxnSpPr>
          <p:nvPr/>
        </p:nvCxnSpPr>
        <p:spPr>
          <a:xfrm flipV="1">
            <a:off x="2734621" y="243299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C5C0BC7-5E5C-DFA2-FBB5-B8D28B71FB90}"/>
              </a:ext>
            </a:extLst>
          </p:cNvPr>
          <p:cNvCxnSpPr>
            <a:cxnSpLocks/>
          </p:cNvCxnSpPr>
          <p:nvPr/>
        </p:nvCxnSpPr>
        <p:spPr>
          <a:xfrm>
            <a:off x="3995748" y="184538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1C4BEF9-522F-353E-33B2-5E98E4DD2CFA}"/>
              </a:ext>
            </a:extLst>
          </p:cNvPr>
          <p:cNvCxnSpPr>
            <a:cxnSpLocks/>
          </p:cNvCxnSpPr>
          <p:nvPr/>
        </p:nvCxnSpPr>
        <p:spPr>
          <a:xfrm flipV="1">
            <a:off x="3995749" y="185683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3A891E4-F4CE-24CB-3688-03BB403D6080}"/>
              </a:ext>
            </a:extLst>
          </p:cNvPr>
          <p:cNvCxnSpPr>
            <a:cxnSpLocks/>
          </p:cNvCxnSpPr>
          <p:nvPr/>
        </p:nvCxnSpPr>
        <p:spPr>
          <a:xfrm>
            <a:off x="5284492" y="185683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4A2CE57-7EBD-E47A-C07C-270DA1850A37}"/>
              </a:ext>
            </a:extLst>
          </p:cNvPr>
          <p:cNvCxnSpPr>
            <a:cxnSpLocks/>
          </p:cNvCxnSpPr>
          <p:nvPr/>
        </p:nvCxnSpPr>
        <p:spPr>
          <a:xfrm flipV="1">
            <a:off x="5301327" y="242777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26B1651-F465-930A-8FA4-A2E23E40C831}"/>
              </a:ext>
            </a:extLst>
          </p:cNvPr>
          <p:cNvCxnSpPr>
            <a:cxnSpLocks/>
          </p:cNvCxnSpPr>
          <p:nvPr/>
        </p:nvCxnSpPr>
        <p:spPr>
          <a:xfrm>
            <a:off x="6590071" y="18506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B46D382-267B-CFA8-A0A6-ECFC3A2B280A}"/>
              </a:ext>
            </a:extLst>
          </p:cNvPr>
          <p:cNvCxnSpPr>
            <a:cxnSpLocks/>
          </p:cNvCxnSpPr>
          <p:nvPr/>
        </p:nvCxnSpPr>
        <p:spPr>
          <a:xfrm flipV="1">
            <a:off x="6590071" y="186205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FF90B8E-CD81-E2F8-7A4A-7D7D6573A485}"/>
              </a:ext>
            </a:extLst>
          </p:cNvPr>
          <p:cNvCxnSpPr>
            <a:cxnSpLocks/>
          </p:cNvCxnSpPr>
          <p:nvPr/>
        </p:nvCxnSpPr>
        <p:spPr>
          <a:xfrm>
            <a:off x="7878815" y="186205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8D9C47C-0EBD-1E9C-4366-7788B9EC3706}"/>
              </a:ext>
            </a:extLst>
          </p:cNvPr>
          <p:cNvCxnSpPr>
            <a:cxnSpLocks/>
          </p:cNvCxnSpPr>
          <p:nvPr/>
        </p:nvCxnSpPr>
        <p:spPr>
          <a:xfrm flipV="1">
            <a:off x="7895650" y="243299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B80C19A-F243-A135-D14A-2DAEDE2596D0}"/>
              </a:ext>
            </a:extLst>
          </p:cNvPr>
          <p:cNvCxnSpPr>
            <a:cxnSpLocks/>
          </p:cNvCxnSpPr>
          <p:nvPr/>
        </p:nvCxnSpPr>
        <p:spPr>
          <a:xfrm>
            <a:off x="9156777" y="184538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D4662BC-7913-1816-1571-58BB36E71AEB}"/>
              </a:ext>
            </a:extLst>
          </p:cNvPr>
          <p:cNvCxnSpPr>
            <a:cxnSpLocks/>
          </p:cNvCxnSpPr>
          <p:nvPr/>
        </p:nvCxnSpPr>
        <p:spPr>
          <a:xfrm flipV="1">
            <a:off x="9156778" y="185683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0DE0875-2E6E-A555-CB65-EBDE53F334E7}"/>
              </a:ext>
            </a:extLst>
          </p:cNvPr>
          <p:cNvCxnSpPr>
            <a:cxnSpLocks/>
          </p:cNvCxnSpPr>
          <p:nvPr/>
        </p:nvCxnSpPr>
        <p:spPr>
          <a:xfrm>
            <a:off x="10445521" y="185683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83AB472-F8AC-5295-A760-501DF21FA7E6}"/>
              </a:ext>
            </a:extLst>
          </p:cNvPr>
          <p:cNvCxnSpPr>
            <a:cxnSpLocks/>
          </p:cNvCxnSpPr>
          <p:nvPr/>
        </p:nvCxnSpPr>
        <p:spPr>
          <a:xfrm flipV="1">
            <a:off x="10462357" y="242777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3E8E40B-1F82-D94F-3A42-C28352AB93B7}"/>
              </a:ext>
            </a:extLst>
          </p:cNvPr>
          <p:cNvCxnSpPr>
            <a:cxnSpLocks/>
          </p:cNvCxnSpPr>
          <p:nvPr/>
        </p:nvCxnSpPr>
        <p:spPr>
          <a:xfrm>
            <a:off x="3995748" y="186727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F4033FF-4D15-1E50-F875-F61982205176}"/>
              </a:ext>
            </a:extLst>
          </p:cNvPr>
          <p:cNvCxnSpPr>
            <a:cxnSpLocks/>
          </p:cNvCxnSpPr>
          <p:nvPr/>
        </p:nvCxnSpPr>
        <p:spPr>
          <a:xfrm>
            <a:off x="6586479" y="187511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712513B-3BEB-77BC-0132-2DD451166BC5}"/>
              </a:ext>
            </a:extLst>
          </p:cNvPr>
          <p:cNvCxnSpPr>
            <a:cxnSpLocks/>
          </p:cNvCxnSpPr>
          <p:nvPr/>
        </p:nvCxnSpPr>
        <p:spPr>
          <a:xfrm>
            <a:off x="9160322" y="187511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A7B38C77-F906-70D9-B070-9F3152829CF7}"/>
              </a:ext>
            </a:extLst>
          </p:cNvPr>
          <p:cNvSpPr/>
          <p:nvPr/>
        </p:nvSpPr>
        <p:spPr>
          <a:xfrm>
            <a:off x="6535719" y="5128125"/>
            <a:ext cx="2113577" cy="688542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00A09829-C0AB-15F8-16F1-A21EB66FBC5B}"/>
              </a:ext>
            </a:extLst>
          </p:cNvPr>
          <p:cNvCxnSpPr>
            <a:cxnSpLocks/>
          </p:cNvCxnSpPr>
          <p:nvPr/>
        </p:nvCxnSpPr>
        <p:spPr>
          <a:xfrm>
            <a:off x="196381" y="6367998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B12A6752-5ABE-6D72-D002-81D317F628B5}"/>
              </a:ext>
            </a:extLst>
          </p:cNvPr>
          <p:cNvSpPr txBox="1"/>
          <p:nvPr/>
        </p:nvSpPr>
        <p:spPr>
          <a:xfrm>
            <a:off x="3975867" y="1466850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202D464-0D9D-FA5D-260E-5374CDAA253C}"/>
              </a:ext>
            </a:extLst>
          </p:cNvPr>
          <p:cNvSpPr txBox="1"/>
          <p:nvPr/>
        </p:nvSpPr>
        <p:spPr>
          <a:xfrm>
            <a:off x="84685" y="3296325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7CEAFEB-E408-EF49-2499-19CBE8739768}"/>
              </a:ext>
            </a:extLst>
          </p:cNvPr>
          <p:cNvSpPr txBox="1"/>
          <p:nvPr/>
        </p:nvSpPr>
        <p:spPr>
          <a:xfrm>
            <a:off x="73409" y="4658821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EBAF52E-F3E6-345B-051A-1553F2E84A41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7E145748-0B45-4F04-09B3-7E2972506609}"/>
              </a:ext>
            </a:extLst>
          </p:cNvPr>
          <p:cNvSpPr/>
          <p:nvPr/>
        </p:nvSpPr>
        <p:spPr>
          <a:xfrm>
            <a:off x="3670671" y="3000957"/>
            <a:ext cx="2000258" cy="828753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71B8FCB-1DE7-4FEE-DA56-C20DEEEA6339}"/>
              </a:ext>
            </a:extLst>
          </p:cNvPr>
          <p:cNvSpPr txBox="1"/>
          <p:nvPr/>
        </p:nvSpPr>
        <p:spPr>
          <a:xfrm>
            <a:off x="3740039" y="2998718"/>
            <a:ext cx="1930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fire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信号变为有效，使得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读使能信号有效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3793EA0-D8B7-CE29-8E76-A710FA0DF30E}"/>
              </a:ext>
            </a:extLst>
          </p:cNvPr>
          <p:cNvSpPr txBox="1"/>
          <p:nvPr/>
        </p:nvSpPr>
        <p:spPr>
          <a:xfrm>
            <a:off x="6459690" y="5166429"/>
            <a:ext cx="2265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接收到使能信号以及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，将数据送出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72FAEDA-90DB-A386-63E9-314EA2387663}"/>
              </a:ext>
            </a:extLst>
          </p:cNvPr>
          <p:cNvSpPr/>
          <p:nvPr/>
        </p:nvSpPr>
        <p:spPr>
          <a:xfrm>
            <a:off x="6535719" y="3022770"/>
            <a:ext cx="2363226" cy="83099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AB8E747-7CC3-2F20-9D8A-A39331D24A5F}"/>
              </a:ext>
            </a:extLst>
          </p:cNvPr>
          <p:cNvSpPr txBox="1"/>
          <p:nvPr/>
        </p:nvSpPr>
        <p:spPr>
          <a:xfrm>
            <a:off x="6535719" y="3004715"/>
            <a:ext cx="2322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tile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有效，数据达到，然后接收到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传来的参数，计算启动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637DA75E-D01A-838E-E562-5E224EAE102A}"/>
              </a:ext>
            </a:extLst>
          </p:cNvPr>
          <p:cNvCxnSpPr>
            <a:cxnSpLocks/>
          </p:cNvCxnSpPr>
          <p:nvPr/>
        </p:nvCxnSpPr>
        <p:spPr>
          <a:xfrm>
            <a:off x="5008142" y="3957912"/>
            <a:ext cx="1313681" cy="118944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C6534023-4F26-8EF1-F858-AE5777655C55}"/>
              </a:ext>
            </a:extLst>
          </p:cNvPr>
          <p:cNvCxnSpPr>
            <a:cxnSpLocks/>
          </p:cNvCxnSpPr>
          <p:nvPr/>
        </p:nvCxnSpPr>
        <p:spPr>
          <a:xfrm flipV="1">
            <a:off x="8596667" y="3957912"/>
            <a:ext cx="230522" cy="1151061"/>
          </a:xfrm>
          <a:prstGeom prst="straightConnector1">
            <a:avLst/>
          </a:prstGeom>
          <a:ln w="28575">
            <a:solidFill>
              <a:srgbClr val="00B0F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887A9DD7-7D78-6AFC-0D75-ADD772EE5D1C}"/>
              </a:ext>
            </a:extLst>
          </p:cNvPr>
          <p:cNvSpPr/>
          <p:nvPr/>
        </p:nvSpPr>
        <p:spPr>
          <a:xfrm>
            <a:off x="6588226" y="3977508"/>
            <a:ext cx="2000258" cy="379632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73CA6DB-56D0-9B01-2E9F-45627AE2734E}"/>
              </a:ext>
            </a:extLst>
          </p:cNvPr>
          <p:cNvSpPr txBox="1"/>
          <p:nvPr/>
        </p:nvSpPr>
        <p:spPr>
          <a:xfrm>
            <a:off x="6675757" y="4020690"/>
            <a:ext cx="1797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读地址更新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04C533F2-123B-1184-E88E-222F2C82300C}"/>
              </a:ext>
            </a:extLst>
          </p:cNvPr>
          <p:cNvSpPr/>
          <p:nvPr/>
        </p:nvSpPr>
        <p:spPr>
          <a:xfrm>
            <a:off x="9167560" y="5135907"/>
            <a:ext cx="2113577" cy="688542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1A28EFBB-B2D8-EAD5-A0CE-58E37D0FD37F}"/>
              </a:ext>
            </a:extLst>
          </p:cNvPr>
          <p:cNvSpPr txBox="1"/>
          <p:nvPr/>
        </p:nvSpPr>
        <p:spPr>
          <a:xfrm>
            <a:off x="9167560" y="5189832"/>
            <a:ext cx="2265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接收到使能信号以及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addr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，将数据送出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3D227B4C-F41A-E1C8-9070-EF55DF9CBA65}"/>
              </a:ext>
            </a:extLst>
          </p:cNvPr>
          <p:cNvSpPr/>
          <p:nvPr/>
        </p:nvSpPr>
        <p:spPr>
          <a:xfrm>
            <a:off x="9167560" y="3030552"/>
            <a:ext cx="2363226" cy="830997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0256B45B-AE29-BABE-81B0-D4A7E89A1ED0}"/>
              </a:ext>
            </a:extLst>
          </p:cNvPr>
          <p:cNvSpPr txBox="1"/>
          <p:nvPr/>
        </p:nvSpPr>
        <p:spPr>
          <a:xfrm>
            <a:off x="9167560" y="3012497"/>
            <a:ext cx="2322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tile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有效，数据达到，然后接收到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传来的参数，计算启动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C6E00F3A-D1B0-D843-0DDF-E329BBDF02D4}"/>
              </a:ext>
            </a:extLst>
          </p:cNvPr>
          <p:cNvCxnSpPr>
            <a:cxnSpLocks/>
          </p:cNvCxnSpPr>
          <p:nvPr/>
        </p:nvCxnSpPr>
        <p:spPr>
          <a:xfrm flipV="1">
            <a:off x="11228508" y="3965694"/>
            <a:ext cx="230522" cy="1151061"/>
          </a:xfrm>
          <a:prstGeom prst="straightConnector1">
            <a:avLst/>
          </a:prstGeom>
          <a:ln w="28575">
            <a:solidFill>
              <a:srgbClr val="00B0F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7B8D28F7-D31E-44D8-D1C4-519A61D53B3D}"/>
              </a:ext>
            </a:extLst>
          </p:cNvPr>
          <p:cNvSpPr/>
          <p:nvPr/>
        </p:nvSpPr>
        <p:spPr>
          <a:xfrm>
            <a:off x="9220067" y="3985290"/>
            <a:ext cx="2000258" cy="379632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8B83EF3-1872-83BF-2744-FF64BD1500ED}"/>
              </a:ext>
            </a:extLst>
          </p:cNvPr>
          <p:cNvSpPr txBox="1"/>
          <p:nvPr/>
        </p:nvSpPr>
        <p:spPr>
          <a:xfrm>
            <a:off x="9307598" y="4028472"/>
            <a:ext cx="1797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读地址更新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332CD413-2FD3-75AF-C6A2-C96D23FAA6AE}"/>
              </a:ext>
            </a:extLst>
          </p:cNvPr>
          <p:cNvCxnSpPr>
            <a:cxnSpLocks/>
          </p:cNvCxnSpPr>
          <p:nvPr/>
        </p:nvCxnSpPr>
        <p:spPr>
          <a:xfrm>
            <a:off x="8606992" y="4357140"/>
            <a:ext cx="662150" cy="691821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E0E23A25-11C9-54B6-6BFD-3180A411374C}"/>
              </a:ext>
            </a:extLst>
          </p:cNvPr>
          <p:cNvSpPr/>
          <p:nvPr/>
        </p:nvSpPr>
        <p:spPr>
          <a:xfrm>
            <a:off x="1216934" y="3004982"/>
            <a:ext cx="2000258" cy="828753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4928E4F1-D07B-C98D-85CA-CD1D587AE182}"/>
              </a:ext>
            </a:extLst>
          </p:cNvPr>
          <p:cNvSpPr txBox="1"/>
          <p:nvPr/>
        </p:nvSpPr>
        <p:spPr>
          <a:xfrm>
            <a:off x="1251618" y="3037274"/>
            <a:ext cx="1930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fire = 0,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= 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，计算核心待机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5350F419-3731-9503-3541-BA04FC84A1FF}"/>
              </a:ext>
            </a:extLst>
          </p:cNvPr>
          <p:cNvSpPr/>
          <p:nvPr/>
        </p:nvSpPr>
        <p:spPr>
          <a:xfrm>
            <a:off x="1429041" y="5309684"/>
            <a:ext cx="1270733" cy="383944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EE4747D9-7507-8E5F-2AE6-085C2B31F3D1}"/>
              </a:ext>
            </a:extLst>
          </p:cNvPr>
          <p:cNvSpPr txBox="1"/>
          <p:nvPr/>
        </p:nvSpPr>
        <p:spPr>
          <a:xfrm>
            <a:off x="1429042" y="5355074"/>
            <a:ext cx="1357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无效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6CE0579C-EAFD-BC47-20D9-5AE47BEA8067}"/>
              </a:ext>
            </a:extLst>
          </p:cNvPr>
          <p:cNvSpPr/>
          <p:nvPr/>
        </p:nvSpPr>
        <p:spPr>
          <a:xfrm>
            <a:off x="3857115" y="5292739"/>
            <a:ext cx="1270733" cy="383944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62EA9A0-DCE1-46BB-10CC-E420066FFC06}"/>
              </a:ext>
            </a:extLst>
          </p:cNvPr>
          <p:cNvSpPr txBox="1"/>
          <p:nvPr/>
        </p:nvSpPr>
        <p:spPr>
          <a:xfrm>
            <a:off x="3857116" y="5338129"/>
            <a:ext cx="1357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SRAM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无效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132065-6FD4-26D9-0EB7-15B6CB58E34A}"/>
              </a:ext>
            </a:extLst>
          </p:cNvPr>
          <p:cNvSpPr txBox="1"/>
          <p:nvPr/>
        </p:nvSpPr>
        <p:spPr>
          <a:xfrm>
            <a:off x="6599833" y="1484493"/>
            <a:ext cx="2610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issue_pos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issue_group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41517670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8A86-E04C-270F-CAB6-944CA7745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774795B-99FB-088D-348B-AD2E87A6905E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FE6C2A-DF88-7069-C05A-26660C9D775E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6EA040-AA90-68E8-AAD2-21F030F50D2A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F80242-5B18-F67E-E97E-76B5A1E2DA31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5D5E5702-C5A8-7A93-D2F7-D74C2BAE58CC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6976AE4-7338-C0E5-5151-BB48EFAF6F8D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1227AAB-8ADA-B77E-F7D8-628D5880F118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7968FA0-BA8C-B78C-1EEF-D9EDEAD1D408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B636AD-1936-6B58-02BA-C6C2BC33E796}"/>
              </a:ext>
            </a:extLst>
          </p:cNvPr>
          <p:cNvSpPr/>
          <p:nvPr/>
        </p:nvSpPr>
        <p:spPr>
          <a:xfrm>
            <a:off x="1344948" y="3485562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95A1333-0D33-D7FC-215E-323E755D88F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B8E09C1-8922-A7E8-448E-3AE6AB1CA842}"/>
              </a:ext>
            </a:extLst>
          </p:cNvPr>
          <p:cNvCxnSpPr>
            <a:cxnSpLocks/>
          </p:cNvCxnSpPr>
          <p:nvPr/>
        </p:nvCxnSpPr>
        <p:spPr>
          <a:xfrm>
            <a:off x="2470017" y="3695954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46B7448-F47D-F78E-1FCA-5012BD15F545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4EAA48B-7EE2-06BC-D640-CFE02359FD4E}"/>
              </a:ext>
            </a:extLst>
          </p:cNvPr>
          <p:cNvSpPr/>
          <p:nvPr/>
        </p:nvSpPr>
        <p:spPr>
          <a:xfrm>
            <a:off x="199307" y="2969677"/>
            <a:ext cx="890814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53BD0433-AF62-B9C0-475F-C68422C183EF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090121" y="3177165"/>
            <a:ext cx="254827" cy="508422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381CC36A-184A-20EE-777D-D1A3583F8090}"/>
              </a:ext>
            </a:extLst>
          </p:cNvPr>
          <p:cNvSpPr txBox="1"/>
          <p:nvPr/>
        </p:nvSpPr>
        <p:spPr>
          <a:xfrm>
            <a:off x="1217940" y="3122257"/>
            <a:ext cx="941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E055B17-E5D5-198E-A472-B832C1963DD3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568C8B6-A2EB-4796-8077-20C1E3117657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24B5967-8E7F-9458-6840-0BF3E8DF4F51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0AD9D0C-8486-5CC3-0D38-A7BB9AF8E184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151BB97-7B78-8DA0-AE52-9AD737E56D5D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679F10D-0EE2-16C4-EC85-0BCACE64DA8E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298430B-6C5E-C6C1-CC9D-C62D2EAFCFBF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F45208D-91A5-208B-FFDE-4D05428DA107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257D3199-34B7-C5AC-4461-9BA64F12E502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F1302952-223A-AE12-D212-B3C5050BD312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47DC33CE-7AD8-1F43-6C41-6161D7A153C5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3B8CE504-9AA0-F40F-27EE-A7E5057DE87E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FC359DCA-D626-5D35-1AD2-85B34301CB14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907B8223-D0D3-FB34-A0AB-35BAC55AEC94}"/>
              </a:ext>
            </a:extLst>
          </p:cNvPr>
          <p:cNvSpPr/>
          <p:nvPr/>
        </p:nvSpPr>
        <p:spPr>
          <a:xfrm>
            <a:off x="5095132" y="1575114"/>
            <a:ext cx="3950677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638E893-DD39-AF46-00DD-79148C77AD83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3DB02A8-3D72-FCFE-2295-CAF6E080969F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7D06D25-A841-830A-AEE8-4A623DAE321C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945DFF57-C51D-057A-C06B-D86966AE10BC}"/>
              </a:ext>
            </a:extLst>
          </p:cNvPr>
          <p:cNvCxnSpPr>
            <a:cxnSpLocks/>
            <a:stCxn id="58" idx="3"/>
            <a:endCxn id="201" idx="1"/>
          </p:cNvCxnSpPr>
          <p:nvPr/>
        </p:nvCxnSpPr>
        <p:spPr>
          <a:xfrm flipV="1">
            <a:off x="8735613" y="3184197"/>
            <a:ext cx="912832" cy="828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112BE071-9812-AFC7-7DEA-5BF9E2906464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E5BB3EAC-4BE1-F01F-CF6A-81FAEEF0F112}"/>
              </a:ext>
            </a:extLst>
          </p:cNvPr>
          <p:cNvSpPr/>
          <p:nvPr/>
        </p:nvSpPr>
        <p:spPr>
          <a:xfrm>
            <a:off x="9648445" y="2505800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B32BE6F3-A28B-0F81-7ACB-1D81912FABB5}"/>
              </a:ext>
            </a:extLst>
          </p:cNvPr>
          <p:cNvSpPr/>
          <p:nvPr/>
        </p:nvSpPr>
        <p:spPr>
          <a:xfrm rot="5400000">
            <a:off x="9437865" y="293199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2526F866-C9F1-FF8D-0730-4F1718EBA863}"/>
              </a:ext>
            </a:extLst>
          </p:cNvPr>
          <p:cNvSpPr/>
          <p:nvPr/>
        </p:nvSpPr>
        <p:spPr>
          <a:xfrm rot="5400000">
            <a:off x="10313882" y="293094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9206184B-3F0D-288E-87D5-E88E098A7309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74398" y="3196461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D2DB07DC-8E6C-02A3-FB35-2AE682FA65CD}"/>
              </a:ext>
            </a:extLst>
          </p:cNvPr>
          <p:cNvCxnSpPr>
            <a:cxnSpLocks/>
          </p:cNvCxnSpPr>
          <p:nvPr/>
        </p:nvCxnSpPr>
        <p:spPr>
          <a:xfrm>
            <a:off x="11134736" y="3202425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94BCFC2C-D5E8-01F6-E7C0-2E0980D2C60C}"/>
              </a:ext>
            </a:extLst>
          </p:cNvPr>
          <p:cNvSpPr txBox="1"/>
          <p:nvPr/>
        </p:nvSpPr>
        <p:spPr>
          <a:xfrm>
            <a:off x="11238342" y="2908054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7C9A3E50-9894-EAD9-D0B5-C4C020AF5A86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4464564C-B57A-B8F4-0090-8049BDCEB3AB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5C7B20A5-D399-ADD7-1516-98BA1F7B8810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DB4C90C1-AB2D-C6C4-ACC8-B07E44D38227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9420DC-97AB-BE4A-7D62-C75D6A3480DF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v2.5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15896A-CB82-C249-3DC0-55A2334A3C86}"/>
              </a:ext>
            </a:extLst>
          </p:cNvPr>
          <p:cNvSpPr/>
          <p:nvPr/>
        </p:nvSpPr>
        <p:spPr>
          <a:xfrm>
            <a:off x="5430659" y="388561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80A239B-5A74-D652-C056-44CF0D4481F1}"/>
              </a:ext>
            </a:extLst>
          </p:cNvPr>
          <p:cNvSpPr txBox="1"/>
          <p:nvPr/>
        </p:nvSpPr>
        <p:spPr>
          <a:xfrm>
            <a:off x="4178413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0C89391-488C-447F-57EB-DBFE8B6D1075}"/>
              </a:ext>
            </a:extLst>
          </p:cNvPr>
          <p:cNvSpPr/>
          <p:nvPr/>
        </p:nvSpPr>
        <p:spPr>
          <a:xfrm>
            <a:off x="5309900" y="3646199"/>
            <a:ext cx="1042518" cy="755587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E73EE25-B89B-D198-46FB-85784F6480D9}"/>
              </a:ext>
            </a:extLst>
          </p:cNvPr>
          <p:cNvSpPr/>
          <p:nvPr/>
        </p:nvSpPr>
        <p:spPr>
          <a:xfrm>
            <a:off x="6519050" y="3644456"/>
            <a:ext cx="1119493" cy="75732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FB4A0C-A4BD-A01A-3B40-843F5216E284}"/>
              </a:ext>
            </a:extLst>
          </p:cNvPr>
          <p:cNvSpPr/>
          <p:nvPr/>
        </p:nvSpPr>
        <p:spPr>
          <a:xfrm>
            <a:off x="5580034" y="2256389"/>
            <a:ext cx="1956425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window per unit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9C5FB00-B569-CA46-0D98-C3DD162DD25B}"/>
              </a:ext>
            </a:extLst>
          </p:cNvPr>
          <p:cNvSpPr/>
          <p:nvPr/>
        </p:nvSpPr>
        <p:spPr>
          <a:xfrm>
            <a:off x="6701554" y="3885612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52BE51C-96AF-94DA-85BC-04571A4A0BFC}"/>
              </a:ext>
            </a:extLst>
          </p:cNvPr>
          <p:cNvCxnSpPr>
            <a:cxnSpLocks/>
            <a:stCxn id="15" idx="3"/>
            <a:endCxn id="46" idx="1"/>
          </p:cNvCxnSpPr>
          <p:nvPr/>
        </p:nvCxnSpPr>
        <p:spPr>
          <a:xfrm>
            <a:off x="6236622" y="4064019"/>
            <a:ext cx="4649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C48FD943-7CF5-6182-0E45-66A7B1B2A14D}"/>
              </a:ext>
            </a:extLst>
          </p:cNvPr>
          <p:cNvSpPr txBox="1"/>
          <p:nvPr/>
        </p:nvSpPr>
        <p:spPr>
          <a:xfrm>
            <a:off x="6185230" y="3735887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91675DF-2FD8-C267-A21A-DFF0E052EBDC}"/>
              </a:ext>
            </a:extLst>
          </p:cNvPr>
          <p:cNvSpPr txBox="1"/>
          <p:nvPr/>
        </p:nvSpPr>
        <p:spPr>
          <a:xfrm>
            <a:off x="5479395" y="443255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3331FCB-2F24-A5AA-25B6-0735D6699F49}"/>
              </a:ext>
            </a:extLst>
          </p:cNvPr>
          <p:cNvSpPr txBox="1"/>
          <p:nvPr/>
        </p:nvSpPr>
        <p:spPr>
          <a:xfrm>
            <a:off x="6755268" y="442423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26C4CB7E-8CA4-7241-7AFC-BC2C97A2B74A}"/>
              </a:ext>
            </a:extLst>
          </p:cNvPr>
          <p:cNvSpPr/>
          <p:nvPr/>
        </p:nvSpPr>
        <p:spPr>
          <a:xfrm>
            <a:off x="7801548" y="1959579"/>
            <a:ext cx="1042518" cy="2449239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16D8AAD-7BD7-65C9-9168-51CD5341900A}"/>
              </a:ext>
            </a:extLst>
          </p:cNvPr>
          <p:cNvSpPr/>
          <p:nvPr/>
        </p:nvSpPr>
        <p:spPr>
          <a:xfrm>
            <a:off x="7910001" y="2522360"/>
            <a:ext cx="825612" cy="1340234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unit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 sum + 1 bias per unit</a:t>
            </a: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stage)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368C62ED-8018-7CA4-0E15-7518548E2BC2}"/>
              </a:ext>
            </a:extLst>
          </p:cNvPr>
          <p:cNvCxnSpPr>
            <a:cxnSpLocks/>
            <a:stCxn id="30" idx="3"/>
            <a:endCxn id="58" idx="1"/>
          </p:cNvCxnSpPr>
          <p:nvPr/>
        </p:nvCxnSpPr>
        <p:spPr>
          <a:xfrm>
            <a:off x="7536459" y="2615545"/>
            <a:ext cx="373542" cy="576932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322E92E3-688C-72B2-293A-B43F3D742062}"/>
              </a:ext>
            </a:extLst>
          </p:cNvPr>
          <p:cNvCxnSpPr>
            <a:cxnSpLocks/>
            <a:stCxn id="46" idx="3"/>
            <a:endCxn id="58" idx="1"/>
          </p:cNvCxnSpPr>
          <p:nvPr/>
        </p:nvCxnSpPr>
        <p:spPr>
          <a:xfrm flipV="1">
            <a:off x="7499471" y="3192477"/>
            <a:ext cx="410530" cy="871542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02634A36-A119-E3DA-E339-0EEC29A82945}"/>
              </a:ext>
            </a:extLst>
          </p:cNvPr>
          <p:cNvSpPr txBox="1"/>
          <p:nvPr/>
        </p:nvSpPr>
        <p:spPr>
          <a:xfrm>
            <a:off x="7568987" y="2249265"/>
            <a:ext cx="8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11x1216bit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85B0DB4-B557-772A-BB34-0A116A867F99}"/>
              </a:ext>
            </a:extLst>
          </p:cNvPr>
          <p:cNvSpPr txBox="1"/>
          <p:nvPr/>
        </p:nvSpPr>
        <p:spPr>
          <a:xfrm>
            <a:off x="7450632" y="3779050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C90D474-5292-697F-C0B6-6646ED38BCCF}"/>
              </a:ext>
            </a:extLst>
          </p:cNvPr>
          <p:cNvSpPr txBox="1"/>
          <p:nvPr/>
        </p:nvSpPr>
        <p:spPr>
          <a:xfrm>
            <a:off x="7865741" y="4439201"/>
            <a:ext cx="9783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3,</a:t>
            </a:r>
            <a:r>
              <a:rPr lang="zh-CN" altLang="en-US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A803181-AA86-CF1D-6457-7453E52AA233}"/>
              </a:ext>
            </a:extLst>
          </p:cNvPr>
          <p:cNvSpPr/>
          <p:nvPr/>
        </p:nvSpPr>
        <p:spPr>
          <a:xfrm>
            <a:off x="5411853" y="2008244"/>
            <a:ext cx="2226690" cy="1121894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AAB16D-266D-2697-8B86-5252374B3851}"/>
              </a:ext>
            </a:extLst>
          </p:cNvPr>
          <p:cNvSpPr txBox="1"/>
          <p:nvPr/>
        </p:nvSpPr>
        <p:spPr>
          <a:xfrm>
            <a:off x="6017692" y="1985170"/>
            <a:ext cx="979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41379881-D381-5731-89E0-2530ABBD2CDC}"/>
              </a:ext>
            </a:extLst>
          </p:cNvPr>
          <p:cNvCxnSpPr>
            <a:cxnSpLocks/>
            <a:stCxn id="4" idx="3"/>
            <a:endCxn id="30" idx="1"/>
          </p:cNvCxnSpPr>
          <p:nvPr/>
        </p:nvCxnSpPr>
        <p:spPr>
          <a:xfrm flipV="1">
            <a:off x="4242332" y="2615545"/>
            <a:ext cx="1337702" cy="539837"/>
          </a:xfrm>
          <a:prstGeom prst="bentConnector3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D5E0C95-9525-CCA0-EBF2-F0788AA0493F}"/>
              </a:ext>
            </a:extLst>
          </p:cNvPr>
          <p:cNvSpPr txBox="1"/>
          <p:nvPr/>
        </p:nvSpPr>
        <p:spPr>
          <a:xfrm>
            <a:off x="2688224" y="5192569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224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8AE084-95F6-4560-A44A-37C0244963B5}"/>
              </a:ext>
            </a:extLst>
          </p:cNvPr>
          <p:cNvSpPr txBox="1"/>
          <p:nvPr/>
        </p:nvSpPr>
        <p:spPr>
          <a:xfrm>
            <a:off x="9221073" y="5253563"/>
            <a:ext cx="14287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bias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64</a:t>
            </a:r>
          </a:p>
        </p:txBody>
      </p:sp>
    </p:spTree>
    <p:extLst>
      <p:ext uri="{BB962C8B-B14F-4D97-AF65-F5344CB8AC3E}">
        <p14:creationId xmlns:p14="http://schemas.microsoft.com/office/powerpoint/2010/main" val="13484807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CEC3-E9C6-1A84-8D4E-7AD17488E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EA56A2-5EA3-AD7F-6EFD-7DAB94A468F8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6E1F110-55A7-4DA3-656F-6F2E1CB4CB9D}"/>
              </a:ext>
            </a:extLst>
          </p:cNvPr>
          <p:cNvSpPr/>
          <p:nvPr/>
        </p:nvSpPr>
        <p:spPr>
          <a:xfrm>
            <a:off x="3164999" y="5659424"/>
            <a:ext cx="4952146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E0DA507-AFB1-2839-6C5A-B30358E88457}"/>
              </a:ext>
            </a:extLst>
          </p:cNvPr>
          <p:cNvSpPr/>
          <p:nvPr/>
        </p:nvSpPr>
        <p:spPr>
          <a:xfrm>
            <a:off x="3386072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8x96bit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828A1BA-00E4-04A8-D31D-C46BBBD576C9}"/>
              </a:ext>
            </a:extLst>
          </p:cNvPr>
          <p:cNvSpPr/>
          <p:nvPr/>
        </p:nvSpPr>
        <p:spPr>
          <a:xfrm>
            <a:off x="4564383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8x96bit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E560AB1-D8C0-0354-71F0-C1BCB144FA66}"/>
              </a:ext>
            </a:extLst>
          </p:cNvPr>
          <p:cNvSpPr/>
          <p:nvPr/>
        </p:nvSpPr>
        <p:spPr>
          <a:xfrm>
            <a:off x="5741783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8x96bit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8293FED-4EF9-7A5B-AFFC-41931214372C}"/>
              </a:ext>
            </a:extLst>
          </p:cNvPr>
          <p:cNvSpPr/>
          <p:nvPr/>
        </p:nvSpPr>
        <p:spPr>
          <a:xfrm>
            <a:off x="6919183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4A4A492-7DDB-D23C-B9DD-922F88FFCB08}"/>
              </a:ext>
            </a:extLst>
          </p:cNvPr>
          <p:cNvSpPr txBox="1"/>
          <p:nvPr/>
        </p:nvSpPr>
        <p:spPr>
          <a:xfrm>
            <a:off x="3665734" y="5038374"/>
            <a:ext cx="1516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weight: 288bit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0FC50C4-768C-6110-0B85-85CE4720DB14}"/>
              </a:ext>
            </a:extLst>
          </p:cNvPr>
          <p:cNvSpPr txBox="1"/>
          <p:nvPr/>
        </p:nvSpPr>
        <p:spPr>
          <a:xfrm>
            <a:off x="6069983" y="5038374"/>
            <a:ext cx="1123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Bias: 64bit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C3FF993-A61F-B8BE-F739-BF11B75CAE01}"/>
              </a:ext>
            </a:extLst>
          </p:cNvPr>
          <p:cNvSpPr/>
          <p:nvPr/>
        </p:nvSpPr>
        <p:spPr>
          <a:xfrm>
            <a:off x="3121213" y="2383053"/>
            <a:ext cx="5052685" cy="237282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4640993-E5D0-2E58-8622-2964E6417764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66A663A-814C-2553-D9F5-BC84EC77F80E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45685D6-8EC7-7CE2-F066-D6CB3A37A4B9}"/>
              </a:ext>
            </a:extLst>
          </p:cNvPr>
          <p:cNvCxnSpPr>
            <a:cxnSpLocks/>
            <a:stCxn id="43" idx="0"/>
            <a:endCxn id="78" idx="2"/>
          </p:cNvCxnSpPr>
          <p:nvPr/>
        </p:nvCxnSpPr>
        <p:spPr>
          <a:xfrm flipV="1">
            <a:off x="5641072" y="4755878"/>
            <a:ext cx="6484" cy="903546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3B440975-1F55-FD24-BD60-0D80EA83F31F}"/>
              </a:ext>
            </a:extLst>
          </p:cNvPr>
          <p:cNvCxnSpPr>
            <a:cxnSpLocks/>
            <a:stCxn id="78" idx="3"/>
            <a:endCxn id="201" idx="1"/>
          </p:cNvCxnSpPr>
          <p:nvPr/>
        </p:nvCxnSpPr>
        <p:spPr>
          <a:xfrm flipV="1">
            <a:off x="8173898" y="3561368"/>
            <a:ext cx="850983" cy="8098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8B2C39D1-4EE5-C785-A537-297CE5C05739}"/>
              </a:ext>
            </a:extLst>
          </p:cNvPr>
          <p:cNvSpPr txBox="1"/>
          <p:nvPr/>
        </p:nvSpPr>
        <p:spPr>
          <a:xfrm>
            <a:off x="8305523" y="3175393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7AE3049D-E320-141B-D963-A1A6A8579DC3}"/>
              </a:ext>
            </a:extLst>
          </p:cNvPr>
          <p:cNvSpPr/>
          <p:nvPr/>
        </p:nvSpPr>
        <p:spPr>
          <a:xfrm>
            <a:off x="9024881" y="2882971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93BAB1FB-EE1D-A686-8ECD-5D03164079C2}"/>
              </a:ext>
            </a:extLst>
          </p:cNvPr>
          <p:cNvSpPr/>
          <p:nvPr/>
        </p:nvSpPr>
        <p:spPr>
          <a:xfrm rot="5400000">
            <a:off x="8814301" y="3309169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AA16514E-4F46-9AA0-E935-B6E2701F2D96}"/>
              </a:ext>
            </a:extLst>
          </p:cNvPr>
          <p:cNvSpPr/>
          <p:nvPr/>
        </p:nvSpPr>
        <p:spPr>
          <a:xfrm rot="5400000">
            <a:off x="9690318" y="3308119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A4FDBA34-09EC-395C-8F7C-1BFD6DF2A149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9650834" y="3573632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96D41994-B29C-D692-9C25-4E9B503AFA4D}"/>
              </a:ext>
            </a:extLst>
          </p:cNvPr>
          <p:cNvCxnSpPr>
            <a:cxnSpLocks/>
          </p:cNvCxnSpPr>
          <p:nvPr/>
        </p:nvCxnSpPr>
        <p:spPr>
          <a:xfrm>
            <a:off x="10511172" y="3579596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BEE8015C-8299-53B7-AC6A-857B12450C62}"/>
              </a:ext>
            </a:extLst>
          </p:cNvPr>
          <p:cNvSpPr txBox="1"/>
          <p:nvPr/>
        </p:nvSpPr>
        <p:spPr>
          <a:xfrm>
            <a:off x="10614778" y="3285225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128bit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5364E8D7-40F7-2087-260A-6FC39A2D41CA}"/>
              </a:ext>
            </a:extLst>
          </p:cNvPr>
          <p:cNvSpPr txBox="1"/>
          <p:nvPr/>
        </p:nvSpPr>
        <p:spPr>
          <a:xfrm>
            <a:off x="1690995" y="5824565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08371A7E-9309-05F0-68E1-6CAC85860565}"/>
              </a:ext>
            </a:extLst>
          </p:cNvPr>
          <p:cNvSpPr txBox="1"/>
          <p:nvPr/>
        </p:nvSpPr>
        <p:spPr>
          <a:xfrm>
            <a:off x="4837792" y="1738862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0C5E67BC-8163-CF7D-EA98-DB4B4AB06645}"/>
              </a:ext>
            </a:extLst>
          </p:cNvPr>
          <p:cNvSpPr txBox="1"/>
          <p:nvPr/>
        </p:nvSpPr>
        <p:spPr>
          <a:xfrm>
            <a:off x="8514390" y="2221950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0049E2-15EF-5168-E2D9-2C56C31D0403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3641B01-FE62-0375-07AD-55B46CF586D1}"/>
              </a:ext>
            </a:extLst>
          </p:cNvPr>
          <p:cNvSpPr txBox="1"/>
          <p:nvPr/>
        </p:nvSpPr>
        <p:spPr>
          <a:xfrm>
            <a:off x="578070" y="3513792"/>
            <a:ext cx="1734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conv output: 512bit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AB2D434-048D-4A89-7690-225CBAD3A371}"/>
              </a:ext>
            </a:extLst>
          </p:cNvPr>
          <p:cNvSpPr/>
          <p:nvPr/>
        </p:nvSpPr>
        <p:spPr>
          <a:xfrm>
            <a:off x="3636065" y="2691715"/>
            <a:ext cx="1956425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window per unit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1D08E39-F334-0B6F-BCFE-8184F00B5741}"/>
              </a:ext>
            </a:extLst>
          </p:cNvPr>
          <p:cNvSpPr txBox="1"/>
          <p:nvPr/>
        </p:nvSpPr>
        <p:spPr>
          <a:xfrm>
            <a:off x="4110328" y="2393349"/>
            <a:ext cx="979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F61549FE-4081-321B-00D1-E3A70E419E1E}"/>
              </a:ext>
            </a:extLst>
          </p:cNvPr>
          <p:cNvSpPr/>
          <p:nvPr/>
        </p:nvSpPr>
        <p:spPr>
          <a:xfrm>
            <a:off x="3501474" y="2418483"/>
            <a:ext cx="2226690" cy="1121894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92852ED-DC95-D388-2BEC-02E632BA3461}"/>
              </a:ext>
            </a:extLst>
          </p:cNvPr>
          <p:cNvSpPr/>
          <p:nvPr/>
        </p:nvSpPr>
        <p:spPr>
          <a:xfrm>
            <a:off x="3622233" y="3931935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EE8131D6-2579-B195-853E-FAABA993A83B}"/>
              </a:ext>
            </a:extLst>
          </p:cNvPr>
          <p:cNvSpPr/>
          <p:nvPr/>
        </p:nvSpPr>
        <p:spPr>
          <a:xfrm>
            <a:off x="3501474" y="3692522"/>
            <a:ext cx="1042518" cy="755587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AD698A4-29EE-E9BB-8CBD-B1EBEFA31AD7}"/>
              </a:ext>
            </a:extLst>
          </p:cNvPr>
          <p:cNvSpPr txBox="1"/>
          <p:nvPr/>
        </p:nvSpPr>
        <p:spPr>
          <a:xfrm>
            <a:off x="3670969" y="4478879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D00D20B5-183A-2BF1-E149-E6D116315EED}"/>
              </a:ext>
            </a:extLst>
          </p:cNvPr>
          <p:cNvSpPr/>
          <p:nvPr/>
        </p:nvSpPr>
        <p:spPr>
          <a:xfrm>
            <a:off x="4622290" y="3688028"/>
            <a:ext cx="1119493" cy="75732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34343D3-2C09-DAC4-9023-D52260827814}"/>
              </a:ext>
            </a:extLst>
          </p:cNvPr>
          <p:cNvSpPr/>
          <p:nvPr/>
        </p:nvSpPr>
        <p:spPr>
          <a:xfrm>
            <a:off x="4804794" y="3929184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F20C557-7FD8-29AF-7AE1-8633B9A3E4B6}"/>
              </a:ext>
            </a:extLst>
          </p:cNvPr>
          <p:cNvSpPr txBox="1"/>
          <p:nvPr/>
        </p:nvSpPr>
        <p:spPr>
          <a:xfrm>
            <a:off x="4858508" y="4467808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323E092F-3BA4-6FCA-DD1C-EB32A1C9DBEE}"/>
              </a:ext>
            </a:extLst>
          </p:cNvPr>
          <p:cNvCxnSpPr>
            <a:cxnSpLocks/>
            <a:stCxn id="83" idx="3"/>
            <a:endCxn id="88" idx="1"/>
          </p:cNvCxnSpPr>
          <p:nvPr/>
        </p:nvCxnSpPr>
        <p:spPr>
          <a:xfrm flipV="1">
            <a:off x="4428196" y="4107591"/>
            <a:ext cx="376598" cy="275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AFB6E4D7-D00C-9B77-AE5A-AF8B947DC00B}"/>
              </a:ext>
            </a:extLst>
          </p:cNvPr>
          <p:cNvSpPr txBox="1"/>
          <p:nvPr/>
        </p:nvSpPr>
        <p:spPr>
          <a:xfrm>
            <a:off x="4368030" y="3810159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22E9B3E8-A868-F022-B0CF-3C6B60499477}"/>
              </a:ext>
            </a:extLst>
          </p:cNvPr>
          <p:cNvCxnSpPr>
            <a:cxnSpLocks/>
            <a:endCxn id="74" idx="1"/>
          </p:cNvCxnSpPr>
          <p:nvPr/>
        </p:nvCxnSpPr>
        <p:spPr>
          <a:xfrm flipV="1">
            <a:off x="2239973" y="3050871"/>
            <a:ext cx="1396092" cy="637157"/>
          </a:xfrm>
          <a:prstGeom prst="bentConnector3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CA9BD51C-49C6-A249-49E3-DB6CF5D6C2A3}"/>
              </a:ext>
            </a:extLst>
          </p:cNvPr>
          <p:cNvSpPr/>
          <p:nvPr/>
        </p:nvSpPr>
        <p:spPr>
          <a:xfrm>
            <a:off x="6160307" y="3078704"/>
            <a:ext cx="1721178" cy="1028887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unit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sum + 1 bias per unit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stage)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64E811C4-4DBB-D03B-3E36-78B279009DAF}"/>
              </a:ext>
            </a:extLst>
          </p:cNvPr>
          <p:cNvSpPr/>
          <p:nvPr/>
        </p:nvSpPr>
        <p:spPr>
          <a:xfrm>
            <a:off x="6061278" y="2882971"/>
            <a:ext cx="1919148" cy="1486512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642F90C-C339-1EB9-B549-DC6CDABE26E0}"/>
              </a:ext>
            </a:extLst>
          </p:cNvPr>
          <p:cNvSpPr txBox="1"/>
          <p:nvPr/>
        </p:nvSpPr>
        <p:spPr>
          <a:xfrm>
            <a:off x="6595803" y="4466000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</a:t>
            </a:r>
          </a:p>
        </p:txBody>
      </p:sp>
      <p:cxnSp>
        <p:nvCxnSpPr>
          <p:cNvPr id="110" name="连接符: 肘形 109">
            <a:extLst>
              <a:ext uri="{FF2B5EF4-FFF2-40B4-BE49-F238E27FC236}">
                <a16:creationId xmlns:a16="http://schemas.microsoft.com/office/drawing/2014/main" id="{06295D74-28DD-8110-6A89-7E2791E9AE4F}"/>
              </a:ext>
            </a:extLst>
          </p:cNvPr>
          <p:cNvCxnSpPr>
            <a:cxnSpLocks/>
            <a:stCxn id="82" idx="3"/>
            <a:endCxn id="98" idx="1"/>
          </p:cNvCxnSpPr>
          <p:nvPr/>
        </p:nvCxnSpPr>
        <p:spPr>
          <a:xfrm>
            <a:off x="5728164" y="2979430"/>
            <a:ext cx="432143" cy="613718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59D9F79B-5500-3807-93FA-1DC4967DD7D0}"/>
              </a:ext>
            </a:extLst>
          </p:cNvPr>
          <p:cNvSpPr txBox="1"/>
          <p:nvPr/>
        </p:nvSpPr>
        <p:spPr>
          <a:xfrm>
            <a:off x="5534711" y="2612237"/>
            <a:ext cx="911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3x288bit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DC50D32-B887-9659-49C1-5F65768E67DA}"/>
              </a:ext>
            </a:extLst>
          </p:cNvPr>
          <p:cNvSpPr txBox="1"/>
          <p:nvPr/>
        </p:nvSpPr>
        <p:spPr>
          <a:xfrm>
            <a:off x="5635857" y="4167007"/>
            <a:ext cx="672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8AE73280-84B7-BB93-8CD9-4E1D5D5FFFED}"/>
              </a:ext>
            </a:extLst>
          </p:cNvPr>
          <p:cNvCxnSpPr>
            <a:cxnSpLocks/>
            <a:stCxn id="88" idx="3"/>
            <a:endCxn id="98" idx="1"/>
          </p:cNvCxnSpPr>
          <p:nvPr/>
        </p:nvCxnSpPr>
        <p:spPr>
          <a:xfrm flipV="1">
            <a:off x="5602711" y="3593148"/>
            <a:ext cx="557596" cy="514443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FFBC360-BE99-4F8A-6B3E-E1A1C345B092}"/>
              </a:ext>
            </a:extLst>
          </p:cNvPr>
          <p:cNvSpPr txBox="1"/>
          <p:nvPr/>
        </p:nvSpPr>
        <p:spPr>
          <a:xfrm>
            <a:off x="2369637" y="4919748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96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5851B6-DD7C-1C29-6E99-4892C5DF8AD1}"/>
              </a:ext>
            </a:extLst>
          </p:cNvPr>
          <p:cNvSpPr txBox="1"/>
          <p:nvPr/>
        </p:nvSpPr>
        <p:spPr>
          <a:xfrm>
            <a:off x="7560430" y="4896126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bias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64</a:t>
            </a:r>
          </a:p>
        </p:txBody>
      </p:sp>
    </p:spTree>
    <p:extLst>
      <p:ext uri="{BB962C8B-B14F-4D97-AF65-F5344CB8AC3E}">
        <p14:creationId xmlns:p14="http://schemas.microsoft.com/office/powerpoint/2010/main" val="24305344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C78DD-B3DD-4F58-9F73-A138C67F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EF4A261-ED15-3302-8212-6C25FA84EA80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PWConv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graphicFrame>
        <p:nvGraphicFramePr>
          <p:cNvPr id="96" name="表格 95">
            <a:extLst>
              <a:ext uri="{FF2B5EF4-FFF2-40B4-BE49-F238E27FC236}">
                <a16:creationId xmlns:a16="http://schemas.microsoft.com/office/drawing/2014/main" id="{48194917-32A5-95B7-A4ED-B6BD1BF6D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403506"/>
              </p:ext>
            </p:extLst>
          </p:nvPr>
        </p:nvGraphicFramePr>
        <p:xfrm>
          <a:off x="1852591" y="1605130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97" name="表格 96">
            <a:extLst>
              <a:ext uri="{FF2B5EF4-FFF2-40B4-BE49-F238E27FC236}">
                <a16:creationId xmlns:a16="http://schemas.microsoft.com/office/drawing/2014/main" id="{A3D0BFF1-9409-23D0-AEEB-4748E1E15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375298"/>
              </p:ext>
            </p:extLst>
          </p:nvPr>
        </p:nvGraphicFramePr>
        <p:xfrm>
          <a:off x="3602297" y="1605130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98" name="表格 97">
            <a:extLst>
              <a:ext uri="{FF2B5EF4-FFF2-40B4-BE49-F238E27FC236}">
                <a16:creationId xmlns:a16="http://schemas.microsoft.com/office/drawing/2014/main" id="{6A4F81BD-1A57-B4AC-C766-C628D0804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531906"/>
              </p:ext>
            </p:extLst>
          </p:nvPr>
        </p:nvGraphicFramePr>
        <p:xfrm>
          <a:off x="5352003" y="1605130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99" name="表格 98">
            <a:extLst>
              <a:ext uri="{FF2B5EF4-FFF2-40B4-BE49-F238E27FC236}">
                <a16:creationId xmlns:a16="http://schemas.microsoft.com/office/drawing/2014/main" id="{3001A9A4-FB04-03A8-C6FA-10A20D06D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598237"/>
              </p:ext>
            </p:extLst>
          </p:nvPr>
        </p:nvGraphicFramePr>
        <p:xfrm>
          <a:off x="7101709" y="1605130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100" name="左大括号 99">
            <a:extLst>
              <a:ext uri="{FF2B5EF4-FFF2-40B4-BE49-F238E27FC236}">
                <a16:creationId xmlns:a16="http://schemas.microsoft.com/office/drawing/2014/main" id="{91AE37E5-F4C5-5214-B595-D25A1945CD07}"/>
              </a:ext>
            </a:extLst>
          </p:cNvPr>
          <p:cNvSpPr/>
          <p:nvPr/>
        </p:nvSpPr>
        <p:spPr>
          <a:xfrm rot="16200000">
            <a:off x="5121231" y="-1133113"/>
            <a:ext cx="195039" cy="6732319"/>
          </a:xfrm>
          <a:prstGeom prst="leftBrac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76F4C420-2A71-79DE-8677-5A6828B20283}"/>
              </a:ext>
            </a:extLst>
          </p:cNvPr>
          <p:cNvSpPr txBox="1"/>
          <p:nvPr/>
        </p:nvSpPr>
        <p:spPr>
          <a:xfrm>
            <a:off x="4737435" y="2391864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group0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02FE21E-0362-5BE1-4F41-88ACB6656A3E}"/>
              </a:ext>
            </a:extLst>
          </p:cNvPr>
          <p:cNvSpPr txBox="1"/>
          <p:nvPr/>
        </p:nvSpPr>
        <p:spPr>
          <a:xfrm>
            <a:off x="2292005" y="1135573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ch0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A872841-C622-1AF3-C82A-DCCF3422269F}"/>
              </a:ext>
            </a:extLst>
          </p:cNvPr>
          <p:cNvSpPr txBox="1"/>
          <p:nvPr/>
        </p:nvSpPr>
        <p:spPr>
          <a:xfrm>
            <a:off x="4041711" y="116412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ch1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245D4FF1-BB84-6132-C143-4B4C7E8E6CF8}"/>
              </a:ext>
            </a:extLst>
          </p:cNvPr>
          <p:cNvSpPr txBox="1"/>
          <p:nvPr/>
        </p:nvSpPr>
        <p:spPr>
          <a:xfrm>
            <a:off x="5805697" y="116412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ch2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BF66969D-9BAE-D48F-2D6B-20E2D787FC84}"/>
              </a:ext>
            </a:extLst>
          </p:cNvPr>
          <p:cNvSpPr txBox="1"/>
          <p:nvPr/>
        </p:nvSpPr>
        <p:spPr>
          <a:xfrm>
            <a:off x="7569683" y="116412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ch3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360BC099-4285-4116-D09D-A86297D2C253}"/>
              </a:ext>
            </a:extLst>
          </p:cNvPr>
          <p:cNvSpPr txBox="1"/>
          <p:nvPr/>
        </p:nvSpPr>
        <p:spPr>
          <a:xfrm>
            <a:off x="773748" y="1605130"/>
            <a:ext cx="63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data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DA8BCC4D-E2CB-0BDD-2868-5199265A6D30}"/>
              </a:ext>
            </a:extLst>
          </p:cNvPr>
          <p:cNvSpPr txBox="1"/>
          <p:nvPr/>
        </p:nvSpPr>
        <p:spPr>
          <a:xfrm>
            <a:off x="5971073" y="2391864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……7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08" name="表格 107">
            <a:extLst>
              <a:ext uri="{FF2B5EF4-FFF2-40B4-BE49-F238E27FC236}">
                <a16:creationId xmlns:a16="http://schemas.microsoft.com/office/drawing/2014/main" id="{B3A9A581-4C6F-4223-88AA-C2EC234F5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851"/>
              </p:ext>
            </p:extLst>
          </p:nvPr>
        </p:nvGraphicFramePr>
        <p:xfrm>
          <a:off x="1852591" y="3499520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c0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4C5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4C5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4C5E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4C5E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109" name="左大括号 108">
            <a:extLst>
              <a:ext uri="{FF2B5EF4-FFF2-40B4-BE49-F238E27FC236}">
                <a16:creationId xmlns:a16="http://schemas.microsoft.com/office/drawing/2014/main" id="{C2E4CAB1-DDF0-6D87-D276-1D9447D939CC}"/>
              </a:ext>
            </a:extLst>
          </p:cNvPr>
          <p:cNvSpPr/>
          <p:nvPr/>
        </p:nvSpPr>
        <p:spPr>
          <a:xfrm rot="16200000">
            <a:off x="5121231" y="761277"/>
            <a:ext cx="195039" cy="6732319"/>
          </a:xfrm>
          <a:prstGeom prst="leftBrac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DFB8AA8-1474-6CFB-FAF8-E7C99219501C}"/>
              </a:ext>
            </a:extLst>
          </p:cNvPr>
          <p:cNvSpPr txBox="1"/>
          <p:nvPr/>
        </p:nvSpPr>
        <p:spPr>
          <a:xfrm>
            <a:off x="4737435" y="4286254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group0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8175C743-AA50-CC67-010B-F7C4878D5CA7}"/>
              </a:ext>
            </a:extLst>
          </p:cNvPr>
          <p:cNvSpPr txBox="1"/>
          <p:nvPr/>
        </p:nvSpPr>
        <p:spPr>
          <a:xfrm>
            <a:off x="2292005" y="3029963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K0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85B174F4-56CA-13EE-499A-F4AF813D7FA1}"/>
              </a:ext>
            </a:extLst>
          </p:cNvPr>
          <p:cNvSpPr txBox="1"/>
          <p:nvPr/>
        </p:nvSpPr>
        <p:spPr>
          <a:xfrm>
            <a:off x="4041711" y="305851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K1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3842924-5D35-7E2C-4460-99239A2E43C1}"/>
              </a:ext>
            </a:extLst>
          </p:cNvPr>
          <p:cNvSpPr txBox="1"/>
          <p:nvPr/>
        </p:nvSpPr>
        <p:spPr>
          <a:xfrm>
            <a:off x="5805697" y="305851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K2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250C54B-9640-8BFB-20F8-AC5B87916742}"/>
              </a:ext>
            </a:extLst>
          </p:cNvPr>
          <p:cNvSpPr txBox="1"/>
          <p:nvPr/>
        </p:nvSpPr>
        <p:spPr>
          <a:xfrm>
            <a:off x="7569683" y="3058516"/>
            <a:ext cx="60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K3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425B1108-51E3-C62D-A39F-AB299550A735}"/>
              </a:ext>
            </a:extLst>
          </p:cNvPr>
          <p:cNvSpPr txBox="1"/>
          <p:nvPr/>
        </p:nvSpPr>
        <p:spPr>
          <a:xfrm>
            <a:off x="5971073" y="4286254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……7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16" name="表格 115">
            <a:extLst>
              <a:ext uri="{FF2B5EF4-FFF2-40B4-BE49-F238E27FC236}">
                <a16:creationId xmlns:a16="http://schemas.microsoft.com/office/drawing/2014/main" id="{C09EC13F-4C50-4294-7245-6C3AF980E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310135"/>
              </p:ext>
            </p:extLst>
          </p:nvPr>
        </p:nvGraphicFramePr>
        <p:xfrm>
          <a:off x="3602297" y="3499520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c0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C0B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C0B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C0B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C0B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117" name="表格 116">
            <a:extLst>
              <a:ext uri="{FF2B5EF4-FFF2-40B4-BE49-F238E27FC236}">
                <a16:creationId xmlns:a16="http://schemas.microsoft.com/office/drawing/2014/main" id="{734306A1-348B-FE06-2257-A9A99BAE0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321626"/>
              </p:ext>
            </p:extLst>
          </p:nvPr>
        </p:nvGraphicFramePr>
        <p:xfrm>
          <a:off x="5352003" y="3499520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c0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BD4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BD4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BD4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BD4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118" name="表格 117">
            <a:extLst>
              <a:ext uri="{FF2B5EF4-FFF2-40B4-BE49-F238E27FC236}">
                <a16:creationId xmlns:a16="http://schemas.microsoft.com/office/drawing/2014/main" id="{07D16981-42DA-ED8B-3010-5DCD3AF02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557240"/>
              </p:ext>
            </p:extLst>
          </p:nvPr>
        </p:nvGraphicFramePr>
        <p:xfrm>
          <a:off x="7101709" y="3499520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c0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BA0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BA0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BA0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BA0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120" name="左大括号 119">
            <a:extLst>
              <a:ext uri="{FF2B5EF4-FFF2-40B4-BE49-F238E27FC236}">
                <a16:creationId xmlns:a16="http://schemas.microsoft.com/office/drawing/2014/main" id="{7053CAE5-941A-AB18-C223-075D8910AB74}"/>
              </a:ext>
            </a:extLst>
          </p:cNvPr>
          <p:cNvSpPr/>
          <p:nvPr/>
        </p:nvSpPr>
        <p:spPr>
          <a:xfrm rot="16200000">
            <a:off x="5121230" y="2674429"/>
            <a:ext cx="195039" cy="6732319"/>
          </a:xfrm>
          <a:prstGeom prst="leftBrac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12CD5A5-8411-4C0C-2F59-A7F47E574CA1}"/>
              </a:ext>
            </a:extLst>
          </p:cNvPr>
          <p:cNvSpPr txBox="1"/>
          <p:nvPr/>
        </p:nvSpPr>
        <p:spPr>
          <a:xfrm>
            <a:off x="4737434" y="6199406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group0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98026176-BBB5-B0FC-D575-5181AFC82376}"/>
              </a:ext>
            </a:extLst>
          </p:cNvPr>
          <p:cNvSpPr txBox="1"/>
          <p:nvPr/>
        </p:nvSpPr>
        <p:spPr>
          <a:xfrm>
            <a:off x="2292004" y="4943115"/>
            <a:ext cx="69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out0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E678D3D-D7C6-4CD4-DC0F-58EA96460A4F}"/>
              </a:ext>
            </a:extLst>
          </p:cNvPr>
          <p:cNvSpPr txBox="1"/>
          <p:nvPr/>
        </p:nvSpPr>
        <p:spPr>
          <a:xfrm>
            <a:off x="4041710" y="4971668"/>
            <a:ext cx="784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out1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8CB7A69-DC3B-D0CB-7A20-E55C897F3FBB}"/>
              </a:ext>
            </a:extLst>
          </p:cNvPr>
          <p:cNvSpPr txBox="1"/>
          <p:nvPr/>
        </p:nvSpPr>
        <p:spPr>
          <a:xfrm>
            <a:off x="5805696" y="4971668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out2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FD53E6F2-2F88-D48D-C332-601B8C747723}"/>
              </a:ext>
            </a:extLst>
          </p:cNvPr>
          <p:cNvSpPr txBox="1"/>
          <p:nvPr/>
        </p:nvSpPr>
        <p:spPr>
          <a:xfrm>
            <a:off x="7569682" y="4971668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out3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762AE024-C14B-E4DB-A08C-95805588E16A}"/>
              </a:ext>
            </a:extLst>
          </p:cNvPr>
          <p:cNvSpPr txBox="1"/>
          <p:nvPr/>
        </p:nvSpPr>
        <p:spPr>
          <a:xfrm>
            <a:off x="5971072" y="6199406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……7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16DB679-3EA8-4A0E-EC83-E06C55ED2EAC}"/>
              </a:ext>
            </a:extLst>
          </p:cNvPr>
          <p:cNvSpPr txBox="1"/>
          <p:nvPr/>
        </p:nvSpPr>
        <p:spPr>
          <a:xfrm>
            <a:off x="640638" y="3499520"/>
            <a:ext cx="904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weight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78A9050C-662C-1589-707D-7F78D7152178}"/>
              </a:ext>
            </a:extLst>
          </p:cNvPr>
          <p:cNvSpPr txBox="1"/>
          <p:nvPr/>
        </p:nvSpPr>
        <p:spPr>
          <a:xfrm>
            <a:off x="805575" y="5390080"/>
            <a:ext cx="57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微软雅黑"/>
                <a:ea typeface="微软雅黑"/>
              </a:rPr>
              <a:t>out</a:t>
            </a:r>
            <a:endParaRPr lang="zh-CN" altLang="en-US" sz="16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B5DE7CBB-EB1F-D2C3-9DFC-1F251ECBF867}"/>
              </a:ext>
            </a:extLst>
          </p:cNvPr>
          <p:cNvSpPr txBox="1"/>
          <p:nvPr/>
        </p:nvSpPr>
        <p:spPr>
          <a:xfrm>
            <a:off x="9173110" y="1605130"/>
            <a:ext cx="232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/>
                <a:ea typeface="微软雅黑"/>
              </a:rPr>
              <a:t>index on </a:t>
            </a:r>
            <a:r>
              <a:rPr lang="en-US" altLang="zh-CN" sz="1600" dirty="0" err="1">
                <a:solidFill>
                  <a:srgbClr val="FF0000"/>
                </a:solidFill>
                <a:latin typeface="微软雅黑"/>
                <a:ea typeface="微软雅黑"/>
              </a:rPr>
              <a:t>spatial_idx</a:t>
            </a:r>
            <a:endParaRPr lang="zh-CN" altLang="en-US" sz="160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FBFA2152-325E-8A10-941F-54863BD388D8}"/>
              </a:ext>
            </a:extLst>
          </p:cNvPr>
          <p:cNvSpPr txBox="1"/>
          <p:nvPr/>
        </p:nvSpPr>
        <p:spPr>
          <a:xfrm>
            <a:off x="9173110" y="3531806"/>
            <a:ext cx="232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/>
                <a:ea typeface="微软雅黑"/>
              </a:rPr>
              <a:t>index on </a:t>
            </a:r>
            <a:r>
              <a:rPr lang="en-US" altLang="zh-CN" sz="1600" dirty="0" err="1">
                <a:solidFill>
                  <a:srgbClr val="FF0000"/>
                </a:solidFill>
                <a:latin typeface="微软雅黑"/>
                <a:ea typeface="微软雅黑"/>
              </a:rPr>
              <a:t>out_idx</a:t>
            </a:r>
            <a:endParaRPr lang="zh-CN" altLang="en-US" sz="160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3BC8A5C4-93E9-714C-1C71-8388A1BD35DF}"/>
              </a:ext>
            </a:extLst>
          </p:cNvPr>
          <p:cNvCxnSpPr/>
          <p:nvPr/>
        </p:nvCxnSpPr>
        <p:spPr>
          <a:xfrm>
            <a:off x="2038350" y="2391864"/>
            <a:ext cx="0" cy="1005206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132ABA43-6F7B-F7DF-2A07-FCEC74D2EE3B}"/>
              </a:ext>
            </a:extLst>
          </p:cNvPr>
          <p:cNvCxnSpPr>
            <a:cxnSpLocks/>
          </p:cNvCxnSpPr>
          <p:nvPr/>
        </p:nvCxnSpPr>
        <p:spPr>
          <a:xfrm flipH="1">
            <a:off x="2442682" y="2330566"/>
            <a:ext cx="1284366" cy="103795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43994485-065F-ABB8-E2BC-414575FAF1A7}"/>
              </a:ext>
            </a:extLst>
          </p:cNvPr>
          <p:cNvCxnSpPr>
            <a:cxnSpLocks/>
          </p:cNvCxnSpPr>
          <p:nvPr/>
        </p:nvCxnSpPr>
        <p:spPr>
          <a:xfrm flipH="1">
            <a:off x="2834001" y="2340357"/>
            <a:ext cx="2679795" cy="104167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C1E6BC0A-4DBF-9908-4806-C235C4E41B39}"/>
              </a:ext>
            </a:extLst>
          </p:cNvPr>
          <p:cNvCxnSpPr>
            <a:cxnSpLocks/>
          </p:cNvCxnSpPr>
          <p:nvPr/>
        </p:nvCxnSpPr>
        <p:spPr>
          <a:xfrm flipH="1">
            <a:off x="3138562" y="2311804"/>
            <a:ext cx="4066149" cy="1055664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756C4880-9F04-5C21-4B1E-73666C88807E}"/>
              </a:ext>
            </a:extLst>
          </p:cNvPr>
          <p:cNvCxnSpPr>
            <a:cxnSpLocks/>
          </p:cNvCxnSpPr>
          <p:nvPr/>
        </p:nvCxnSpPr>
        <p:spPr>
          <a:xfrm flipH="1">
            <a:off x="2038350" y="4286254"/>
            <a:ext cx="514606" cy="995415"/>
          </a:xfrm>
          <a:prstGeom prst="straightConnector1">
            <a:avLst/>
          </a:prstGeom>
          <a:noFill/>
          <a:ln w="19050" cap="flat" cmpd="sng" algn="ctr">
            <a:solidFill>
              <a:srgbClr val="00B0F0"/>
            </a:solidFill>
            <a:prstDash val="dash"/>
            <a:miter lim="800000"/>
            <a:tailEnd type="triangle"/>
          </a:ln>
          <a:effectLst/>
        </p:spPr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969AB33D-2350-185F-36BD-6424364ECC74}"/>
              </a:ext>
            </a:extLst>
          </p:cNvPr>
          <p:cNvSpPr txBox="1"/>
          <p:nvPr/>
        </p:nvSpPr>
        <p:spPr>
          <a:xfrm>
            <a:off x="7010885" y="4308536"/>
            <a:ext cx="232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/>
                <a:ea typeface="微软雅黑"/>
              </a:rPr>
              <a:t>4 channels * 8</a:t>
            </a:r>
            <a:endParaRPr lang="zh-CN" altLang="en-US" sz="160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868E861C-0AA3-2633-C928-EB61FFA73337}"/>
              </a:ext>
            </a:extLst>
          </p:cNvPr>
          <p:cNvSpPr txBox="1"/>
          <p:nvPr/>
        </p:nvSpPr>
        <p:spPr>
          <a:xfrm>
            <a:off x="7010885" y="2430188"/>
            <a:ext cx="232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/>
                <a:ea typeface="微软雅黑"/>
              </a:rPr>
              <a:t>4 channels * 8</a:t>
            </a:r>
            <a:endParaRPr lang="zh-CN" altLang="en-US" sz="160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21215327-2B4C-47C1-6C45-C06C94D1A104}"/>
              </a:ext>
            </a:extLst>
          </p:cNvPr>
          <p:cNvSpPr txBox="1"/>
          <p:nvPr/>
        </p:nvSpPr>
        <p:spPr>
          <a:xfrm>
            <a:off x="9173110" y="5252870"/>
            <a:ext cx="2650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/>
                <a:ea typeface="微软雅黑"/>
              </a:rPr>
              <a:t>8 group of Partial sum(using current 4 channels of all kernels)</a:t>
            </a:r>
            <a:endParaRPr lang="zh-CN" altLang="en-US" sz="160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42" name="表格 141">
            <a:extLst>
              <a:ext uri="{FF2B5EF4-FFF2-40B4-BE49-F238E27FC236}">
                <a16:creationId xmlns:a16="http://schemas.microsoft.com/office/drawing/2014/main" id="{1744159C-9170-2F44-6A4A-A7F121277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263548"/>
              </p:ext>
            </p:extLst>
          </p:nvPr>
        </p:nvGraphicFramePr>
        <p:xfrm>
          <a:off x="1852590" y="5426948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143" name="表格 142">
            <a:extLst>
              <a:ext uri="{FF2B5EF4-FFF2-40B4-BE49-F238E27FC236}">
                <a16:creationId xmlns:a16="http://schemas.microsoft.com/office/drawing/2014/main" id="{1ECDB48C-7372-479F-E4D1-040943883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433530"/>
              </p:ext>
            </p:extLst>
          </p:nvPr>
        </p:nvGraphicFramePr>
        <p:xfrm>
          <a:off x="3602296" y="5426948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144" name="表格 143">
            <a:extLst>
              <a:ext uri="{FF2B5EF4-FFF2-40B4-BE49-F238E27FC236}">
                <a16:creationId xmlns:a16="http://schemas.microsoft.com/office/drawing/2014/main" id="{7219B430-1364-6D12-07DB-AA749C4AF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105744"/>
              </p:ext>
            </p:extLst>
          </p:nvPr>
        </p:nvGraphicFramePr>
        <p:xfrm>
          <a:off x="5352002" y="5426948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145" name="表格 144">
            <a:extLst>
              <a:ext uri="{FF2B5EF4-FFF2-40B4-BE49-F238E27FC236}">
                <a16:creationId xmlns:a16="http://schemas.microsoft.com/office/drawing/2014/main" id="{03FFE62F-E7D9-57EF-201B-E6E1CDBFF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64401"/>
              </p:ext>
            </p:extLst>
          </p:nvPr>
        </p:nvGraphicFramePr>
        <p:xfrm>
          <a:off x="7101708" y="5426948"/>
          <a:ext cx="1483200" cy="370840"/>
        </p:xfrm>
        <a:graphic>
          <a:graphicData uri="http://schemas.openxmlformats.org/drawingml/2006/table">
            <a:tbl>
              <a:tblPr/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18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37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563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750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5938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125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312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499" algn="l" defTabSz="91437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375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1BBF2D64-AE66-D8F2-E871-AADF30C96306}"/>
              </a:ext>
            </a:extLst>
          </p:cNvPr>
          <p:cNvCxnSpPr>
            <a:cxnSpLocks/>
          </p:cNvCxnSpPr>
          <p:nvPr/>
        </p:nvCxnSpPr>
        <p:spPr>
          <a:xfrm flipH="1">
            <a:off x="2414528" y="4308536"/>
            <a:ext cx="138428" cy="989934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A29C85BF-0BC4-154C-BE46-E78BC288DFED}"/>
              </a:ext>
            </a:extLst>
          </p:cNvPr>
          <p:cNvCxnSpPr>
            <a:cxnSpLocks/>
          </p:cNvCxnSpPr>
          <p:nvPr/>
        </p:nvCxnSpPr>
        <p:spPr>
          <a:xfrm>
            <a:off x="2552956" y="4272851"/>
            <a:ext cx="244642" cy="1008568"/>
          </a:xfrm>
          <a:prstGeom prst="straightConnector1">
            <a:avLst/>
          </a:prstGeom>
          <a:noFill/>
          <a:ln w="19050" cap="flat" cmpd="sng" algn="ctr">
            <a:solidFill>
              <a:srgbClr val="FFFF00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868BF7B8-97B9-9880-FD59-2B1B0A406563}"/>
              </a:ext>
            </a:extLst>
          </p:cNvPr>
          <p:cNvCxnSpPr>
            <a:cxnSpLocks/>
          </p:cNvCxnSpPr>
          <p:nvPr/>
        </p:nvCxnSpPr>
        <p:spPr>
          <a:xfrm>
            <a:off x="2571307" y="4321668"/>
            <a:ext cx="547543" cy="931202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dash"/>
            <a:miter lim="800000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9522680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F4DB-CCC0-3176-B014-166DCC2A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C69673B5-5F7A-6E3F-30F7-1AEB93778D70}"/>
              </a:ext>
            </a:extLst>
          </p:cNvPr>
          <p:cNvSpPr/>
          <p:nvPr/>
        </p:nvSpPr>
        <p:spPr>
          <a:xfrm>
            <a:off x="9879846" y="2605552"/>
            <a:ext cx="1380740" cy="1380740"/>
          </a:xfrm>
          <a:prstGeom prst="rect">
            <a:avLst/>
          </a:prstGeom>
          <a:solidFill>
            <a:srgbClr val="FF00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0252FE3-C0AC-66F4-406A-51CFC9BD9433}"/>
              </a:ext>
            </a:extLst>
          </p:cNvPr>
          <p:cNvSpPr/>
          <p:nvPr/>
        </p:nvSpPr>
        <p:spPr>
          <a:xfrm>
            <a:off x="9702529" y="2781393"/>
            <a:ext cx="1380740" cy="1380740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61931023-6A58-2124-6315-B6ED6C5ED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528947"/>
              </p:ext>
            </p:extLst>
          </p:nvPr>
        </p:nvGraphicFramePr>
        <p:xfrm>
          <a:off x="1516307" y="1480264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64" name="左大括号 63">
            <a:extLst>
              <a:ext uri="{FF2B5EF4-FFF2-40B4-BE49-F238E27FC236}">
                <a16:creationId xmlns:a16="http://schemas.microsoft.com/office/drawing/2014/main" id="{B152C3D3-9632-C60D-5BEE-3D5FFA884926}"/>
              </a:ext>
            </a:extLst>
          </p:cNvPr>
          <p:cNvSpPr/>
          <p:nvPr/>
        </p:nvSpPr>
        <p:spPr>
          <a:xfrm rot="16200000">
            <a:off x="4784947" y="-1257979"/>
            <a:ext cx="195039" cy="673231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FEC7059-D4B6-BE80-3696-BAAD4B788F07}"/>
              </a:ext>
            </a:extLst>
          </p:cNvPr>
          <p:cNvSpPr txBox="1"/>
          <p:nvPr/>
        </p:nvSpPr>
        <p:spPr>
          <a:xfrm>
            <a:off x="4401151" y="2266998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group0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CF8700A-78D6-1412-2F53-78B4E31142FC}"/>
              </a:ext>
            </a:extLst>
          </p:cNvPr>
          <p:cNvSpPr txBox="1"/>
          <p:nvPr/>
        </p:nvSpPr>
        <p:spPr>
          <a:xfrm>
            <a:off x="3669116" y="1039260"/>
            <a:ext cx="85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4B9BB89-6F61-AA86-9595-2B7BFD77E9B6}"/>
              </a:ext>
            </a:extLst>
          </p:cNvPr>
          <p:cNvSpPr txBox="1"/>
          <p:nvPr/>
        </p:nvSpPr>
        <p:spPr>
          <a:xfrm>
            <a:off x="5469413" y="1039260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out2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28EDE16-69A4-4A39-CF99-BBA68704D658}"/>
              </a:ext>
            </a:extLst>
          </p:cNvPr>
          <p:cNvSpPr txBox="1"/>
          <p:nvPr/>
        </p:nvSpPr>
        <p:spPr>
          <a:xfrm>
            <a:off x="7233399" y="1039260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out3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939B495E-D0DC-AE3F-50D7-000977315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48253"/>
              </p:ext>
            </p:extLst>
          </p:nvPr>
        </p:nvGraphicFramePr>
        <p:xfrm>
          <a:off x="3266013" y="1480264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12243376-0CA8-1BDB-E34D-2515899F8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91563"/>
              </p:ext>
            </p:extLst>
          </p:nvPr>
        </p:nvGraphicFramePr>
        <p:xfrm>
          <a:off x="6765426" y="147537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C07457B2-7BAD-71FE-8C93-0E15E0EBA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219476"/>
              </p:ext>
            </p:extLst>
          </p:nvPr>
        </p:nvGraphicFramePr>
        <p:xfrm>
          <a:off x="5015719" y="147537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3" name="左大括号 2">
            <a:extLst>
              <a:ext uri="{FF2B5EF4-FFF2-40B4-BE49-F238E27FC236}">
                <a16:creationId xmlns:a16="http://schemas.microsoft.com/office/drawing/2014/main" id="{E79A19D1-39FB-B2CB-DCCA-0DDC73370736}"/>
              </a:ext>
            </a:extLst>
          </p:cNvPr>
          <p:cNvSpPr/>
          <p:nvPr/>
        </p:nvSpPr>
        <p:spPr>
          <a:xfrm rot="16200000">
            <a:off x="4784947" y="398164"/>
            <a:ext cx="195039" cy="673231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53762E-0D1B-6BDC-CF50-19867D5DCC21}"/>
              </a:ext>
            </a:extLst>
          </p:cNvPr>
          <p:cNvSpPr txBox="1"/>
          <p:nvPr/>
        </p:nvSpPr>
        <p:spPr>
          <a:xfrm>
            <a:off x="4401151" y="3923141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group1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14F23BAC-DC1B-B9AD-4BF6-B9E84981CD7E}"/>
              </a:ext>
            </a:extLst>
          </p:cNvPr>
          <p:cNvSpPr/>
          <p:nvPr/>
        </p:nvSpPr>
        <p:spPr>
          <a:xfrm rot="16200000">
            <a:off x="4784947" y="2750485"/>
            <a:ext cx="195039" cy="673231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237F5F1-FCDA-D314-4043-ABCA3683373A}"/>
              </a:ext>
            </a:extLst>
          </p:cNvPr>
          <p:cNvSpPr txBox="1"/>
          <p:nvPr/>
        </p:nvSpPr>
        <p:spPr>
          <a:xfrm>
            <a:off x="4401151" y="6275462"/>
            <a:ext cx="988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group7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6D09D81-D99C-D9AE-7F2A-B6460737C878}"/>
              </a:ext>
            </a:extLst>
          </p:cNvPr>
          <p:cNvSpPr txBox="1"/>
          <p:nvPr/>
        </p:nvSpPr>
        <p:spPr>
          <a:xfrm>
            <a:off x="4580674" y="4452570"/>
            <a:ext cx="672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44A00614-21A3-1070-84ED-19D5D7F881F6}"/>
              </a:ext>
            </a:extLst>
          </p:cNvPr>
          <p:cNvSpPr/>
          <p:nvPr/>
        </p:nvSpPr>
        <p:spPr>
          <a:xfrm>
            <a:off x="8565750" y="1477151"/>
            <a:ext cx="310370" cy="4379304"/>
          </a:xfrm>
          <a:prstGeom prst="rightBrace">
            <a:avLst>
              <a:gd name="adj1" fmla="val 8333"/>
              <a:gd name="adj2" fmla="val 4973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3BBEB79-17A8-DB02-5D42-C77F5B584768}"/>
              </a:ext>
            </a:extLst>
          </p:cNvPr>
          <p:cNvSpPr/>
          <p:nvPr/>
        </p:nvSpPr>
        <p:spPr>
          <a:xfrm>
            <a:off x="9515694" y="2976433"/>
            <a:ext cx="1380740" cy="1380740"/>
          </a:xfrm>
          <a:prstGeom prst="rect">
            <a:avLst/>
          </a:prstGeom>
          <a:solidFill>
            <a:srgbClr val="92D05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D34DFEB-7F98-461F-7189-5A828A1F20CB}"/>
              </a:ext>
            </a:extLst>
          </p:cNvPr>
          <p:cNvSpPr/>
          <p:nvPr/>
        </p:nvSpPr>
        <p:spPr>
          <a:xfrm>
            <a:off x="9328859" y="3171473"/>
            <a:ext cx="1380740" cy="1380740"/>
          </a:xfrm>
          <a:prstGeom prst="rect">
            <a:avLst/>
          </a:prstGeom>
          <a:solidFill>
            <a:srgbClr val="00B0F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C1E2F87E-299E-71B8-486A-14197C85531D}"/>
              </a:ext>
            </a:extLst>
          </p:cNvPr>
          <p:cNvCxnSpPr>
            <a:cxnSpLocks/>
            <a:stCxn id="38" idx="1"/>
          </p:cNvCxnSpPr>
          <p:nvPr/>
        </p:nvCxnSpPr>
        <p:spPr>
          <a:xfrm>
            <a:off x="9328859" y="3861843"/>
            <a:ext cx="13807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A238930E-2000-0956-D5B7-9C2E48EC858F}"/>
              </a:ext>
            </a:extLst>
          </p:cNvPr>
          <p:cNvCxnSpPr>
            <a:cxnSpLocks/>
            <a:stCxn id="38" idx="0"/>
            <a:endCxn id="38" idx="2"/>
          </p:cNvCxnSpPr>
          <p:nvPr/>
        </p:nvCxnSpPr>
        <p:spPr>
          <a:xfrm>
            <a:off x="10019229" y="3171473"/>
            <a:ext cx="0" cy="13807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909CAB82-41CA-D0CD-22C4-FBBC592D49ED}"/>
              </a:ext>
            </a:extLst>
          </p:cNvPr>
          <p:cNvCxnSpPr>
            <a:cxnSpLocks/>
            <a:stCxn id="47" idx="0"/>
          </p:cNvCxnSpPr>
          <p:nvPr/>
        </p:nvCxnSpPr>
        <p:spPr>
          <a:xfrm>
            <a:off x="10206064" y="2976433"/>
            <a:ext cx="0" cy="195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0DBE1C53-CD17-60BE-935F-28D2D011DE66}"/>
              </a:ext>
            </a:extLst>
          </p:cNvPr>
          <p:cNvCxnSpPr>
            <a:cxnSpLocks/>
            <a:stCxn id="47" idx="3"/>
          </p:cNvCxnSpPr>
          <p:nvPr/>
        </p:nvCxnSpPr>
        <p:spPr>
          <a:xfrm flipH="1">
            <a:off x="10691454" y="3666803"/>
            <a:ext cx="2049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01D8806D-6471-C99A-AEB4-5290E857F8D8}"/>
              </a:ext>
            </a:extLst>
          </p:cNvPr>
          <p:cNvCxnSpPr>
            <a:cxnSpLocks/>
            <a:stCxn id="48" idx="0"/>
          </p:cNvCxnSpPr>
          <p:nvPr/>
        </p:nvCxnSpPr>
        <p:spPr>
          <a:xfrm>
            <a:off x="10392899" y="2781393"/>
            <a:ext cx="0" cy="195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C2CC4524-5702-A4B6-E700-1C6BAFEDE47D}"/>
              </a:ext>
            </a:extLst>
          </p:cNvPr>
          <p:cNvCxnSpPr>
            <a:cxnSpLocks/>
            <a:stCxn id="49" idx="0"/>
          </p:cNvCxnSpPr>
          <p:nvPr/>
        </p:nvCxnSpPr>
        <p:spPr>
          <a:xfrm>
            <a:off x="10570216" y="2605552"/>
            <a:ext cx="0" cy="1758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77630054-8753-8BCB-BCFE-8FE91ED7B436}"/>
              </a:ext>
            </a:extLst>
          </p:cNvPr>
          <p:cNvCxnSpPr>
            <a:cxnSpLocks/>
            <a:stCxn id="48" idx="3"/>
          </p:cNvCxnSpPr>
          <p:nvPr/>
        </p:nvCxnSpPr>
        <p:spPr>
          <a:xfrm flipH="1">
            <a:off x="10896434" y="3471763"/>
            <a:ext cx="1868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D0468932-D489-4621-5F01-048A9D88EB5D}"/>
              </a:ext>
            </a:extLst>
          </p:cNvPr>
          <p:cNvCxnSpPr>
            <a:cxnSpLocks/>
            <a:stCxn id="49" idx="3"/>
          </p:cNvCxnSpPr>
          <p:nvPr/>
        </p:nvCxnSpPr>
        <p:spPr>
          <a:xfrm flipH="1">
            <a:off x="11083269" y="3295922"/>
            <a:ext cx="1773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3114552-E9BC-4A5F-4741-4A9C72823215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PWConv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5A141F6-AA5B-76F4-4908-E938CC96AFB0}"/>
              </a:ext>
            </a:extLst>
          </p:cNvPr>
          <p:cNvSpPr txBox="1"/>
          <p:nvPr/>
        </p:nvSpPr>
        <p:spPr>
          <a:xfrm>
            <a:off x="1955721" y="1037476"/>
            <a:ext cx="85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5780D128-C520-225E-D4D9-C4F1754D5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847237"/>
              </p:ext>
            </p:extLst>
          </p:nvPr>
        </p:nvGraphicFramePr>
        <p:xfrm>
          <a:off x="1516307" y="3081531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51" name="文本框 50">
            <a:extLst>
              <a:ext uri="{FF2B5EF4-FFF2-40B4-BE49-F238E27FC236}">
                <a16:creationId xmlns:a16="http://schemas.microsoft.com/office/drawing/2014/main" id="{4983C655-3E8E-1551-BCEF-0B1010A00B3D}"/>
              </a:ext>
            </a:extLst>
          </p:cNvPr>
          <p:cNvSpPr txBox="1"/>
          <p:nvPr/>
        </p:nvSpPr>
        <p:spPr>
          <a:xfrm>
            <a:off x="3669116" y="2640527"/>
            <a:ext cx="85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43E1D43-DBE8-1DCB-3167-2FB51035DFBF}"/>
              </a:ext>
            </a:extLst>
          </p:cNvPr>
          <p:cNvSpPr txBox="1"/>
          <p:nvPr/>
        </p:nvSpPr>
        <p:spPr>
          <a:xfrm>
            <a:off x="5469413" y="2640527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out2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40455C4-B915-AF2B-EB97-2897DBB4CE6B}"/>
              </a:ext>
            </a:extLst>
          </p:cNvPr>
          <p:cNvSpPr txBox="1"/>
          <p:nvPr/>
        </p:nvSpPr>
        <p:spPr>
          <a:xfrm>
            <a:off x="7233399" y="2640527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out3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B081B911-514F-4859-024C-E1DF62422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015364"/>
              </p:ext>
            </p:extLst>
          </p:nvPr>
        </p:nvGraphicFramePr>
        <p:xfrm>
          <a:off x="3266013" y="3081531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EB49D2A3-08A4-1F67-6876-CF08E9A69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40021"/>
              </p:ext>
            </p:extLst>
          </p:nvPr>
        </p:nvGraphicFramePr>
        <p:xfrm>
          <a:off x="6765426" y="3076637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56" name="表格 55">
            <a:extLst>
              <a:ext uri="{FF2B5EF4-FFF2-40B4-BE49-F238E27FC236}">
                <a16:creationId xmlns:a16="http://schemas.microsoft.com/office/drawing/2014/main" id="{402F33EC-7B99-D163-ACBA-2ACCFD1D3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326377"/>
              </p:ext>
            </p:extLst>
          </p:nvPr>
        </p:nvGraphicFramePr>
        <p:xfrm>
          <a:off x="5015719" y="3076637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57" name="文本框 56">
            <a:extLst>
              <a:ext uri="{FF2B5EF4-FFF2-40B4-BE49-F238E27FC236}">
                <a16:creationId xmlns:a16="http://schemas.microsoft.com/office/drawing/2014/main" id="{13DC8465-85C3-BBA6-2D8C-8A36AB6C2F81}"/>
              </a:ext>
            </a:extLst>
          </p:cNvPr>
          <p:cNvSpPr txBox="1"/>
          <p:nvPr/>
        </p:nvSpPr>
        <p:spPr>
          <a:xfrm>
            <a:off x="1955721" y="2638743"/>
            <a:ext cx="85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CE0B47EC-6415-17AE-E18E-2F3B278DB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79670"/>
              </p:ext>
            </p:extLst>
          </p:nvPr>
        </p:nvGraphicFramePr>
        <p:xfrm>
          <a:off x="1516306" y="545179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59" name="文本框 58">
            <a:extLst>
              <a:ext uri="{FF2B5EF4-FFF2-40B4-BE49-F238E27FC236}">
                <a16:creationId xmlns:a16="http://schemas.microsoft.com/office/drawing/2014/main" id="{CF185607-025D-D694-DF1E-01BAE10FBD2C}"/>
              </a:ext>
            </a:extLst>
          </p:cNvPr>
          <p:cNvSpPr txBox="1"/>
          <p:nvPr/>
        </p:nvSpPr>
        <p:spPr>
          <a:xfrm>
            <a:off x="3669115" y="5010786"/>
            <a:ext cx="85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CE04202-EAD2-0831-9B18-131DC87DE465}"/>
              </a:ext>
            </a:extLst>
          </p:cNvPr>
          <p:cNvSpPr txBox="1"/>
          <p:nvPr/>
        </p:nvSpPr>
        <p:spPr>
          <a:xfrm>
            <a:off x="5469412" y="5010786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out2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3D6A242-E425-B850-8456-08D5B21EB402}"/>
              </a:ext>
            </a:extLst>
          </p:cNvPr>
          <p:cNvSpPr txBox="1"/>
          <p:nvPr/>
        </p:nvSpPr>
        <p:spPr>
          <a:xfrm>
            <a:off x="7233398" y="5010786"/>
            <a:ext cx="7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out3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9" name="表格 68">
            <a:extLst>
              <a:ext uri="{FF2B5EF4-FFF2-40B4-BE49-F238E27FC236}">
                <a16:creationId xmlns:a16="http://schemas.microsoft.com/office/drawing/2014/main" id="{54BA616C-186F-A4E2-7577-E0AE6C01F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696503"/>
              </p:ext>
            </p:extLst>
          </p:nvPr>
        </p:nvGraphicFramePr>
        <p:xfrm>
          <a:off x="3266012" y="5451790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E21F277D-150E-81F0-5D19-9CAF51F9B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146810"/>
              </p:ext>
            </p:extLst>
          </p:nvPr>
        </p:nvGraphicFramePr>
        <p:xfrm>
          <a:off x="6765425" y="5446896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7A7988BA-6720-CED0-80E7-9F0049FB0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284201"/>
              </p:ext>
            </p:extLst>
          </p:nvPr>
        </p:nvGraphicFramePr>
        <p:xfrm>
          <a:off x="5015718" y="5446896"/>
          <a:ext cx="148320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168515908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95303265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141481838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3396236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s3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6524"/>
                  </a:ext>
                </a:extLst>
              </a:tr>
            </a:tbl>
          </a:graphicData>
        </a:graphic>
      </p:graphicFrame>
      <p:sp>
        <p:nvSpPr>
          <p:cNvPr id="73" name="文本框 72">
            <a:extLst>
              <a:ext uri="{FF2B5EF4-FFF2-40B4-BE49-F238E27FC236}">
                <a16:creationId xmlns:a16="http://schemas.microsoft.com/office/drawing/2014/main" id="{C8CBE9E1-A6EC-CA7C-1782-50270A854268}"/>
              </a:ext>
            </a:extLst>
          </p:cNvPr>
          <p:cNvSpPr txBox="1"/>
          <p:nvPr/>
        </p:nvSpPr>
        <p:spPr>
          <a:xfrm>
            <a:off x="1955720" y="5009002"/>
            <a:ext cx="85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00F5FDEF-56E2-90C9-22FF-9D647539618F}"/>
              </a:ext>
            </a:extLst>
          </p:cNvPr>
          <p:cNvCxnSpPr>
            <a:cxnSpLocks/>
          </p:cNvCxnSpPr>
          <p:nvPr/>
        </p:nvCxnSpPr>
        <p:spPr>
          <a:xfrm flipV="1">
            <a:off x="9328859" y="2605552"/>
            <a:ext cx="550987" cy="56592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31AFB18D-18E8-11A9-5EB5-1AE7BB983202}"/>
              </a:ext>
            </a:extLst>
          </p:cNvPr>
          <p:cNvCxnSpPr>
            <a:cxnSpLocks/>
          </p:cNvCxnSpPr>
          <p:nvPr/>
        </p:nvCxnSpPr>
        <p:spPr>
          <a:xfrm flipV="1">
            <a:off x="10685873" y="2622881"/>
            <a:ext cx="550987" cy="56592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B0EB157F-5F30-D9B6-81A3-E3A666D99106}"/>
              </a:ext>
            </a:extLst>
          </p:cNvPr>
          <p:cNvCxnSpPr>
            <a:cxnSpLocks/>
          </p:cNvCxnSpPr>
          <p:nvPr/>
        </p:nvCxnSpPr>
        <p:spPr>
          <a:xfrm flipV="1">
            <a:off x="10714357" y="3963871"/>
            <a:ext cx="550987" cy="56592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D0AC0E81-BD17-C4CC-F6FC-1641E7CB4AEE}"/>
              </a:ext>
            </a:extLst>
          </p:cNvPr>
          <p:cNvSpPr txBox="1"/>
          <p:nvPr/>
        </p:nvSpPr>
        <p:spPr>
          <a:xfrm>
            <a:off x="341630" y="1475370"/>
            <a:ext cx="85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ch0~3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0A6C95C5-906D-6914-7DC9-07A0AB86EE55}"/>
              </a:ext>
            </a:extLst>
          </p:cNvPr>
          <p:cNvSpPr txBox="1"/>
          <p:nvPr/>
        </p:nvSpPr>
        <p:spPr>
          <a:xfrm>
            <a:off x="383260" y="3108923"/>
            <a:ext cx="857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ch4~7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6C4E9C6B-CFC8-BDA3-86A9-64E62BF2129D}"/>
              </a:ext>
            </a:extLst>
          </p:cNvPr>
          <p:cNvSpPr txBox="1"/>
          <p:nvPr/>
        </p:nvSpPr>
        <p:spPr>
          <a:xfrm>
            <a:off x="256071" y="5479182"/>
            <a:ext cx="1126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ch28~31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04140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F64DC-0487-24A5-FC73-196E63488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F4AEDF7-4D3D-4E6C-F4B9-3C65ED105122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C03975A-86AB-DA7C-8FBD-FAB9FAAE0CA2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D911A38-B280-9B04-660D-C8404D44909E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E94D7C-F89C-2222-FA5E-64DA52F84F26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PWConv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3CF10C-7604-9A83-1663-2228561D7D74}"/>
              </a:ext>
            </a:extLst>
          </p:cNvPr>
          <p:cNvSpPr/>
          <p:nvPr/>
        </p:nvSpPr>
        <p:spPr>
          <a:xfrm>
            <a:off x="3567054" y="5289768"/>
            <a:ext cx="6596908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909099-9578-8B19-5272-27E854A4B367}"/>
              </a:ext>
            </a:extLst>
          </p:cNvPr>
          <p:cNvSpPr/>
          <p:nvPr/>
        </p:nvSpPr>
        <p:spPr>
          <a:xfrm>
            <a:off x="3724933" y="540144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8x128bit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502687-C952-7F43-7E5D-B88F1FE86673}"/>
              </a:ext>
            </a:extLst>
          </p:cNvPr>
          <p:cNvSpPr/>
          <p:nvPr/>
        </p:nvSpPr>
        <p:spPr>
          <a:xfrm>
            <a:off x="4903244" y="540144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8x128bit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259A09-B42A-A841-31E5-58727D794814}"/>
              </a:ext>
            </a:extLst>
          </p:cNvPr>
          <p:cNvSpPr/>
          <p:nvPr/>
        </p:nvSpPr>
        <p:spPr>
          <a:xfrm>
            <a:off x="6080644" y="540144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8x128bit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49DB6C-628F-3EE6-3A3B-6D44C0B32929}"/>
              </a:ext>
            </a:extLst>
          </p:cNvPr>
          <p:cNvSpPr/>
          <p:nvPr/>
        </p:nvSpPr>
        <p:spPr>
          <a:xfrm>
            <a:off x="9099553" y="540144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A379FC-A712-6A1A-27A8-2F979771FB50}"/>
              </a:ext>
            </a:extLst>
          </p:cNvPr>
          <p:cNvSpPr txBox="1"/>
          <p:nvPr/>
        </p:nvSpPr>
        <p:spPr>
          <a:xfrm>
            <a:off x="5100060" y="4668718"/>
            <a:ext cx="1639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weight: 1024bit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A6BD24-3F9E-38FE-A4C8-C6593F144D30}"/>
              </a:ext>
            </a:extLst>
          </p:cNvPr>
          <p:cNvSpPr txBox="1"/>
          <p:nvPr/>
        </p:nvSpPr>
        <p:spPr>
          <a:xfrm>
            <a:off x="7504309" y="4668718"/>
            <a:ext cx="1123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Bias: 64bit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9102080-F125-26E0-28AD-117E72825489}"/>
              </a:ext>
            </a:extLst>
          </p:cNvPr>
          <p:cNvCxnSpPr>
            <a:cxnSpLocks/>
            <a:stCxn id="3" idx="0"/>
            <a:endCxn id="85" idx="2"/>
          </p:cNvCxnSpPr>
          <p:nvPr/>
        </p:nvCxnSpPr>
        <p:spPr>
          <a:xfrm flipV="1">
            <a:off x="6865508" y="4354487"/>
            <a:ext cx="0" cy="935281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BB01082-070A-55BF-9389-5818BB9A12B3}"/>
              </a:ext>
            </a:extLst>
          </p:cNvPr>
          <p:cNvSpPr txBox="1"/>
          <p:nvPr/>
        </p:nvSpPr>
        <p:spPr>
          <a:xfrm>
            <a:off x="2014540" y="5471667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36B8663-CCE8-5EEC-3310-B43A06FBC4C7}"/>
              </a:ext>
            </a:extLst>
          </p:cNvPr>
          <p:cNvSpPr txBox="1"/>
          <p:nvPr/>
        </p:nvSpPr>
        <p:spPr>
          <a:xfrm>
            <a:off x="-99162" y="2785652"/>
            <a:ext cx="7834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dwconv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output: 128bit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97BF0CB-F623-7467-CBE9-3EE250F4A67C}"/>
              </a:ext>
            </a:extLst>
          </p:cNvPr>
          <p:cNvSpPr txBox="1"/>
          <p:nvPr/>
        </p:nvSpPr>
        <p:spPr>
          <a:xfrm>
            <a:off x="3803963" y="4550092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128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CDFD184-728A-C514-D812-C7CAFADD4C44}"/>
              </a:ext>
            </a:extLst>
          </p:cNvPr>
          <p:cNvSpPr txBox="1"/>
          <p:nvPr/>
        </p:nvSpPr>
        <p:spPr>
          <a:xfrm>
            <a:off x="8994756" y="4526470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bias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64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9BF805D-5138-C236-A43B-DA6BFB03F866}"/>
              </a:ext>
            </a:extLst>
          </p:cNvPr>
          <p:cNvSpPr/>
          <p:nvPr/>
        </p:nvSpPr>
        <p:spPr>
          <a:xfrm>
            <a:off x="694234" y="2340776"/>
            <a:ext cx="2863149" cy="1631924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11FA8A1-D4B0-654A-CD97-A18BF4E57176}"/>
              </a:ext>
            </a:extLst>
          </p:cNvPr>
          <p:cNvSpPr/>
          <p:nvPr/>
        </p:nvSpPr>
        <p:spPr>
          <a:xfrm>
            <a:off x="1556744" y="2619154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Even buffer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(1024bit)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F8ED5A0-18EC-D67D-B32F-C6AB58BB174B}"/>
              </a:ext>
            </a:extLst>
          </p:cNvPr>
          <p:cNvSpPr/>
          <p:nvPr/>
        </p:nvSpPr>
        <p:spPr>
          <a:xfrm>
            <a:off x="1556744" y="329592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Odd buffer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(1024bit)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流程图: 手动操作 48">
            <a:extLst>
              <a:ext uri="{FF2B5EF4-FFF2-40B4-BE49-F238E27FC236}">
                <a16:creationId xmlns:a16="http://schemas.microsoft.com/office/drawing/2014/main" id="{D5C6ADCA-E09A-D22C-2398-7C64B2D8A8A7}"/>
              </a:ext>
            </a:extLst>
          </p:cNvPr>
          <p:cNvSpPr/>
          <p:nvPr/>
        </p:nvSpPr>
        <p:spPr>
          <a:xfrm rot="5400000">
            <a:off x="576568" y="3010290"/>
            <a:ext cx="1097841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73B99EC-71B5-C2CA-7020-0C4B18313B3D}"/>
              </a:ext>
            </a:extLst>
          </p:cNvPr>
          <p:cNvCxnSpPr>
            <a:cxnSpLocks/>
          </p:cNvCxnSpPr>
          <p:nvPr/>
        </p:nvCxnSpPr>
        <p:spPr>
          <a:xfrm>
            <a:off x="1142852" y="2109712"/>
            <a:ext cx="0" cy="5984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D7B634B3-B352-B49F-F0A2-0B8C4EB13F80}"/>
              </a:ext>
            </a:extLst>
          </p:cNvPr>
          <p:cNvSpPr txBox="1"/>
          <p:nvPr/>
        </p:nvSpPr>
        <p:spPr>
          <a:xfrm>
            <a:off x="949890" y="1772813"/>
            <a:ext cx="783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pos%2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8E72AF3-B38C-F1E1-8ECD-4D817409E9AE}"/>
              </a:ext>
            </a:extLst>
          </p:cNvPr>
          <p:cNvCxnSpPr>
            <a:cxnSpLocks/>
            <a:stCxn id="49" idx="2"/>
            <a:endCxn id="24" idx="3"/>
          </p:cNvCxnSpPr>
          <p:nvPr/>
        </p:nvCxnSpPr>
        <p:spPr>
          <a:xfrm flipH="1" flipV="1">
            <a:off x="684277" y="3154984"/>
            <a:ext cx="294765" cy="17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8CD873A0-F88B-D91F-CB5B-4A4A11185BF1}"/>
              </a:ext>
            </a:extLst>
          </p:cNvPr>
          <p:cNvCxnSpPr>
            <a:cxnSpLocks/>
            <a:stCxn id="47" idx="3"/>
            <a:endCxn id="73" idx="0"/>
          </p:cNvCxnSpPr>
          <p:nvPr/>
        </p:nvCxnSpPr>
        <p:spPr>
          <a:xfrm>
            <a:off x="2681811" y="2819179"/>
            <a:ext cx="479426" cy="348896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CAEA2F2F-9564-3228-A752-A39192C0B8FB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1271936" y="2819179"/>
            <a:ext cx="28480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D4DDA768-AD66-C1E0-9071-80114867502E}"/>
              </a:ext>
            </a:extLst>
          </p:cNvPr>
          <p:cNvCxnSpPr>
            <a:cxnSpLocks/>
            <a:stCxn id="73" idx="2"/>
            <a:endCxn id="85" idx="1"/>
          </p:cNvCxnSpPr>
          <p:nvPr/>
        </p:nvCxnSpPr>
        <p:spPr>
          <a:xfrm>
            <a:off x="3454131" y="3168075"/>
            <a:ext cx="5382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BD8D0D5F-716C-71A3-1461-4F03C325441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1271936" y="3495952"/>
            <a:ext cx="28480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流程图: 手动操作 72">
            <a:extLst>
              <a:ext uri="{FF2B5EF4-FFF2-40B4-BE49-F238E27FC236}">
                <a16:creationId xmlns:a16="http://schemas.microsoft.com/office/drawing/2014/main" id="{9D775143-27A1-841E-F9BC-387C2EC8BD98}"/>
              </a:ext>
            </a:extLst>
          </p:cNvPr>
          <p:cNvSpPr/>
          <p:nvPr/>
        </p:nvSpPr>
        <p:spPr>
          <a:xfrm rot="16200000">
            <a:off x="2758763" y="3021628"/>
            <a:ext cx="1097841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4B876B9B-28DA-D072-BA31-C1C09ACB0831}"/>
              </a:ext>
            </a:extLst>
          </p:cNvPr>
          <p:cNvCxnSpPr>
            <a:cxnSpLocks/>
            <a:stCxn id="48" idx="3"/>
            <a:endCxn id="73" idx="0"/>
          </p:cNvCxnSpPr>
          <p:nvPr/>
        </p:nvCxnSpPr>
        <p:spPr>
          <a:xfrm flipV="1">
            <a:off x="2681811" y="3168075"/>
            <a:ext cx="479426" cy="327877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C533D408-5672-88C6-4734-DF72B7BC2CA6}"/>
              </a:ext>
            </a:extLst>
          </p:cNvPr>
          <p:cNvSpPr/>
          <p:nvPr/>
        </p:nvSpPr>
        <p:spPr>
          <a:xfrm>
            <a:off x="3992430" y="1981662"/>
            <a:ext cx="5746156" cy="237282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8949662-5ABC-5C69-0771-36AB34F092A3}"/>
              </a:ext>
            </a:extLst>
          </p:cNvPr>
          <p:cNvSpPr/>
          <p:nvPr/>
        </p:nvSpPr>
        <p:spPr>
          <a:xfrm>
            <a:off x="4262726" y="2251003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6970A27-EEC6-27F9-C45A-1FB2C2FEAFF9}"/>
              </a:ext>
            </a:extLst>
          </p:cNvPr>
          <p:cNvSpPr/>
          <p:nvPr/>
        </p:nvSpPr>
        <p:spPr>
          <a:xfrm>
            <a:off x="4262725" y="2887365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AC0F513-C852-A276-F1A2-8A6EA205D0F4}"/>
              </a:ext>
            </a:extLst>
          </p:cNvPr>
          <p:cNvSpPr/>
          <p:nvPr/>
        </p:nvSpPr>
        <p:spPr>
          <a:xfrm>
            <a:off x="4262725" y="3476694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bisa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F8E5CA63-420C-4C65-4FC8-A6471318AEED}"/>
              </a:ext>
            </a:extLst>
          </p:cNvPr>
          <p:cNvSpPr/>
          <p:nvPr/>
        </p:nvSpPr>
        <p:spPr>
          <a:xfrm>
            <a:off x="4160070" y="2109712"/>
            <a:ext cx="984169" cy="1823253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65D1507-A4E9-ED4D-A0E7-C6C1DB914AD6}"/>
              </a:ext>
            </a:extLst>
          </p:cNvPr>
          <p:cNvSpPr txBox="1"/>
          <p:nvPr/>
        </p:nvSpPr>
        <p:spPr>
          <a:xfrm>
            <a:off x="4319665" y="4040664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E791742-5E51-F842-3271-40A3BFDD0792}"/>
              </a:ext>
            </a:extLst>
          </p:cNvPr>
          <p:cNvSpPr/>
          <p:nvPr/>
        </p:nvSpPr>
        <p:spPr>
          <a:xfrm>
            <a:off x="5425209" y="2251003"/>
            <a:ext cx="1273812" cy="713626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8x4x4 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x mac per unit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B4FE03D7-8E84-99F7-ACC9-078AC2F28D90}"/>
              </a:ext>
            </a:extLst>
          </p:cNvPr>
          <p:cNvSpPr/>
          <p:nvPr/>
        </p:nvSpPr>
        <p:spPr>
          <a:xfrm>
            <a:off x="5420338" y="3476693"/>
            <a:ext cx="127868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473627B8-F0FB-9C88-813B-A847DCF2AA3C}"/>
              </a:ext>
            </a:extLst>
          </p:cNvPr>
          <p:cNvSpPr/>
          <p:nvPr/>
        </p:nvSpPr>
        <p:spPr>
          <a:xfrm>
            <a:off x="5319541" y="2104701"/>
            <a:ext cx="1519409" cy="1823253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CD3DB1-8D7E-1949-0898-09A182A5A19D}"/>
              </a:ext>
            </a:extLst>
          </p:cNvPr>
          <p:cNvSpPr txBox="1"/>
          <p:nvPr/>
        </p:nvSpPr>
        <p:spPr>
          <a:xfrm>
            <a:off x="5660989" y="4045486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35C421-F80B-7FE4-F418-6FAE93FCFF05}"/>
              </a:ext>
            </a:extLst>
          </p:cNvPr>
          <p:cNvSpPr txBox="1"/>
          <p:nvPr/>
        </p:nvSpPr>
        <p:spPr>
          <a:xfrm>
            <a:off x="5393092" y="2989263"/>
            <a:ext cx="14458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内置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级隐藏流水</a:t>
            </a:r>
            <a:endParaRPr lang="en-US" altLang="zh-CN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E898D8-68C0-9931-452C-656B7333B4C4}"/>
              </a:ext>
            </a:extLst>
          </p:cNvPr>
          <p:cNvSpPr txBox="1"/>
          <p:nvPr/>
        </p:nvSpPr>
        <p:spPr>
          <a:xfrm>
            <a:off x="3313675" y="2862438"/>
            <a:ext cx="758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1024bit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401BE65-732B-F1A6-631D-826EBB282081}"/>
              </a:ext>
            </a:extLst>
          </p:cNvPr>
          <p:cNvSpPr/>
          <p:nvPr/>
        </p:nvSpPr>
        <p:spPr>
          <a:xfrm>
            <a:off x="6947877" y="2104701"/>
            <a:ext cx="1445857" cy="1823253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28898FB-C5F4-2442-19AA-628F4EA1A2EE}"/>
              </a:ext>
            </a:extLst>
          </p:cNvPr>
          <p:cNvSpPr/>
          <p:nvPr/>
        </p:nvSpPr>
        <p:spPr>
          <a:xfrm>
            <a:off x="7012624" y="2251003"/>
            <a:ext cx="1273812" cy="713626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4x4 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add per unit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36804D8-1F15-A408-22DF-77E976F3C46F}"/>
              </a:ext>
            </a:extLst>
          </p:cNvPr>
          <p:cNvSpPr/>
          <p:nvPr/>
        </p:nvSpPr>
        <p:spPr>
          <a:xfrm>
            <a:off x="7065440" y="3476692"/>
            <a:ext cx="1220995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077E05C-0B55-C6BF-FA24-432E953C792E}"/>
              </a:ext>
            </a:extLst>
          </p:cNvPr>
          <p:cNvSpPr txBox="1"/>
          <p:nvPr/>
        </p:nvSpPr>
        <p:spPr>
          <a:xfrm>
            <a:off x="7258518" y="4040663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2DEED66F-C294-A608-5662-8CBFB6436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563" y="1034490"/>
            <a:ext cx="1825103" cy="903546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4C182C16-DAC6-A32D-46F5-0BBE2CB85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440" y="1000805"/>
            <a:ext cx="1882179" cy="968540"/>
          </a:xfrm>
          <a:prstGeom prst="rect">
            <a:avLst/>
          </a:prstGeom>
        </p:spPr>
      </p:pic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7E205FB-5024-2C78-A7E2-73433E5DF849}"/>
              </a:ext>
            </a:extLst>
          </p:cNvPr>
          <p:cNvSpPr/>
          <p:nvPr/>
        </p:nvSpPr>
        <p:spPr>
          <a:xfrm>
            <a:off x="8460109" y="2104699"/>
            <a:ext cx="1088489" cy="1823253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9F4A549-2004-D8D2-38E9-5AAC32F5ACA2}"/>
              </a:ext>
            </a:extLst>
          </p:cNvPr>
          <p:cNvSpPr/>
          <p:nvPr/>
        </p:nvSpPr>
        <p:spPr>
          <a:xfrm>
            <a:off x="8579680" y="2691679"/>
            <a:ext cx="871692" cy="713626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4x4 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 add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5F34C96-50E5-A459-A0FC-6435B6310648}"/>
              </a:ext>
            </a:extLst>
          </p:cNvPr>
          <p:cNvSpPr txBox="1"/>
          <p:nvPr/>
        </p:nvSpPr>
        <p:spPr>
          <a:xfrm>
            <a:off x="8638328" y="4040662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 4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B18D4C2-7FAA-9F02-25F5-3D6B7FFF85DC}"/>
              </a:ext>
            </a:extLst>
          </p:cNvPr>
          <p:cNvCxnSpPr>
            <a:cxnSpLocks/>
            <a:stCxn id="91" idx="3"/>
            <a:endCxn id="27" idx="1"/>
          </p:cNvCxnSpPr>
          <p:nvPr/>
        </p:nvCxnSpPr>
        <p:spPr>
          <a:xfrm>
            <a:off x="6699021" y="2607816"/>
            <a:ext cx="31360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F9C7A754-8DE5-2CCB-B125-A2EF563DF00A}"/>
              </a:ext>
            </a:extLst>
          </p:cNvPr>
          <p:cNvCxnSpPr>
            <a:cxnSpLocks/>
            <a:stCxn id="86" idx="3"/>
            <a:endCxn id="91" idx="1"/>
          </p:cNvCxnSpPr>
          <p:nvPr/>
        </p:nvCxnSpPr>
        <p:spPr>
          <a:xfrm>
            <a:off x="5068689" y="2429410"/>
            <a:ext cx="356520" cy="178406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76B0111E-8A73-5F50-F821-A69CB9FF71C2}"/>
              </a:ext>
            </a:extLst>
          </p:cNvPr>
          <p:cNvCxnSpPr>
            <a:cxnSpLocks/>
            <a:stCxn id="87" idx="3"/>
            <a:endCxn id="91" idx="1"/>
          </p:cNvCxnSpPr>
          <p:nvPr/>
        </p:nvCxnSpPr>
        <p:spPr>
          <a:xfrm flipV="1">
            <a:off x="5068688" y="2607816"/>
            <a:ext cx="356521" cy="457956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19DF48E-8793-9DB3-0B5E-1BA0AF7BE87B}"/>
              </a:ext>
            </a:extLst>
          </p:cNvPr>
          <p:cNvSpPr txBox="1"/>
          <p:nvPr/>
        </p:nvSpPr>
        <p:spPr>
          <a:xfrm>
            <a:off x="4958186" y="2196894"/>
            <a:ext cx="758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1024bit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FDAFEB77-5A1E-1C9F-8A2D-04FE02876076}"/>
              </a:ext>
            </a:extLst>
          </p:cNvPr>
          <p:cNvSpPr txBox="1"/>
          <p:nvPr/>
        </p:nvSpPr>
        <p:spPr>
          <a:xfrm>
            <a:off x="4940912" y="2675440"/>
            <a:ext cx="758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1024bit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66A9010E-0E05-F2BD-3864-48700DFCCFD1}"/>
              </a:ext>
            </a:extLst>
          </p:cNvPr>
          <p:cNvCxnSpPr>
            <a:cxnSpLocks/>
            <a:stCxn id="88" idx="3"/>
            <a:endCxn id="94" idx="1"/>
          </p:cNvCxnSpPr>
          <p:nvPr/>
        </p:nvCxnSpPr>
        <p:spPr>
          <a:xfrm flipV="1">
            <a:off x="5068688" y="3655100"/>
            <a:ext cx="35165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8AD831C1-BB76-0D56-C6C1-9699157E7183}"/>
              </a:ext>
            </a:extLst>
          </p:cNvPr>
          <p:cNvCxnSpPr>
            <a:cxnSpLocks/>
            <a:stCxn id="94" idx="3"/>
            <a:endCxn id="29" idx="1"/>
          </p:cNvCxnSpPr>
          <p:nvPr/>
        </p:nvCxnSpPr>
        <p:spPr>
          <a:xfrm flipV="1">
            <a:off x="6699021" y="3655099"/>
            <a:ext cx="36641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429E630E-8861-A9CE-E2F6-8FCB9D47F59D}"/>
              </a:ext>
            </a:extLst>
          </p:cNvPr>
          <p:cNvSpPr txBox="1"/>
          <p:nvPr/>
        </p:nvSpPr>
        <p:spPr>
          <a:xfrm>
            <a:off x="6624222" y="2157489"/>
            <a:ext cx="55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128x18bit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8DB5859-DE0E-84BF-1B1A-1361346F7792}"/>
              </a:ext>
            </a:extLst>
          </p:cNvPr>
          <p:cNvSpPr txBox="1"/>
          <p:nvPr/>
        </p:nvSpPr>
        <p:spPr>
          <a:xfrm>
            <a:off x="5085498" y="3390654"/>
            <a:ext cx="547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1D6929D-DA7D-CD74-25AB-671071654070}"/>
              </a:ext>
            </a:extLst>
          </p:cNvPr>
          <p:cNvSpPr txBox="1"/>
          <p:nvPr/>
        </p:nvSpPr>
        <p:spPr>
          <a:xfrm>
            <a:off x="6607894" y="3398582"/>
            <a:ext cx="547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AEA01131-8097-374D-75B8-AD9E4CFBDB55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 flipV="1">
            <a:off x="8286435" y="3048492"/>
            <a:ext cx="293245" cy="606607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8642395A-B897-9180-7CB9-DC449C27C778}"/>
              </a:ext>
            </a:extLst>
          </p:cNvPr>
          <p:cNvCxnSpPr>
            <a:cxnSpLocks/>
            <a:stCxn id="27" idx="3"/>
            <a:endCxn id="41" idx="1"/>
          </p:cNvCxnSpPr>
          <p:nvPr/>
        </p:nvCxnSpPr>
        <p:spPr>
          <a:xfrm>
            <a:off x="8286436" y="2607816"/>
            <a:ext cx="293244" cy="440676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F8D79747-6E2D-8672-284D-E579E6341522}"/>
              </a:ext>
            </a:extLst>
          </p:cNvPr>
          <p:cNvSpPr txBox="1"/>
          <p:nvPr/>
        </p:nvSpPr>
        <p:spPr>
          <a:xfrm>
            <a:off x="8270121" y="2324658"/>
            <a:ext cx="770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16x21bit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6D2C918A-8F94-B335-C87D-5D30D83FAA08}"/>
              </a:ext>
            </a:extLst>
          </p:cNvPr>
          <p:cNvSpPr txBox="1"/>
          <p:nvPr/>
        </p:nvSpPr>
        <p:spPr>
          <a:xfrm>
            <a:off x="8352810" y="3577288"/>
            <a:ext cx="547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382171A4-1CB8-5496-2CC6-FAE662EBBDE3}"/>
              </a:ext>
            </a:extLst>
          </p:cNvPr>
          <p:cNvCxnSpPr>
            <a:cxnSpLocks/>
            <a:stCxn id="41" idx="3"/>
            <a:endCxn id="123" idx="1"/>
          </p:cNvCxnSpPr>
          <p:nvPr/>
        </p:nvCxnSpPr>
        <p:spPr>
          <a:xfrm>
            <a:off x="9451372" y="3048492"/>
            <a:ext cx="574446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4C982E49-926A-CD90-3B65-1208EBFACD75}"/>
              </a:ext>
            </a:extLst>
          </p:cNvPr>
          <p:cNvSpPr txBox="1"/>
          <p:nvPr/>
        </p:nvSpPr>
        <p:spPr>
          <a:xfrm>
            <a:off x="9457986" y="2723690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D605F7B-5D36-0AD0-237C-CA3951512F40}"/>
              </a:ext>
            </a:extLst>
          </p:cNvPr>
          <p:cNvSpPr/>
          <p:nvPr/>
        </p:nvSpPr>
        <p:spPr>
          <a:xfrm>
            <a:off x="10025818" y="2370095"/>
            <a:ext cx="1481906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CE997C8-0780-79A6-2B0D-72281453DF13}"/>
              </a:ext>
            </a:extLst>
          </p:cNvPr>
          <p:cNvSpPr/>
          <p:nvPr/>
        </p:nvSpPr>
        <p:spPr>
          <a:xfrm rot="5400000">
            <a:off x="9804471" y="2763051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2D40EA99-C964-6891-AD52-2BB0388FAF1F}"/>
              </a:ext>
            </a:extLst>
          </p:cNvPr>
          <p:cNvSpPr/>
          <p:nvPr/>
        </p:nvSpPr>
        <p:spPr>
          <a:xfrm rot="5400000">
            <a:off x="10604027" y="2762657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128bit</a:t>
            </a:r>
          </a:p>
        </p:txBody>
      </p: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2500B134-7E49-36C5-9174-CD788FD265F9}"/>
              </a:ext>
            </a:extLst>
          </p:cNvPr>
          <p:cNvCxnSpPr>
            <a:cxnSpLocks/>
            <a:stCxn id="124" idx="0"/>
            <a:endCxn id="125" idx="2"/>
          </p:cNvCxnSpPr>
          <p:nvPr/>
        </p:nvCxnSpPr>
        <p:spPr>
          <a:xfrm flipV="1">
            <a:off x="10641004" y="3028170"/>
            <a:ext cx="268531" cy="39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2B72C6BE-F95D-7322-9947-BEDAEE634C7F}"/>
              </a:ext>
            </a:extLst>
          </p:cNvPr>
          <p:cNvCxnSpPr>
            <a:cxnSpLocks/>
            <a:stCxn id="125" idx="0"/>
          </p:cNvCxnSpPr>
          <p:nvPr/>
        </p:nvCxnSpPr>
        <p:spPr>
          <a:xfrm>
            <a:off x="11440560" y="3028170"/>
            <a:ext cx="33569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6CC1FD08-7B10-4F2B-AA2F-75D9EBABC7BE}"/>
              </a:ext>
            </a:extLst>
          </p:cNvPr>
          <p:cNvSpPr txBox="1"/>
          <p:nvPr/>
        </p:nvSpPr>
        <p:spPr>
          <a:xfrm>
            <a:off x="11440560" y="2721205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128bit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C1386845-693E-874C-7F04-55FD795A63D6}"/>
              </a:ext>
            </a:extLst>
          </p:cNvPr>
          <p:cNvSpPr txBox="1"/>
          <p:nvPr/>
        </p:nvSpPr>
        <p:spPr>
          <a:xfrm>
            <a:off x="9387762" y="1458821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1ED9E72B-DF21-5C08-B9F7-940791E68235}"/>
              </a:ext>
            </a:extLst>
          </p:cNvPr>
          <p:cNvSpPr txBox="1"/>
          <p:nvPr/>
        </p:nvSpPr>
        <p:spPr>
          <a:xfrm>
            <a:off x="3693047" y="1617332"/>
            <a:ext cx="1690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756A8E69-AA9E-9B77-7466-ACB3FF8C8C9D}"/>
              </a:ext>
            </a:extLst>
          </p:cNvPr>
          <p:cNvSpPr/>
          <p:nvPr/>
        </p:nvSpPr>
        <p:spPr>
          <a:xfrm>
            <a:off x="7907845" y="5390240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w7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8x128bit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6F29CA19-6052-9F0E-D3B2-132774C0E026}"/>
              </a:ext>
            </a:extLst>
          </p:cNvPr>
          <p:cNvSpPr txBox="1"/>
          <p:nvPr/>
        </p:nvSpPr>
        <p:spPr>
          <a:xfrm>
            <a:off x="7091391" y="5342341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1591820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DE1D2-5B33-E831-AFF6-8C314E979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3DEA48-F8CC-C412-70B3-14B999915B08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EEA4E2-6CAB-12F7-45B4-DDA80FB9F2A2}"/>
              </a:ext>
            </a:extLst>
          </p:cNvPr>
          <p:cNvSpPr/>
          <p:nvPr/>
        </p:nvSpPr>
        <p:spPr>
          <a:xfrm>
            <a:off x="0" y="1952547"/>
            <a:ext cx="4242332" cy="240567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17DDE7-4D70-9C93-647F-5B446FEE4696}"/>
              </a:ext>
            </a:extLst>
          </p:cNvPr>
          <p:cNvSpPr/>
          <p:nvPr/>
        </p:nvSpPr>
        <p:spPr>
          <a:xfrm>
            <a:off x="1341682" y="239416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772CD3-A44A-1E83-88F9-B41D8747F78E}"/>
              </a:ext>
            </a:extLst>
          </p:cNvPr>
          <p:cNvSpPr/>
          <p:nvPr/>
        </p:nvSpPr>
        <p:spPr>
          <a:xfrm rot="5400000">
            <a:off x="3047428" y="2867692"/>
            <a:ext cx="1543051" cy="596002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pos_row_data_bus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(14x80bit)</a:t>
            </a:r>
          </a:p>
        </p:txBody>
      </p:sp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B2646B8A-09AE-0904-E18A-83A3E408A627}"/>
              </a:ext>
            </a:extLst>
          </p:cNvPr>
          <p:cNvSpPr/>
          <p:nvPr/>
        </p:nvSpPr>
        <p:spPr>
          <a:xfrm rot="16200000">
            <a:off x="2291439" y="3019245"/>
            <a:ext cx="1571625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86A312C-D837-11DE-9F70-51A058333B44}"/>
              </a:ext>
            </a:extLst>
          </p:cNvPr>
          <p:cNvCxnSpPr>
            <a:stCxn id="5" idx="2"/>
            <a:endCxn id="3" idx="2"/>
          </p:cNvCxnSpPr>
          <p:nvPr/>
        </p:nvCxnSpPr>
        <p:spPr>
          <a:xfrm>
            <a:off x="3223699" y="3165692"/>
            <a:ext cx="297254" cy="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83DEE60-2F0D-9A8F-43D6-A1B9E4943640}"/>
              </a:ext>
            </a:extLst>
          </p:cNvPr>
          <p:cNvCxnSpPr/>
          <p:nvPr/>
        </p:nvCxnSpPr>
        <p:spPr>
          <a:xfrm flipV="1">
            <a:off x="3372326" y="1651216"/>
            <a:ext cx="0" cy="1443038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0E027112-3677-AD3A-0041-5D0F43C9DAF6}"/>
              </a:ext>
            </a:extLst>
          </p:cNvPr>
          <p:cNvSpPr txBox="1"/>
          <p:nvPr/>
        </p:nvSpPr>
        <p:spPr>
          <a:xfrm>
            <a:off x="2759018" y="1296099"/>
            <a:ext cx="122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14x10x8bit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3EB1E0-52CC-C7F4-9FF9-58D98773ACF3}"/>
              </a:ext>
            </a:extLst>
          </p:cNvPr>
          <p:cNvSpPr/>
          <p:nvPr/>
        </p:nvSpPr>
        <p:spPr>
          <a:xfrm>
            <a:off x="1344948" y="3485562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prefetched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(2x10x8bit)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01DF4C6-66E2-B9A1-C0D5-B54865628F0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466749" y="2594192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599DDEE-1449-D227-40B2-A2DCAEAB33AB}"/>
              </a:ext>
            </a:extLst>
          </p:cNvPr>
          <p:cNvCxnSpPr>
            <a:cxnSpLocks/>
          </p:cNvCxnSpPr>
          <p:nvPr/>
        </p:nvCxnSpPr>
        <p:spPr>
          <a:xfrm>
            <a:off x="2470017" y="3695954"/>
            <a:ext cx="464054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D674591-A2BA-9648-C366-F67460B5A01E}"/>
              </a:ext>
            </a:extLst>
          </p:cNvPr>
          <p:cNvSpPr txBox="1"/>
          <p:nvPr/>
        </p:nvSpPr>
        <p:spPr>
          <a:xfrm>
            <a:off x="2001558" y="2087785"/>
            <a:ext cx="122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(14/12)x10x8bit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5CCB72-443E-09B2-69C0-996C44670732}"/>
              </a:ext>
            </a:extLst>
          </p:cNvPr>
          <p:cNvSpPr/>
          <p:nvPr/>
        </p:nvSpPr>
        <p:spPr>
          <a:xfrm>
            <a:off x="199307" y="2969677"/>
            <a:ext cx="890814" cy="414976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(30x80bit)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3E63F2F6-1FEA-92D5-B3D0-A349F548E62B}"/>
              </a:ext>
            </a:extLst>
          </p:cNvPr>
          <p:cNvCxnSpPr>
            <a:cxnSpLocks/>
            <a:stCxn id="28" idx="3"/>
            <a:endCxn id="14" idx="1"/>
          </p:cNvCxnSpPr>
          <p:nvPr/>
        </p:nvCxnSpPr>
        <p:spPr>
          <a:xfrm>
            <a:off x="1090121" y="3177165"/>
            <a:ext cx="254827" cy="508422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5A906DA-15F9-E16E-620A-F3D1C2D03CE3}"/>
              </a:ext>
            </a:extLst>
          </p:cNvPr>
          <p:cNvSpPr txBox="1"/>
          <p:nvPr/>
        </p:nvSpPr>
        <p:spPr>
          <a:xfrm>
            <a:off x="1217940" y="3122257"/>
            <a:ext cx="941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1x10x8bit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D434D40-9EFC-3F01-C704-967045B1F2FC}"/>
              </a:ext>
            </a:extLst>
          </p:cNvPr>
          <p:cNvSpPr/>
          <p:nvPr/>
        </p:nvSpPr>
        <p:spPr>
          <a:xfrm>
            <a:off x="2759018" y="5992227"/>
            <a:ext cx="7842250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DA8DCA9-A25D-3C65-BDEC-FC373687D1A7}"/>
              </a:ext>
            </a:extLst>
          </p:cNvPr>
          <p:cNvSpPr/>
          <p:nvPr/>
        </p:nvSpPr>
        <p:spPr>
          <a:xfrm>
            <a:off x="2980091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DE903C9-778E-27BF-5E7E-AA2902843660}"/>
              </a:ext>
            </a:extLst>
          </p:cNvPr>
          <p:cNvSpPr/>
          <p:nvPr/>
        </p:nvSpPr>
        <p:spPr>
          <a:xfrm>
            <a:off x="4013197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A4C442C-DFF4-CD81-0221-3E295D541126}"/>
              </a:ext>
            </a:extLst>
          </p:cNvPr>
          <p:cNvSpPr/>
          <p:nvPr/>
        </p:nvSpPr>
        <p:spPr>
          <a:xfrm>
            <a:off x="5066312" y="6098914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4623357-B1DE-0DB0-07AF-DB4A2BA29022}"/>
              </a:ext>
            </a:extLst>
          </p:cNvPr>
          <p:cNvSpPr/>
          <p:nvPr/>
        </p:nvSpPr>
        <p:spPr>
          <a:xfrm>
            <a:off x="9539588" y="6119392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34425CF-1D56-3648-176A-4FE9A52525AA}"/>
              </a:ext>
            </a:extLst>
          </p:cNvPr>
          <p:cNvSpPr/>
          <p:nvPr/>
        </p:nvSpPr>
        <p:spPr>
          <a:xfrm>
            <a:off x="8299760" y="6119392"/>
            <a:ext cx="1072283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B4E29AB-4702-EE32-07ED-C80473ED5FF1}"/>
              </a:ext>
            </a:extLst>
          </p:cNvPr>
          <p:cNvSpPr/>
          <p:nvPr/>
        </p:nvSpPr>
        <p:spPr>
          <a:xfrm>
            <a:off x="7012363" y="6120492"/>
            <a:ext cx="1085706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w9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8x224bit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C388BE2-50D3-AACE-44D2-0BB286E6A718}"/>
              </a:ext>
            </a:extLst>
          </p:cNvPr>
          <p:cNvSpPr txBox="1"/>
          <p:nvPr/>
        </p:nvSpPr>
        <p:spPr>
          <a:xfrm>
            <a:off x="6213539" y="6051015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3F1D7FA-0435-AF19-2705-4EBBCB37D3A8}"/>
              </a:ext>
            </a:extLst>
          </p:cNvPr>
          <p:cNvCxnSpPr>
            <a:cxnSpLocks/>
          </p:cNvCxnSpPr>
          <p:nvPr/>
        </p:nvCxnSpPr>
        <p:spPr>
          <a:xfrm flipV="1">
            <a:off x="5290037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F467232F-2444-1A64-6FC1-61F97FBB1581}"/>
              </a:ext>
            </a:extLst>
          </p:cNvPr>
          <p:cNvSpPr txBox="1"/>
          <p:nvPr/>
        </p:nvSpPr>
        <p:spPr>
          <a:xfrm>
            <a:off x="4300088" y="5483929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2464bit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9A7A8938-AD8D-BB81-84AF-11D26825BF75}"/>
              </a:ext>
            </a:extLst>
          </p:cNvPr>
          <p:cNvCxnSpPr>
            <a:cxnSpLocks/>
          </p:cNvCxnSpPr>
          <p:nvPr/>
        </p:nvCxnSpPr>
        <p:spPr>
          <a:xfrm flipV="1">
            <a:off x="8384490" y="5225823"/>
            <a:ext cx="0" cy="7664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5CF1B439-5112-30BB-9B88-F0E00147960C}"/>
              </a:ext>
            </a:extLst>
          </p:cNvPr>
          <p:cNvSpPr txBox="1"/>
          <p:nvPr/>
        </p:nvSpPr>
        <p:spPr>
          <a:xfrm>
            <a:off x="7719403" y="5539334"/>
            <a:ext cx="931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AE7CF30B-3262-1206-4D27-29D510352F59}"/>
              </a:ext>
            </a:extLst>
          </p:cNvPr>
          <p:cNvCxnSpPr>
            <a:cxnSpLocks/>
          </p:cNvCxnSpPr>
          <p:nvPr/>
        </p:nvCxnSpPr>
        <p:spPr>
          <a:xfrm>
            <a:off x="5290037" y="5236752"/>
            <a:ext cx="3094453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BEFE45AA-54AC-1597-5150-C574CFAF6F85}"/>
              </a:ext>
            </a:extLst>
          </p:cNvPr>
          <p:cNvSpPr/>
          <p:nvPr/>
        </p:nvSpPr>
        <p:spPr>
          <a:xfrm>
            <a:off x="5095132" y="1575114"/>
            <a:ext cx="3950677" cy="316042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E5D7C12-94C2-E7D4-9BCF-529AAB20B6A5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0076162-46D5-FE33-02B5-7DFB40E9B8A1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534D76A3-A49C-F664-E451-3E55EFAFC0F8}"/>
              </a:ext>
            </a:extLst>
          </p:cNvPr>
          <p:cNvCxnSpPr>
            <a:cxnSpLocks/>
          </p:cNvCxnSpPr>
          <p:nvPr/>
        </p:nvCxnSpPr>
        <p:spPr>
          <a:xfrm flipV="1">
            <a:off x="6828431" y="4735536"/>
            <a:ext cx="0" cy="479977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2024A6A8-363D-8F38-1F16-D2E10933F9D9}"/>
              </a:ext>
            </a:extLst>
          </p:cNvPr>
          <p:cNvCxnSpPr>
            <a:cxnSpLocks/>
            <a:stCxn id="58" idx="3"/>
            <a:endCxn id="201" idx="1"/>
          </p:cNvCxnSpPr>
          <p:nvPr/>
        </p:nvCxnSpPr>
        <p:spPr>
          <a:xfrm flipV="1">
            <a:off x="8735613" y="3184197"/>
            <a:ext cx="912832" cy="828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3A5E286E-8855-00EF-B3ED-93D2B1159E21}"/>
              </a:ext>
            </a:extLst>
          </p:cNvPr>
          <p:cNvSpPr txBox="1"/>
          <p:nvPr/>
        </p:nvSpPr>
        <p:spPr>
          <a:xfrm>
            <a:off x="8929087" y="2798222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2048bit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EFCF606D-16DC-BA13-2E02-ED2DEF10D8EB}"/>
              </a:ext>
            </a:extLst>
          </p:cNvPr>
          <p:cNvSpPr/>
          <p:nvPr/>
        </p:nvSpPr>
        <p:spPr>
          <a:xfrm>
            <a:off x="9648445" y="2505800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1F65ADD1-013D-69CF-DA8E-14ABC754F466}"/>
              </a:ext>
            </a:extLst>
          </p:cNvPr>
          <p:cNvSpPr/>
          <p:nvPr/>
        </p:nvSpPr>
        <p:spPr>
          <a:xfrm rot="5400000">
            <a:off x="9437865" y="293199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2048bit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D9A215EE-6630-88E9-730B-8B1376A9EF1C}"/>
              </a:ext>
            </a:extLst>
          </p:cNvPr>
          <p:cNvSpPr/>
          <p:nvPr/>
        </p:nvSpPr>
        <p:spPr>
          <a:xfrm rot="5400000">
            <a:off x="10313882" y="2930948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05071614-8DBD-0942-B68A-519C633BAB4B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10274398" y="3196461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B044B402-2B79-31A6-684C-DAE908AB77DE}"/>
              </a:ext>
            </a:extLst>
          </p:cNvPr>
          <p:cNvCxnSpPr>
            <a:cxnSpLocks/>
          </p:cNvCxnSpPr>
          <p:nvPr/>
        </p:nvCxnSpPr>
        <p:spPr>
          <a:xfrm>
            <a:off x="11134736" y="3202425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68BA788E-F4F9-ED21-7659-C5A6D30E8A64}"/>
              </a:ext>
            </a:extLst>
          </p:cNvPr>
          <p:cNvSpPr txBox="1"/>
          <p:nvPr/>
        </p:nvSpPr>
        <p:spPr>
          <a:xfrm>
            <a:off x="11238342" y="2908054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9FBE46E9-2627-3F33-2FD9-9D02B7F02F82}"/>
              </a:ext>
            </a:extLst>
          </p:cNvPr>
          <p:cNvSpPr txBox="1"/>
          <p:nvPr/>
        </p:nvSpPr>
        <p:spPr>
          <a:xfrm>
            <a:off x="1427577" y="4403253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Buffer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1D41CFAC-F598-6951-30BD-F9E31935C8F6}"/>
              </a:ext>
            </a:extLst>
          </p:cNvPr>
          <p:cNvSpPr txBox="1"/>
          <p:nvPr/>
        </p:nvSpPr>
        <p:spPr>
          <a:xfrm>
            <a:off x="1285014" y="6157368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85727899-C6CF-9F13-E113-7F7538ACCBBA}"/>
              </a:ext>
            </a:extLst>
          </p:cNvPr>
          <p:cNvSpPr txBox="1"/>
          <p:nvPr/>
        </p:nvSpPr>
        <p:spPr>
          <a:xfrm>
            <a:off x="6020588" y="947041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6097D8D3-636B-C053-B810-79014B0A9AD3}"/>
              </a:ext>
            </a:extLst>
          </p:cNvPr>
          <p:cNvSpPr txBox="1"/>
          <p:nvPr/>
        </p:nvSpPr>
        <p:spPr>
          <a:xfrm>
            <a:off x="9137954" y="1844779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8B7074-2A63-C038-8711-BA83753A9801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Conv v2.5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3C36A2-8E5F-5974-4102-4A3C49942EED}"/>
              </a:ext>
            </a:extLst>
          </p:cNvPr>
          <p:cNvSpPr/>
          <p:nvPr/>
        </p:nvSpPr>
        <p:spPr>
          <a:xfrm>
            <a:off x="5430659" y="3885612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BBFC957-1056-264C-407D-C5C9CBCCFF44}"/>
              </a:ext>
            </a:extLst>
          </p:cNvPr>
          <p:cNvSpPr txBox="1"/>
          <p:nvPr/>
        </p:nvSpPr>
        <p:spPr>
          <a:xfrm>
            <a:off x="4178413" y="2814480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1120bit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BAC21D7-2ED4-4508-4FE2-BE87746F52D2}"/>
              </a:ext>
            </a:extLst>
          </p:cNvPr>
          <p:cNvSpPr/>
          <p:nvPr/>
        </p:nvSpPr>
        <p:spPr>
          <a:xfrm>
            <a:off x="5309900" y="3646199"/>
            <a:ext cx="1042518" cy="755587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8E91BA-7728-5940-8D3B-0C58A526D895}"/>
              </a:ext>
            </a:extLst>
          </p:cNvPr>
          <p:cNvSpPr/>
          <p:nvPr/>
        </p:nvSpPr>
        <p:spPr>
          <a:xfrm>
            <a:off x="6519050" y="3644456"/>
            <a:ext cx="1119493" cy="75732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F32909-FB11-B17C-4E80-356F2E7147BC}"/>
              </a:ext>
            </a:extLst>
          </p:cNvPr>
          <p:cNvSpPr/>
          <p:nvPr/>
        </p:nvSpPr>
        <p:spPr>
          <a:xfrm>
            <a:off x="5580034" y="2256389"/>
            <a:ext cx="1956425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window per unit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7F7ABE6-130B-9027-1435-56935E538B3A}"/>
              </a:ext>
            </a:extLst>
          </p:cNvPr>
          <p:cNvSpPr/>
          <p:nvPr/>
        </p:nvSpPr>
        <p:spPr>
          <a:xfrm>
            <a:off x="6701554" y="3885612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2EA8E7B-9B3A-954E-F068-ADD86B37F51F}"/>
              </a:ext>
            </a:extLst>
          </p:cNvPr>
          <p:cNvCxnSpPr>
            <a:cxnSpLocks/>
            <a:stCxn id="15" idx="3"/>
            <a:endCxn id="46" idx="1"/>
          </p:cNvCxnSpPr>
          <p:nvPr/>
        </p:nvCxnSpPr>
        <p:spPr>
          <a:xfrm>
            <a:off x="6236622" y="4064019"/>
            <a:ext cx="46493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8BCEA626-C45F-7B8C-5BD6-71B3D2E2029E}"/>
              </a:ext>
            </a:extLst>
          </p:cNvPr>
          <p:cNvSpPr txBox="1"/>
          <p:nvPr/>
        </p:nvSpPr>
        <p:spPr>
          <a:xfrm>
            <a:off x="6185230" y="3735887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B2C864A-5D7F-599F-0780-9172C623F3B7}"/>
              </a:ext>
            </a:extLst>
          </p:cNvPr>
          <p:cNvSpPr txBox="1"/>
          <p:nvPr/>
        </p:nvSpPr>
        <p:spPr>
          <a:xfrm>
            <a:off x="5479395" y="443255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5BA26B0-4BB5-0942-7381-8600D6CA0F6B}"/>
              </a:ext>
            </a:extLst>
          </p:cNvPr>
          <p:cNvSpPr txBox="1"/>
          <p:nvPr/>
        </p:nvSpPr>
        <p:spPr>
          <a:xfrm>
            <a:off x="6755268" y="4424236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27EC3F5-8935-8016-9513-5CDAA799FFB4}"/>
              </a:ext>
            </a:extLst>
          </p:cNvPr>
          <p:cNvSpPr/>
          <p:nvPr/>
        </p:nvSpPr>
        <p:spPr>
          <a:xfrm>
            <a:off x="7801548" y="1959579"/>
            <a:ext cx="1042518" cy="2449239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CE6F00B-5CC8-CC66-6996-8A2FE57A3A68}"/>
              </a:ext>
            </a:extLst>
          </p:cNvPr>
          <p:cNvSpPr/>
          <p:nvPr/>
        </p:nvSpPr>
        <p:spPr>
          <a:xfrm>
            <a:off x="7910001" y="2522360"/>
            <a:ext cx="825612" cy="1340234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 unit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 sum + 1 bias per unit</a:t>
            </a: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stage)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FCF40288-CA76-59CB-C62D-FD157AC20BF8}"/>
              </a:ext>
            </a:extLst>
          </p:cNvPr>
          <p:cNvCxnSpPr>
            <a:cxnSpLocks/>
            <a:stCxn id="30" idx="3"/>
            <a:endCxn id="58" idx="1"/>
          </p:cNvCxnSpPr>
          <p:nvPr/>
        </p:nvCxnSpPr>
        <p:spPr>
          <a:xfrm>
            <a:off x="7536459" y="2615545"/>
            <a:ext cx="373542" cy="576932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2A607E85-046F-DB30-AE0D-023CC392AAD2}"/>
              </a:ext>
            </a:extLst>
          </p:cNvPr>
          <p:cNvCxnSpPr>
            <a:cxnSpLocks/>
            <a:stCxn id="46" idx="3"/>
            <a:endCxn id="58" idx="1"/>
          </p:cNvCxnSpPr>
          <p:nvPr/>
        </p:nvCxnSpPr>
        <p:spPr>
          <a:xfrm flipV="1">
            <a:off x="7499471" y="3192477"/>
            <a:ext cx="410530" cy="871542"/>
          </a:xfrm>
          <a:prstGeom prst="bentConnector3">
            <a:avLst>
              <a:gd name="adj1" fmla="val 50000"/>
            </a:avLst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0455632A-D4D7-F802-7751-0CBE8B40DAF9}"/>
              </a:ext>
            </a:extLst>
          </p:cNvPr>
          <p:cNvSpPr txBox="1"/>
          <p:nvPr/>
        </p:nvSpPr>
        <p:spPr>
          <a:xfrm>
            <a:off x="7568987" y="2249265"/>
            <a:ext cx="8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11x1216bit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6968672-E1E7-03B9-0336-6B7F0E0D6A3B}"/>
              </a:ext>
            </a:extLst>
          </p:cNvPr>
          <p:cNvSpPr txBox="1"/>
          <p:nvPr/>
        </p:nvSpPr>
        <p:spPr>
          <a:xfrm>
            <a:off x="7450632" y="3779050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291D40B-19F0-6328-0E9F-209D2378BBFB}"/>
              </a:ext>
            </a:extLst>
          </p:cNvPr>
          <p:cNvSpPr txBox="1"/>
          <p:nvPr/>
        </p:nvSpPr>
        <p:spPr>
          <a:xfrm>
            <a:off x="7865741" y="4439201"/>
            <a:ext cx="97832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3,</a:t>
            </a:r>
            <a:r>
              <a:rPr lang="zh-CN" altLang="en-US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D3CA4B8-5958-C1B3-58A3-E01D9902E6B6}"/>
              </a:ext>
            </a:extLst>
          </p:cNvPr>
          <p:cNvSpPr/>
          <p:nvPr/>
        </p:nvSpPr>
        <p:spPr>
          <a:xfrm>
            <a:off x="5411853" y="2008244"/>
            <a:ext cx="2226690" cy="1121894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A42EDE-B1F9-F1A3-8BF6-A48775AC1A70}"/>
              </a:ext>
            </a:extLst>
          </p:cNvPr>
          <p:cNvSpPr txBox="1"/>
          <p:nvPr/>
        </p:nvSpPr>
        <p:spPr>
          <a:xfrm>
            <a:off x="6017692" y="1985170"/>
            <a:ext cx="979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A6E38564-81D3-182A-4837-6E941243738C}"/>
              </a:ext>
            </a:extLst>
          </p:cNvPr>
          <p:cNvCxnSpPr>
            <a:cxnSpLocks/>
            <a:stCxn id="4" idx="3"/>
            <a:endCxn id="30" idx="1"/>
          </p:cNvCxnSpPr>
          <p:nvPr/>
        </p:nvCxnSpPr>
        <p:spPr>
          <a:xfrm flipV="1">
            <a:off x="4242332" y="2615545"/>
            <a:ext cx="1337702" cy="539837"/>
          </a:xfrm>
          <a:prstGeom prst="bentConnector3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8344138-B4A8-1200-3879-0AF9405A9855}"/>
              </a:ext>
            </a:extLst>
          </p:cNvPr>
          <p:cNvSpPr txBox="1"/>
          <p:nvPr/>
        </p:nvSpPr>
        <p:spPr>
          <a:xfrm>
            <a:off x="2688224" y="5192569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224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B06027-51C1-80BA-ADB9-C0AA2467F6A1}"/>
              </a:ext>
            </a:extLst>
          </p:cNvPr>
          <p:cNvSpPr txBox="1"/>
          <p:nvPr/>
        </p:nvSpPr>
        <p:spPr>
          <a:xfrm>
            <a:off x="9221073" y="5253563"/>
            <a:ext cx="14287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bias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64</a:t>
            </a:r>
          </a:p>
        </p:txBody>
      </p:sp>
    </p:spTree>
    <p:extLst>
      <p:ext uri="{BB962C8B-B14F-4D97-AF65-F5344CB8AC3E}">
        <p14:creationId xmlns:p14="http://schemas.microsoft.com/office/powerpoint/2010/main" val="7589922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8DFA-C00D-04D0-C1A4-B72D16A69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4859335-6483-4A94-2CB9-699CB098FA2B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54EDDC2-F381-0BD4-3013-B233E3F7BA8D}"/>
              </a:ext>
            </a:extLst>
          </p:cNvPr>
          <p:cNvSpPr/>
          <p:nvPr/>
        </p:nvSpPr>
        <p:spPr>
          <a:xfrm>
            <a:off x="3164999" y="5659424"/>
            <a:ext cx="4952146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BBC5718-48E0-B15A-66A7-C6E7279DEF6E}"/>
              </a:ext>
            </a:extLst>
          </p:cNvPr>
          <p:cNvSpPr/>
          <p:nvPr/>
        </p:nvSpPr>
        <p:spPr>
          <a:xfrm>
            <a:off x="3386072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8x96bit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6455A45-4F49-F08E-4861-015D56FB2E89}"/>
              </a:ext>
            </a:extLst>
          </p:cNvPr>
          <p:cNvSpPr/>
          <p:nvPr/>
        </p:nvSpPr>
        <p:spPr>
          <a:xfrm>
            <a:off x="4564383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8x96bit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1013D32-C31B-9D37-BBB1-0CBC5DAE9DCF}"/>
              </a:ext>
            </a:extLst>
          </p:cNvPr>
          <p:cNvSpPr/>
          <p:nvPr/>
        </p:nvSpPr>
        <p:spPr>
          <a:xfrm>
            <a:off x="5741783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8x96bit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924087F-7BED-40A2-609B-6A3E53252370}"/>
              </a:ext>
            </a:extLst>
          </p:cNvPr>
          <p:cNvSpPr/>
          <p:nvPr/>
        </p:nvSpPr>
        <p:spPr>
          <a:xfrm>
            <a:off x="6919183" y="576611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BE6CEAC-93AF-AFFC-0241-5A56CA5D9CB7}"/>
              </a:ext>
            </a:extLst>
          </p:cNvPr>
          <p:cNvSpPr txBox="1"/>
          <p:nvPr/>
        </p:nvSpPr>
        <p:spPr>
          <a:xfrm>
            <a:off x="3665734" y="5038374"/>
            <a:ext cx="1516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weight: 288bit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D81F018-0CC6-A78E-CB96-2888C9F41FA6}"/>
              </a:ext>
            </a:extLst>
          </p:cNvPr>
          <p:cNvSpPr txBox="1"/>
          <p:nvPr/>
        </p:nvSpPr>
        <p:spPr>
          <a:xfrm>
            <a:off x="6069983" y="5038374"/>
            <a:ext cx="1123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Bias: 64bit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F9BBAFC-00F6-323F-5263-3364BEDFACD1}"/>
              </a:ext>
            </a:extLst>
          </p:cNvPr>
          <p:cNvSpPr/>
          <p:nvPr/>
        </p:nvSpPr>
        <p:spPr>
          <a:xfrm>
            <a:off x="3121213" y="2383053"/>
            <a:ext cx="5052685" cy="237282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8F6A3F2-54D9-53BE-0F5E-A21559B73340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DCF4BC7-BEC2-6771-0AF5-414E06E9E2CB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5624793F-4242-2126-69E3-E5F1D3EF6BB0}"/>
              </a:ext>
            </a:extLst>
          </p:cNvPr>
          <p:cNvCxnSpPr>
            <a:cxnSpLocks/>
            <a:stCxn id="43" idx="0"/>
            <a:endCxn id="78" idx="2"/>
          </p:cNvCxnSpPr>
          <p:nvPr/>
        </p:nvCxnSpPr>
        <p:spPr>
          <a:xfrm flipV="1">
            <a:off x="5641072" y="4755878"/>
            <a:ext cx="6484" cy="903546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47C0BEC8-D71D-2939-F2A1-09E82315735A}"/>
              </a:ext>
            </a:extLst>
          </p:cNvPr>
          <p:cNvCxnSpPr>
            <a:cxnSpLocks/>
            <a:stCxn id="78" idx="3"/>
            <a:endCxn id="201" idx="1"/>
          </p:cNvCxnSpPr>
          <p:nvPr/>
        </p:nvCxnSpPr>
        <p:spPr>
          <a:xfrm flipV="1">
            <a:off x="8173898" y="3561368"/>
            <a:ext cx="850983" cy="8098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文本框 199">
            <a:extLst>
              <a:ext uri="{FF2B5EF4-FFF2-40B4-BE49-F238E27FC236}">
                <a16:creationId xmlns:a16="http://schemas.microsoft.com/office/drawing/2014/main" id="{B27A6B46-994D-E8D0-64B8-F0C21AC56B7C}"/>
              </a:ext>
            </a:extLst>
          </p:cNvPr>
          <p:cNvSpPr txBox="1"/>
          <p:nvPr/>
        </p:nvSpPr>
        <p:spPr>
          <a:xfrm>
            <a:off x="8305523" y="3175393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BA42EEA2-79F8-685C-20FB-F3EC94FA718B}"/>
              </a:ext>
            </a:extLst>
          </p:cNvPr>
          <p:cNvSpPr/>
          <p:nvPr/>
        </p:nvSpPr>
        <p:spPr>
          <a:xfrm>
            <a:off x="9024881" y="2882971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BCE0B5AA-E075-C447-8A12-9E76BA50EBA6}"/>
              </a:ext>
            </a:extLst>
          </p:cNvPr>
          <p:cNvSpPr/>
          <p:nvPr/>
        </p:nvSpPr>
        <p:spPr>
          <a:xfrm rot="5400000">
            <a:off x="8814301" y="3309169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90866A38-5899-575B-B7FE-B3786F61F801}"/>
              </a:ext>
            </a:extLst>
          </p:cNvPr>
          <p:cNvSpPr/>
          <p:nvPr/>
        </p:nvSpPr>
        <p:spPr>
          <a:xfrm rot="5400000">
            <a:off x="9690318" y="3308119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128bit</a:t>
            </a: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66988094-3432-416D-C031-30FE2C378D2B}"/>
              </a:ext>
            </a:extLst>
          </p:cNvPr>
          <p:cNvCxnSpPr>
            <a:cxnSpLocks/>
            <a:stCxn id="203" idx="0"/>
            <a:endCxn id="204" idx="2"/>
          </p:cNvCxnSpPr>
          <p:nvPr/>
        </p:nvCxnSpPr>
        <p:spPr>
          <a:xfrm flipV="1">
            <a:off x="9650834" y="3573632"/>
            <a:ext cx="344992" cy="105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A63B54F4-F000-7DFE-E2E3-F3021192ECA8}"/>
              </a:ext>
            </a:extLst>
          </p:cNvPr>
          <p:cNvCxnSpPr>
            <a:cxnSpLocks/>
          </p:cNvCxnSpPr>
          <p:nvPr/>
        </p:nvCxnSpPr>
        <p:spPr>
          <a:xfrm>
            <a:off x="10511172" y="3579596"/>
            <a:ext cx="47268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83599564-CB16-DEA3-DBF8-8D696E917BB2}"/>
              </a:ext>
            </a:extLst>
          </p:cNvPr>
          <p:cNvSpPr txBox="1"/>
          <p:nvPr/>
        </p:nvSpPr>
        <p:spPr>
          <a:xfrm>
            <a:off x="10614778" y="3285225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128bit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F1518050-BC95-F863-7730-1B5749D14AF5}"/>
              </a:ext>
            </a:extLst>
          </p:cNvPr>
          <p:cNvSpPr txBox="1"/>
          <p:nvPr/>
        </p:nvSpPr>
        <p:spPr>
          <a:xfrm>
            <a:off x="1690995" y="5824565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0343A2A1-D5BF-248E-9D6D-71AE5F230EEA}"/>
              </a:ext>
            </a:extLst>
          </p:cNvPr>
          <p:cNvSpPr txBox="1"/>
          <p:nvPr/>
        </p:nvSpPr>
        <p:spPr>
          <a:xfrm>
            <a:off x="4837792" y="1738862"/>
            <a:ext cx="169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stage)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313A0D3C-F409-1E55-432E-B6F2668F532A}"/>
              </a:ext>
            </a:extLst>
          </p:cNvPr>
          <p:cNvSpPr txBox="1"/>
          <p:nvPr/>
        </p:nvSpPr>
        <p:spPr>
          <a:xfrm>
            <a:off x="8514390" y="2221950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5D6798-AFC7-B65C-31CC-3359CECF1710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DWConv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994C562-73A1-59C1-AB2F-BE98177CB9D0}"/>
              </a:ext>
            </a:extLst>
          </p:cNvPr>
          <p:cNvSpPr txBox="1"/>
          <p:nvPr/>
        </p:nvSpPr>
        <p:spPr>
          <a:xfrm>
            <a:off x="578070" y="3513792"/>
            <a:ext cx="1734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conv output: 512bit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B81C014-158E-A7B8-B598-E26967BE02B8}"/>
              </a:ext>
            </a:extLst>
          </p:cNvPr>
          <p:cNvSpPr/>
          <p:nvPr/>
        </p:nvSpPr>
        <p:spPr>
          <a:xfrm>
            <a:off x="3636065" y="2691715"/>
            <a:ext cx="1956425" cy="718311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window per unit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B65AF2F-BC85-8958-86F3-9D2ABAB76926}"/>
              </a:ext>
            </a:extLst>
          </p:cNvPr>
          <p:cNvSpPr txBox="1"/>
          <p:nvPr/>
        </p:nvSpPr>
        <p:spPr>
          <a:xfrm>
            <a:off x="4110328" y="2393349"/>
            <a:ext cx="979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  <a:r>
              <a:rPr lang="zh-CN" altLang="en-US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EBC70645-607F-5D17-D4F2-5F90C952DD96}"/>
              </a:ext>
            </a:extLst>
          </p:cNvPr>
          <p:cNvSpPr/>
          <p:nvPr/>
        </p:nvSpPr>
        <p:spPr>
          <a:xfrm>
            <a:off x="3501474" y="2418483"/>
            <a:ext cx="2226690" cy="1121894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9C1D8FB-301B-C3E0-C3B2-FCE018E428C0}"/>
              </a:ext>
            </a:extLst>
          </p:cNvPr>
          <p:cNvSpPr/>
          <p:nvPr/>
        </p:nvSpPr>
        <p:spPr>
          <a:xfrm>
            <a:off x="3622233" y="3931935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754C5DE3-69E2-843F-24B3-CADDDD86349C}"/>
              </a:ext>
            </a:extLst>
          </p:cNvPr>
          <p:cNvSpPr/>
          <p:nvPr/>
        </p:nvSpPr>
        <p:spPr>
          <a:xfrm>
            <a:off x="3501474" y="3692522"/>
            <a:ext cx="1042518" cy="755587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B6545ED-B0F2-2B86-5B8D-C28441D2ECE9}"/>
              </a:ext>
            </a:extLst>
          </p:cNvPr>
          <p:cNvSpPr txBox="1"/>
          <p:nvPr/>
        </p:nvSpPr>
        <p:spPr>
          <a:xfrm>
            <a:off x="3670969" y="4478879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F15F6D0F-3A57-6BFF-EAD4-A0D189618B66}"/>
              </a:ext>
            </a:extLst>
          </p:cNvPr>
          <p:cNvSpPr/>
          <p:nvPr/>
        </p:nvSpPr>
        <p:spPr>
          <a:xfrm>
            <a:off x="4622290" y="3688028"/>
            <a:ext cx="1119493" cy="757329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B9C7B487-0318-B556-9794-753D0B6C1037}"/>
              </a:ext>
            </a:extLst>
          </p:cNvPr>
          <p:cNvSpPr/>
          <p:nvPr/>
        </p:nvSpPr>
        <p:spPr>
          <a:xfrm>
            <a:off x="4804794" y="3929184"/>
            <a:ext cx="797917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09D9A5D0-5BD3-C070-F8D2-DF8AA1D4A52F}"/>
              </a:ext>
            </a:extLst>
          </p:cNvPr>
          <p:cNvSpPr txBox="1"/>
          <p:nvPr/>
        </p:nvSpPr>
        <p:spPr>
          <a:xfrm>
            <a:off x="4858508" y="4467808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D6D946A-4CA2-9FCB-EC79-78C99F62B7BE}"/>
              </a:ext>
            </a:extLst>
          </p:cNvPr>
          <p:cNvCxnSpPr>
            <a:cxnSpLocks/>
            <a:stCxn id="83" idx="3"/>
            <a:endCxn id="88" idx="1"/>
          </p:cNvCxnSpPr>
          <p:nvPr/>
        </p:nvCxnSpPr>
        <p:spPr>
          <a:xfrm flipV="1">
            <a:off x="4428196" y="4107591"/>
            <a:ext cx="376598" cy="275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A59D2854-193C-3437-D8B3-F3C3F6302C04}"/>
              </a:ext>
            </a:extLst>
          </p:cNvPr>
          <p:cNvSpPr txBox="1"/>
          <p:nvPr/>
        </p:nvSpPr>
        <p:spPr>
          <a:xfrm>
            <a:off x="4368030" y="3810159"/>
            <a:ext cx="59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CCEDD243-F824-B146-F426-2F5ECC8DAF04}"/>
              </a:ext>
            </a:extLst>
          </p:cNvPr>
          <p:cNvCxnSpPr>
            <a:cxnSpLocks/>
            <a:endCxn id="74" idx="1"/>
          </p:cNvCxnSpPr>
          <p:nvPr/>
        </p:nvCxnSpPr>
        <p:spPr>
          <a:xfrm flipV="1">
            <a:off x="2239973" y="3050871"/>
            <a:ext cx="1396092" cy="637157"/>
          </a:xfrm>
          <a:prstGeom prst="bentConnector3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F742FE6C-4330-0A7B-66B0-1DB17544DEA3}"/>
              </a:ext>
            </a:extLst>
          </p:cNvPr>
          <p:cNvSpPr/>
          <p:nvPr/>
        </p:nvSpPr>
        <p:spPr>
          <a:xfrm>
            <a:off x="6160307" y="3078704"/>
            <a:ext cx="1721178" cy="1028887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unit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 sum + 1 bias per unit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stage)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1B99D3BD-9784-8906-DEAE-153D3ECACF01}"/>
              </a:ext>
            </a:extLst>
          </p:cNvPr>
          <p:cNvSpPr/>
          <p:nvPr/>
        </p:nvSpPr>
        <p:spPr>
          <a:xfrm>
            <a:off x="6061278" y="2882971"/>
            <a:ext cx="1919148" cy="1486512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786EA3D6-196D-53A7-93D9-595ADE5819D5}"/>
              </a:ext>
            </a:extLst>
          </p:cNvPr>
          <p:cNvSpPr txBox="1"/>
          <p:nvPr/>
        </p:nvSpPr>
        <p:spPr>
          <a:xfrm>
            <a:off x="6595803" y="4466000"/>
            <a:ext cx="8245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</a:t>
            </a:r>
          </a:p>
        </p:txBody>
      </p:sp>
      <p:cxnSp>
        <p:nvCxnSpPr>
          <p:cNvPr id="110" name="连接符: 肘形 109">
            <a:extLst>
              <a:ext uri="{FF2B5EF4-FFF2-40B4-BE49-F238E27FC236}">
                <a16:creationId xmlns:a16="http://schemas.microsoft.com/office/drawing/2014/main" id="{CBA8D066-6D04-5016-BF60-8AF539608A2F}"/>
              </a:ext>
            </a:extLst>
          </p:cNvPr>
          <p:cNvCxnSpPr>
            <a:cxnSpLocks/>
            <a:stCxn id="82" idx="3"/>
            <a:endCxn id="98" idx="1"/>
          </p:cNvCxnSpPr>
          <p:nvPr/>
        </p:nvCxnSpPr>
        <p:spPr>
          <a:xfrm>
            <a:off x="5728164" y="2979430"/>
            <a:ext cx="432143" cy="613718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6EE19BC-644F-5B14-6267-F6D6A007771E}"/>
              </a:ext>
            </a:extLst>
          </p:cNvPr>
          <p:cNvSpPr txBox="1"/>
          <p:nvPr/>
        </p:nvSpPr>
        <p:spPr>
          <a:xfrm>
            <a:off x="5534711" y="2612237"/>
            <a:ext cx="911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3x288bit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395F630-AB02-B1CF-7F35-1207EEDA2B96}"/>
              </a:ext>
            </a:extLst>
          </p:cNvPr>
          <p:cNvSpPr txBox="1"/>
          <p:nvPr/>
        </p:nvSpPr>
        <p:spPr>
          <a:xfrm>
            <a:off x="5635857" y="4167007"/>
            <a:ext cx="672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1E80CC3D-C858-D7B9-3C3F-1A03F65AA28B}"/>
              </a:ext>
            </a:extLst>
          </p:cNvPr>
          <p:cNvCxnSpPr>
            <a:cxnSpLocks/>
            <a:stCxn id="88" idx="3"/>
            <a:endCxn id="98" idx="1"/>
          </p:cNvCxnSpPr>
          <p:nvPr/>
        </p:nvCxnSpPr>
        <p:spPr>
          <a:xfrm flipV="1">
            <a:off x="5602711" y="3593148"/>
            <a:ext cx="557596" cy="514443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8C7B603-5447-F8CC-F76D-BBB196261A07}"/>
              </a:ext>
            </a:extLst>
          </p:cNvPr>
          <p:cNvSpPr txBox="1"/>
          <p:nvPr/>
        </p:nvSpPr>
        <p:spPr>
          <a:xfrm>
            <a:off x="2369637" y="4919748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96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F78516-CACE-1D9C-F0ED-A2E293D9701D}"/>
              </a:ext>
            </a:extLst>
          </p:cNvPr>
          <p:cNvSpPr txBox="1"/>
          <p:nvPr/>
        </p:nvSpPr>
        <p:spPr>
          <a:xfrm>
            <a:off x="7560430" y="4896126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bias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64</a:t>
            </a:r>
          </a:p>
        </p:txBody>
      </p:sp>
    </p:spTree>
    <p:extLst>
      <p:ext uri="{BB962C8B-B14F-4D97-AF65-F5344CB8AC3E}">
        <p14:creationId xmlns:p14="http://schemas.microsoft.com/office/powerpoint/2010/main" val="22725962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0B18-9AC4-AC6A-DF25-0F62310C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DF6E44-671A-48AF-C6EB-60D482F8BBCC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pwconv_subsystem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8DB43E6-431D-22CE-8FE6-9470C014B4C9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D869CC0-E0E5-6D7F-CEDC-A15A850F56D8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DADC93-ECBE-5158-77B9-0741AF12C183}"/>
              </a:ext>
            </a:extLst>
          </p:cNvPr>
          <p:cNvSpPr txBox="1"/>
          <p:nvPr/>
        </p:nvSpPr>
        <p:spPr>
          <a:xfrm>
            <a:off x="540047" y="362078"/>
            <a:ext cx="539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PWConv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v1.1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F1185B-F929-3038-079C-6D005DA66D82}"/>
              </a:ext>
            </a:extLst>
          </p:cNvPr>
          <p:cNvSpPr/>
          <p:nvPr/>
        </p:nvSpPr>
        <p:spPr>
          <a:xfrm>
            <a:off x="3567054" y="5289768"/>
            <a:ext cx="6596908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591263-6284-12E3-9AA5-FB3FD00FF1EF}"/>
              </a:ext>
            </a:extLst>
          </p:cNvPr>
          <p:cNvSpPr/>
          <p:nvPr/>
        </p:nvSpPr>
        <p:spPr>
          <a:xfrm>
            <a:off x="3724933" y="540144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8x128bit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956ADF-CA1F-AC57-8FC1-EEE9FB32A6BA}"/>
              </a:ext>
            </a:extLst>
          </p:cNvPr>
          <p:cNvSpPr/>
          <p:nvPr/>
        </p:nvSpPr>
        <p:spPr>
          <a:xfrm>
            <a:off x="4903244" y="540144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w1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8x128bit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5ED08C-E3F7-2E5C-A18C-13D4E65C3C6C}"/>
              </a:ext>
            </a:extLst>
          </p:cNvPr>
          <p:cNvSpPr/>
          <p:nvPr/>
        </p:nvSpPr>
        <p:spPr>
          <a:xfrm>
            <a:off x="6080644" y="540144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w2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8x128bit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A2F7BE-1ADE-746F-9CB8-B7EA26E3A3A5}"/>
              </a:ext>
            </a:extLst>
          </p:cNvPr>
          <p:cNvSpPr/>
          <p:nvPr/>
        </p:nvSpPr>
        <p:spPr>
          <a:xfrm>
            <a:off x="9099553" y="5401441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298452-3F6E-C19D-D06A-1B6DBE07729E}"/>
              </a:ext>
            </a:extLst>
          </p:cNvPr>
          <p:cNvSpPr txBox="1"/>
          <p:nvPr/>
        </p:nvSpPr>
        <p:spPr>
          <a:xfrm>
            <a:off x="5100060" y="4668718"/>
            <a:ext cx="1639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weight: 1024bit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DB36E6-8A9F-01DE-B967-5A04B82C96B6}"/>
              </a:ext>
            </a:extLst>
          </p:cNvPr>
          <p:cNvSpPr txBox="1"/>
          <p:nvPr/>
        </p:nvSpPr>
        <p:spPr>
          <a:xfrm>
            <a:off x="7504309" y="4668718"/>
            <a:ext cx="1123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Bias: 64bit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F4AEC46-001A-8CAC-38CC-F82D432BB1B6}"/>
              </a:ext>
            </a:extLst>
          </p:cNvPr>
          <p:cNvCxnSpPr>
            <a:cxnSpLocks/>
            <a:stCxn id="3" idx="0"/>
            <a:endCxn id="85" idx="2"/>
          </p:cNvCxnSpPr>
          <p:nvPr/>
        </p:nvCxnSpPr>
        <p:spPr>
          <a:xfrm flipV="1">
            <a:off x="6865508" y="4354487"/>
            <a:ext cx="0" cy="935281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DF8C8DA-D12F-EE62-61A5-5081E89BA8B3}"/>
              </a:ext>
            </a:extLst>
          </p:cNvPr>
          <p:cNvSpPr txBox="1"/>
          <p:nvPr/>
        </p:nvSpPr>
        <p:spPr>
          <a:xfrm>
            <a:off x="2014540" y="5471667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D6D354A-D81C-8C27-FC3C-ECAAA569A0C7}"/>
              </a:ext>
            </a:extLst>
          </p:cNvPr>
          <p:cNvSpPr txBox="1"/>
          <p:nvPr/>
        </p:nvSpPr>
        <p:spPr>
          <a:xfrm>
            <a:off x="-99162" y="2785652"/>
            <a:ext cx="7834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dwconv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output: 128bit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27D2400-46CB-BFDE-683A-35A8905BF2E7}"/>
              </a:ext>
            </a:extLst>
          </p:cNvPr>
          <p:cNvSpPr txBox="1"/>
          <p:nvPr/>
        </p:nvSpPr>
        <p:spPr>
          <a:xfrm>
            <a:off x="3803963" y="4550092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128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832B6A5-9607-A5B4-19AB-0878C03E9AD6}"/>
              </a:ext>
            </a:extLst>
          </p:cNvPr>
          <p:cNvSpPr txBox="1"/>
          <p:nvPr/>
        </p:nvSpPr>
        <p:spPr>
          <a:xfrm>
            <a:off x="8994756" y="4526470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bias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8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64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0E11A4F-B975-E9DC-BDF8-274D329F05B6}"/>
              </a:ext>
            </a:extLst>
          </p:cNvPr>
          <p:cNvSpPr/>
          <p:nvPr/>
        </p:nvSpPr>
        <p:spPr>
          <a:xfrm>
            <a:off x="694234" y="2340776"/>
            <a:ext cx="2863149" cy="1631924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87C8DBB-3AD3-5576-594E-EBE165DCE6F4}"/>
              </a:ext>
            </a:extLst>
          </p:cNvPr>
          <p:cNvSpPr/>
          <p:nvPr/>
        </p:nvSpPr>
        <p:spPr>
          <a:xfrm>
            <a:off x="1556744" y="2619154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Even buffer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(1024bit)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C3A624B-789B-F6E9-4439-2AE77961EFB0}"/>
              </a:ext>
            </a:extLst>
          </p:cNvPr>
          <p:cNvSpPr/>
          <p:nvPr/>
        </p:nvSpPr>
        <p:spPr>
          <a:xfrm>
            <a:off x="1556744" y="3295927"/>
            <a:ext cx="1125067" cy="400050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Odd buffer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(1024bit)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流程图: 手动操作 48">
            <a:extLst>
              <a:ext uri="{FF2B5EF4-FFF2-40B4-BE49-F238E27FC236}">
                <a16:creationId xmlns:a16="http://schemas.microsoft.com/office/drawing/2014/main" id="{A62B118C-C722-2FEB-4E6F-95A70367C475}"/>
              </a:ext>
            </a:extLst>
          </p:cNvPr>
          <p:cNvSpPr/>
          <p:nvPr/>
        </p:nvSpPr>
        <p:spPr>
          <a:xfrm rot="5400000">
            <a:off x="576568" y="3010290"/>
            <a:ext cx="1097841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46F1CDA-C736-6CDE-027E-4D61D439428C}"/>
              </a:ext>
            </a:extLst>
          </p:cNvPr>
          <p:cNvCxnSpPr>
            <a:cxnSpLocks/>
          </p:cNvCxnSpPr>
          <p:nvPr/>
        </p:nvCxnSpPr>
        <p:spPr>
          <a:xfrm>
            <a:off x="1142852" y="2109712"/>
            <a:ext cx="0" cy="5984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2067310-39FB-53FC-D76C-FE9A0A4A5042}"/>
              </a:ext>
            </a:extLst>
          </p:cNvPr>
          <p:cNvSpPr txBox="1"/>
          <p:nvPr/>
        </p:nvSpPr>
        <p:spPr>
          <a:xfrm>
            <a:off x="949890" y="1772813"/>
            <a:ext cx="783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pos%2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8DE95F54-8C31-3653-AD7E-505F93343DC5}"/>
              </a:ext>
            </a:extLst>
          </p:cNvPr>
          <p:cNvCxnSpPr>
            <a:cxnSpLocks/>
            <a:stCxn id="49" idx="2"/>
            <a:endCxn id="24" idx="3"/>
          </p:cNvCxnSpPr>
          <p:nvPr/>
        </p:nvCxnSpPr>
        <p:spPr>
          <a:xfrm flipH="1" flipV="1">
            <a:off x="684277" y="3154984"/>
            <a:ext cx="294765" cy="17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5DC185DB-504B-BF9F-0C01-FE43FA5E84D4}"/>
              </a:ext>
            </a:extLst>
          </p:cNvPr>
          <p:cNvCxnSpPr>
            <a:cxnSpLocks/>
            <a:stCxn id="47" idx="3"/>
            <a:endCxn id="73" idx="0"/>
          </p:cNvCxnSpPr>
          <p:nvPr/>
        </p:nvCxnSpPr>
        <p:spPr>
          <a:xfrm>
            <a:off x="2681811" y="2819179"/>
            <a:ext cx="479426" cy="348896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FF499D29-D451-0090-519A-49FE459FBF43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1271936" y="2819179"/>
            <a:ext cx="28480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9F2899E6-AE25-586D-7A2A-8E36E4FF1630}"/>
              </a:ext>
            </a:extLst>
          </p:cNvPr>
          <p:cNvCxnSpPr>
            <a:cxnSpLocks/>
            <a:stCxn id="73" idx="2"/>
            <a:endCxn id="85" idx="1"/>
          </p:cNvCxnSpPr>
          <p:nvPr/>
        </p:nvCxnSpPr>
        <p:spPr>
          <a:xfrm>
            <a:off x="3454131" y="3168075"/>
            <a:ext cx="5382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0E26203-0C5C-6DB0-E0E4-9894315EBCB1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1271936" y="3495952"/>
            <a:ext cx="28480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流程图: 手动操作 72">
            <a:extLst>
              <a:ext uri="{FF2B5EF4-FFF2-40B4-BE49-F238E27FC236}">
                <a16:creationId xmlns:a16="http://schemas.microsoft.com/office/drawing/2014/main" id="{FCAB62BC-ADED-C0D4-70AB-98B15DFB0F8A}"/>
              </a:ext>
            </a:extLst>
          </p:cNvPr>
          <p:cNvSpPr/>
          <p:nvPr/>
        </p:nvSpPr>
        <p:spPr>
          <a:xfrm rot="16200000">
            <a:off x="2758763" y="3021628"/>
            <a:ext cx="1097841" cy="292894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49F417DD-0482-572C-2687-95BE7643F7A9}"/>
              </a:ext>
            </a:extLst>
          </p:cNvPr>
          <p:cNvCxnSpPr>
            <a:cxnSpLocks/>
            <a:stCxn id="48" idx="3"/>
            <a:endCxn id="73" idx="0"/>
          </p:cNvCxnSpPr>
          <p:nvPr/>
        </p:nvCxnSpPr>
        <p:spPr>
          <a:xfrm flipV="1">
            <a:off x="2681811" y="3168075"/>
            <a:ext cx="479426" cy="327877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FD86C02A-01EC-327D-EFE0-2C3224B6E8BB}"/>
              </a:ext>
            </a:extLst>
          </p:cNvPr>
          <p:cNvSpPr/>
          <p:nvPr/>
        </p:nvSpPr>
        <p:spPr>
          <a:xfrm>
            <a:off x="3992430" y="1981662"/>
            <a:ext cx="5746156" cy="237282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BFA3CD6E-EDBE-1BA6-2C25-26CE73FC11B4}"/>
              </a:ext>
            </a:extLst>
          </p:cNvPr>
          <p:cNvSpPr/>
          <p:nvPr/>
        </p:nvSpPr>
        <p:spPr>
          <a:xfrm>
            <a:off x="4262726" y="2251003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BFDD8DF-2EE6-151A-B63A-A7EF314C3B57}"/>
              </a:ext>
            </a:extLst>
          </p:cNvPr>
          <p:cNvSpPr/>
          <p:nvPr/>
        </p:nvSpPr>
        <p:spPr>
          <a:xfrm>
            <a:off x="4262725" y="2887365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AF187A5-2A81-60E3-1C79-9BF6E85DA0F8}"/>
              </a:ext>
            </a:extLst>
          </p:cNvPr>
          <p:cNvSpPr/>
          <p:nvPr/>
        </p:nvSpPr>
        <p:spPr>
          <a:xfrm>
            <a:off x="4262725" y="3476694"/>
            <a:ext cx="80596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bisa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B3527556-DC53-25C9-38C5-EBFF10A6B086}"/>
              </a:ext>
            </a:extLst>
          </p:cNvPr>
          <p:cNvSpPr/>
          <p:nvPr/>
        </p:nvSpPr>
        <p:spPr>
          <a:xfrm>
            <a:off x="4160070" y="2109712"/>
            <a:ext cx="984169" cy="1823253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05C228A-1F11-9900-9B55-0FD7753701B7}"/>
              </a:ext>
            </a:extLst>
          </p:cNvPr>
          <p:cNvSpPr txBox="1"/>
          <p:nvPr/>
        </p:nvSpPr>
        <p:spPr>
          <a:xfrm>
            <a:off x="4319665" y="4040664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7E389FF-C8FD-6599-93E6-B291376BB5B4}"/>
              </a:ext>
            </a:extLst>
          </p:cNvPr>
          <p:cNvSpPr/>
          <p:nvPr/>
        </p:nvSpPr>
        <p:spPr>
          <a:xfrm>
            <a:off x="5425209" y="2251003"/>
            <a:ext cx="1273812" cy="713626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8x4x4 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x mac per unit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FA99246B-A190-6B91-415E-87391E142D95}"/>
              </a:ext>
            </a:extLst>
          </p:cNvPr>
          <p:cNvSpPr/>
          <p:nvPr/>
        </p:nvSpPr>
        <p:spPr>
          <a:xfrm>
            <a:off x="5420338" y="3476693"/>
            <a:ext cx="1278683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98DD1A8F-2A8B-1389-605A-8C72A0816861}"/>
              </a:ext>
            </a:extLst>
          </p:cNvPr>
          <p:cNvSpPr/>
          <p:nvPr/>
        </p:nvSpPr>
        <p:spPr>
          <a:xfrm>
            <a:off x="5319541" y="2104701"/>
            <a:ext cx="1519409" cy="1823253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7E7212-2E54-2EBD-93DD-9B115FA76C4A}"/>
              </a:ext>
            </a:extLst>
          </p:cNvPr>
          <p:cNvSpPr txBox="1"/>
          <p:nvPr/>
        </p:nvSpPr>
        <p:spPr>
          <a:xfrm>
            <a:off x="5660989" y="4045486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76CD89-3713-322C-1778-DBD94FBB110D}"/>
              </a:ext>
            </a:extLst>
          </p:cNvPr>
          <p:cNvSpPr txBox="1"/>
          <p:nvPr/>
        </p:nvSpPr>
        <p:spPr>
          <a:xfrm>
            <a:off x="5393092" y="2989263"/>
            <a:ext cx="14458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内置</a:t>
            </a: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级隐藏流水</a:t>
            </a:r>
            <a:endParaRPr lang="en-US" altLang="zh-CN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D157E4-AC0F-C0E5-89E1-5984438A9FF3}"/>
              </a:ext>
            </a:extLst>
          </p:cNvPr>
          <p:cNvSpPr txBox="1"/>
          <p:nvPr/>
        </p:nvSpPr>
        <p:spPr>
          <a:xfrm>
            <a:off x="3313675" y="2862438"/>
            <a:ext cx="758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1024bit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59672AF-4FC5-80FF-90B4-3F61FF2523A5}"/>
              </a:ext>
            </a:extLst>
          </p:cNvPr>
          <p:cNvSpPr/>
          <p:nvPr/>
        </p:nvSpPr>
        <p:spPr>
          <a:xfrm>
            <a:off x="6947877" y="2104701"/>
            <a:ext cx="1445857" cy="1823253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A636D9A-5DA0-E645-2A51-416E8A11B35E}"/>
              </a:ext>
            </a:extLst>
          </p:cNvPr>
          <p:cNvSpPr/>
          <p:nvPr/>
        </p:nvSpPr>
        <p:spPr>
          <a:xfrm>
            <a:off x="7012624" y="2251003"/>
            <a:ext cx="1273812" cy="713626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4x4 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add per unit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0077318-0503-97F7-98C7-D6C92787C427}"/>
              </a:ext>
            </a:extLst>
          </p:cNvPr>
          <p:cNvSpPr/>
          <p:nvPr/>
        </p:nvSpPr>
        <p:spPr>
          <a:xfrm>
            <a:off x="7065440" y="3476692"/>
            <a:ext cx="1220995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71484C3-D5DB-AD1F-1E45-342508F54C60}"/>
              </a:ext>
            </a:extLst>
          </p:cNvPr>
          <p:cNvSpPr txBox="1"/>
          <p:nvPr/>
        </p:nvSpPr>
        <p:spPr>
          <a:xfrm>
            <a:off x="7258518" y="4040663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C9813651-7346-31AD-E7C3-79199FF4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563" y="1034490"/>
            <a:ext cx="1825103" cy="903546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C2F63B69-AA97-7A93-1024-968A0A34E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440" y="1000805"/>
            <a:ext cx="1882179" cy="968540"/>
          </a:xfrm>
          <a:prstGeom prst="rect">
            <a:avLst/>
          </a:prstGeom>
        </p:spPr>
      </p:pic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64D29D7-508B-5567-501D-FDBFA61A21AA}"/>
              </a:ext>
            </a:extLst>
          </p:cNvPr>
          <p:cNvSpPr/>
          <p:nvPr/>
        </p:nvSpPr>
        <p:spPr>
          <a:xfrm>
            <a:off x="8460109" y="2104699"/>
            <a:ext cx="1088489" cy="1823253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9DFE43C-0513-C121-64C0-C8C23328224F}"/>
              </a:ext>
            </a:extLst>
          </p:cNvPr>
          <p:cNvSpPr/>
          <p:nvPr/>
        </p:nvSpPr>
        <p:spPr>
          <a:xfrm>
            <a:off x="8579680" y="2691679"/>
            <a:ext cx="871692" cy="713626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4x4 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bias add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9611CD4-D8AF-C83E-E1E3-0C9EB95AA55E}"/>
              </a:ext>
            </a:extLst>
          </p:cNvPr>
          <p:cNvSpPr txBox="1"/>
          <p:nvPr/>
        </p:nvSpPr>
        <p:spPr>
          <a:xfrm>
            <a:off x="8638328" y="4040662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Stage 4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3741E27-3B6C-ED00-1E45-574925EDB716}"/>
              </a:ext>
            </a:extLst>
          </p:cNvPr>
          <p:cNvCxnSpPr>
            <a:cxnSpLocks/>
            <a:stCxn id="91" idx="3"/>
            <a:endCxn id="27" idx="1"/>
          </p:cNvCxnSpPr>
          <p:nvPr/>
        </p:nvCxnSpPr>
        <p:spPr>
          <a:xfrm>
            <a:off x="6699021" y="2607816"/>
            <a:ext cx="31360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EA1C8D36-1037-EAA2-4DC6-8BACB64F7097}"/>
              </a:ext>
            </a:extLst>
          </p:cNvPr>
          <p:cNvCxnSpPr>
            <a:cxnSpLocks/>
            <a:stCxn id="86" idx="3"/>
            <a:endCxn id="91" idx="1"/>
          </p:cNvCxnSpPr>
          <p:nvPr/>
        </p:nvCxnSpPr>
        <p:spPr>
          <a:xfrm>
            <a:off x="5068689" y="2429410"/>
            <a:ext cx="356520" cy="178406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07846AB8-5E64-88F5-B89B-C65AB7ACB55A}"/>
              </a:ext>
            </a:extLst>
          </p:cNvPr>
          <p:cNvCxnSpPr>
            <a:cxnSpLocks/>
            <a:stCxn id="87" idx="3"/>
            <a:endCxn id="91" idx="1"/>
          </p:cNvCxnSpPr>
          <p:nvPr/>
        </p:nvCxnSpPr>
        <p:spPr>
          <a:xfrm flipV="1">
            <a:off x="5068688" y="2607816"/>
            <a:ext cx="356521" cy="457956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AE20B54A-6D63-832A-C486-20D5F7CC3726}"/>
              </a:ext>
            </a:extLst>
          </p:cNvPr>
          <p:cNvSpPr txBox="1"/>
          <p:nvPr/>
        </p:nvSpPr>
        <p:spPr>
          <a:xfrm>
            <a:off x="4958186" y="2196894"/>
            <a:ext cx="758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1024bit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885C0E1-C52D-E1B4-1B21-E080B42FECFA}"/>
              </a:ext>
            </a:extLst>
          </p:cNvPr>
          <p:cNvSpPr txBox="1"/>
          <p:nvPr/>
        </p:nvSpPr>
        <p:spPr>
          <a:xfrm>
            <a:off x="4940912" y="2675440"/>
            <a:ext cx="758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1024bit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0067A48-BDA0-623C-19E1-15164612F739}"/>
              </a:ext>
            </a:extLst>
          </p:cNvPr>
          <p:cNvCxnSpPr>
            <a:cxnSpLocks/>
            <a:stCxn id="88" idx="3"/>
            <a:endCxn id="94" idx="1"/>
          </p:cNvCxnSpPr>
          <p:nvPr/>
        </p:nvCxnSpPr>
        <p:spPr>
          <a:xfrm flipV="1">
            <a:off x="5068688" y="3655100"/>
            <a:ext cx="35165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E5B15544-3CCF-9252-5E6D-61076985BFA7}"/>
              </a:ext>
            </a:extLst>
          </p:cNvPr>
          <p:cNvCxnSpPr>
            <a:cxnSpLocks/>
            <a:stCxn id="94" idx="3"/>
            <a:endCxn id="29" idx="1"/>
          </p:cNvCxnSpPr>
          <p:nvPr/>
        </p:nvCxnSpPr>
        <p:spPr>
          <a:xfrm flipV="1">
            <a:off x="6699021" y="3655099"/>
            <a:ext cx="36641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480564A-FBE4-E700-0112-7A37A63FE420}"/>
              </a:ext>
            </a:extLst>
          </p:cNvPr>
          <p:cNvSpPr txBox="1"/>
          <p:nvPr/>
        </p:nvSpPr>
        <p:spPr>
          <a:xfrm>
            <a:off x="6624222" y="2157489"/>
            <a:ext cx="55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128x18bit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88B44CCB-2880-26DA-59F3-0C33119D1578}"/>
              </a:ext>
            </a:extLst>
          </p:cNvPr>
          <p:cNvSpPr txBox="1"/>
          <p:nvPr/>
        </p:nvSpPr>
        <p:spPr>
          <a:xfrm>
            <a:off x="5085498" y="3390654"/>
            <a:ext cx="547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15B1707-B184-CFC1-61EC-DCEF64B62C14}"/>
              </a:ext>
            </a:extLst>
          </p:cNvPr>
          <p:cNvSpPr txBox="1"/>
          <p:nvPr/>
        </p:nvSpPr>
        <p:spPr>
          <a:xfrm>
            <a:off x="6607894" y="3398582"/>
            <a:ext cx="547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F4CA8E61-A2BE-97D4-98CF-3EDFA9AC54ED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 flipV="1">
            <a:off x="8286435" y="3048492"/>
            <a:ext cx="293245" cy="606607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DAD8EA99-728A-9CE9-F59C-71851D460BD3}"/>
              </a:ext>
            </a:extLst>
          </p:cNvPr>
          <p:cNvCxnSpPr>
            <a:cxnSpLocks/>
            <a:stCxn id="27" idx="3"/>
            <a:endCxn id="41" idx="1"/>
          </p:cNvCxnSpPr>
          <p:nvPr/>
        </p:nvCxnSpPr>
        <p:spPr>
          <a:xfrm>
            <a:off x="8286436" y="2607816"/>
            <a:ext cx="293244" cy="440676"/>
          </a:xfrm>
          <a:prstGeom prst="bent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C673A9C9-2EFF-6772-FDF4-327E29A16DF5}"/>
              </a:ext>
            </a:extLst>
          </p:cNvPr>
          <p:cNvSpPr txBox="1"/>
          <p:nvPr/>
        </p:nvSpPr>
        <p:spPr>
          <a:xfrm>
            <a:off x="8270121" y="2324658"/>
            <a:ext cx="770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16x21bit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8F0D3D86-4B3F-F898-8E16-2C58FFCC73C7}"/>
              </a:ext>
            </a:extLst>
          </p:cNvPr>
          <p:cNvSpPr txBox="1"/>
          <p:nvPr/>
        </p:nvSpPr>
        <p:spPr>
          <a:xfrm>
            <a:off x="8352810" y="3577288"/>
            <a:ext cx="547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64bit</a:t>
            </a:r>
          </a:p>
        </p:txBody>
      </p: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E479C5B6-CBC2-8CB4-9777-C443D97987C9}"/>
              </a:ext>
            </a:extLst>
          </p:cNvPr>
          <p:cNvCxnSpPr>
            <a:cxnSpLocks/>
            <a:stCxn id="41" idx="3"/>
            <a:endCxn id="123" idx="1"/>
          </p:cNvCxnSpPr>
          <p:nvPr/>
        </p:nvCxnSpPr>
        <p:spPr>
          <a:xfrm>
            <a:off x="9451372" y="3048492"/>
            <a:ext cx="574446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392FF7D2-707C-695F-3C33-D8466F0DFAD4}"/>
              </a:ext>
            </a:extLst>
          </p:cNvPr>
          <p:cNvSpPr txBox="1"/>
          <p:nvPr/>
        </p:nvSpPr>
        <p:spPr>
          <a:xfrm>
            <a:off x="9457986" y="2723690"/>
            <a:ext cx="79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512bit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1AFEBBB-11F2-E1EA-19FC-4FBF4FF7FFEE}"/>
              </a:ext>
            </a:extLst>
          </p:cNvPr>
          <p:cNvSpPr/>
          <p:nvPr/>
        </p:nvSpPr>
        <p:spPr>
          <a:xfrm>
            <a:off x="10025818" y="2370095"/>
            <a:ext cx="1481906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3FC5ADBA-4B82-2BE8-24A2-432B531D9B2F}"/>
              </a:ext>
            </a:extLst>
          </p:cNvPr>
          <p:cNvSpPr/>
          <p:nvPr/>
        </p:nvSpPr>
        <p:spPr>
          <a:xfrm rot="5400000">
            <a:off x="9804471" y="2763051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373DD65-C00E-BC56-6940-9A02CEB1BBA1}"/>
              </a:ext>
            </a:extLst>
          </p:cNvPr>
          <p:cNvSpPr/>
          <p:nvPr/>
        </p:nvSpPr>
        <p:spPr>
          <a:xfrm rot="5400000">
            <a:off x="10604027" y="2762657"/>
            <a:ext cx="1142040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128bit</a:t>
            </a:r>
          </a:p>
        </p:txBody>
      </p: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5D5C8913-DD15-BF0F-5577-A2C62CCC1E11}"/>
              </a:ext>
            </a:extLst>
          </p:cNvPr>
          <p:cNvCxnSpPr>
            <a:cxnSpLocks/>
            <a:stCxn id="124" idx="0"/>
            <a:endCxn id="125" idx="2"/>
          </p:cNvCxnSpPr>
          <p:nvPr/>
        </p:nvCxnSpPr>
        <p:spPr>
          <a:xfrm flipV="1">
            <a:off x="10641004" y="3028170"/>
            <a:ext cx="268531" cy="39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31F95F66-0899-3C3A-39C8-893203C47C19}"/>
              </a:ext>
            </a:extLst>
          </p:cNvPr>
          <p:cNvCxnSpPr>
            <a:cxnSpLocks/>
            <a:stCxn id="125" idx="0"/>
          </p:cNvCxnSpPr>
          <p:nvPr/>
        </p:nvCxnSpPr>
        <p:spPr>
          <a:xfrm>
            <a:off x="11440560" y="3028170"/>
            <a:ext cx="335694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BE45BB70-6B95-EB09-67EC-41C54FDEC031}"/>
              </a:ext>
            </a:extLst>
          </p:cNvPr>
          <p:cNvSpPr txBox="1"/>
          <p:nvPr/>
        </p:nvSpPr>
        <p:spPr>
          <a:xfrm>
            <a:off x="11440560" y="2721205"/>
            <a:ext cx="82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128bit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2CE7028-FB4E-432B-A409-FF99F73E1038}"/>
              </a:ext>
            </a:extLst>
          </p:cNvPr>
          <p:cNvSpPr txBox="1"/>
          <p:nvPr/>
        </p:nvSpPr>
        <p:spPr>
          <a:xfrm>
            <a:off x="9387762" y="1458821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E3FB55BC-E30A-4C9C-1753-C592811EBB33}"/>
              </a:ext>
            </a:extLst>
          </p:cNvPr>
          <p:cNvSpPr txBox="1"/>
          <p:nvPr/>
        </p:nvSpPr>
        <p:spPr>
          <a:xfrm>
            <a:off x="3693047" y="1617332"/>
            <a:ext cx="1690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Tile MAC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F9490CA6-ED10-B2DE-C6E1-3C831FC2A1B4}"/>
              </a:ext>
            </a:extLst>
          </p:cNvPr>
          <p:cNvSpPr/>
          <p:nvPr/>
        </p:nvSpPr>
        <p:spPr>
          <a:xfrm>
            <a:off x="7907845" y="5390240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w7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8x128bit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AFCDF662-69FD-9FDB-7A3F-E46207108768}"/>
              </a:ext>
            </a:extLst>
          </p:cNvPr>
          <p:cNvSpPr txBox="1"/>
          <p:nvPr/>
        </p:nvSpPr>
        <p:spPr>
          <a:xfrm>
            <a:off x="7091391" y="5342341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121155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FC2F-5541-0898-E2A7-F1846889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13BD5F5D-ABE1-9E69-E589-9D65521F4F31}"/>
              </a:ext>
            </a:extLst>
          </p:cNvPr>
          <p:cNvSpPr/>
          <p:nvPr/>
        </p:nvSpPr>
        <p:spPr>
          <a:xfrm>
            <a:off x="4013110" y="4609518"/>
            <a:ext cx="2283789" cy="930553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7361F3A8-7B34-E31D-F253-3D5C3213D597}"/>
              </a:ext>
            </a:extLst>
          </p:cNvPr>
          <p:cNvSpPr/>
          <p:nvPr/>
        </p:nvSpPr>
        <p:spPr>
          <a:xfrm>
            <a:off x="4013110" y="2998717"/>
            <a:ext cx="2283788" cy="1472107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5256BF-8E42-4E1D-A036-61FB22A8DC3D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post process: frame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accum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836A25A-ED60-7692-F8EC-EAD4B611BC78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B628CE8-D72E-63B4-0BF0-67C9CEB9A41D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7197AA-4F38-5268-0981-734A1AD4CFF7}"/>
              </a:ext>
            </a:extLst>
          </p:cNvPr>
          <p:cNvSpPr txBox="1"/>
          <p:nvPr/>
        </p:nvSpPr>
        <p:spPr>
          <a:xfrm>
            <a:off x="540047" y="362078"/>
            <a:ext cx="5780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Pose_Process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v1.0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3383338-72A0-38A8-12A6-84488886F058}"/>
              </a:ext>
            </a:extLst>
          </p:cNvPr>
          <p:cNvCxnSpPr>
            <a:cxnSpLocks/>
          </p:cNvCxnSpPr>
          <p:nvPr/>
        </p:nvCxnSpPr>
        <p:spPr>
          <a:xfrm>
            <a:off x="600557" y="2438214"/>
            <a:ext cx="828485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15C24A6-E9A2-0E79-B972-BB89286705CB}"/>
              </a:ext>
            </a:extLst>
          </p:cNvPr>
          <p:cNvCxnSpPr>
            <a:cxnSpLocks/>
          </p:cNvCxnSpPr>
          <p:nvPr/>
        </p:nvCxnSpPr>
        <p:spPr>
          <a:xfrm>
            <a:off x="1429042" y="1850605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3068CA1-166D-4EEE-7069-4C9FD16465DC}"/>
              </a:ext>
            </a:extLst>
          </p:cNvPr>
          <p:cNvCxnSpPr>
            <a:cxnSpLocks/>
          </p:cNvCxnSpPr>
          <p:nvPr/>
        </p:nvCxnSpPr>
        <p:spPr>
          <a:xfrm flipV="1">
            <a:off x="1429042" y="1862055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A8834ED-6F67-A5F7-E185-E0405B288C12}"/>
              </a:ext>
            </a:extLst>
          </p:cNvPr>
          <p:cNvCxnSpPr>
            <a:cxnSpLocks/>
          </p:cNvCxnSpPr>
          <p:nvPr/>
        </p:nvCxnSpPr>
        <p:spPr>
          <a:xfrm>
            <a:off x="2717786" y="186205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B87536B-26E2-ED06-A770-0F0585EAB66F}"/>
              </a:ext>
            </a:extLst>
          </p:cNvPr>
          <p:cNvCxnSpPr>
            <a:cxnSpLocks/>
          </p:cNvCxnSpPr>
          <p:nvPr/>
        </p:nvCxnSpPr>
        <p:spPr>
          <a:xfrm>
            <a:off x="1429042" y="186727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72039F-7AB7-1A8B-3C1E-0AD2941B4A6E}"/>
              </a:ext>
            </a:extLst>
          </p:cNvPr>
          <p:cNvCxnSpPr>
            <a:cxnSpLocks/>
          </p:cNvCxnSpPr>
          <p:nvPr/>
        </p:nvCxnSpPr>
        <p:spPr>
          <a:xfrm flipV="1">
            <a:off x="2734621" y="243299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A4978D5-778A-79A7-CCCD-E6AB63A1DC70}"/>
              </a:ext>
            </a:extLst>
          </p:cNvPr>
          <p:cNvCxnSpPr>
            <a:cxnSpLocks/>
          </p:cNvCxnSpPr>
          <p:nvPr/>
        </p:nvCxnSpPr>
        <p:spPr>
          <a:xfrm>
            <a:off x="3995748" y="184538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99A94A3-DD0B-9F5C-DA37-255683E7883C}"/>
              </a:ext>
            </a:extLst>
          </p:cNvPr>
          <p:cNvCxnSpPr>
            <a:cxnSpLocks/>
          </p:cNvCxnSpPr>
          <p:nvPr/>
        </p:nvCxnSpPr>
        <p:spPr>
          <a:xfrm flipV="1">
            <a:off x="3995749" y="185683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C350990-1322-4330-C5C8-4521FA44EF42}"/>
              </a:ext>
            </a:extLst>
          </p:cNvPr>
          <p:cNvCxnSpPr>
            <a:cxnSpLocks/>
          </p:cNvCxnSpPr>
          <p:nvPr/>
        </p:nvCxnSpPr>
        <p:spPr>
          <a:xfrm>
            <a:off x="5284492" y="185683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AD9099B-DD21-2631-A3D6-C621A18C6615}"/>
              </a:ext>
            </a:extLst>
          </p:cNvPr>
          <p:cNvCxnSpPr>
            <a:cxnSpLocks/>
          </p:cNvCxnSpPr>
          <p:nvPr/>
        </p:nvCxnSpPr>
        <p:spPr>
          <a:xfrm flipV="1">
            <a:off x="5301327" y="242777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3B136AC-4760-45CB-3AB9-0233878ECA4C}"/>
              </a:ext>
            </a:extLst>
          </p:cNvPr>
          <p:cNvCxnSpPr>
            <a:cxnSpLocks/>
          </p:cNvCxnSpPr>
          <p:nvPr/>
        </p:nvCxnSpPr>
        <p:spPr>
          <a:xfrm>
            <a:off x="6590071" y="185060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A9D8BC7-5936-1F41-693C-09837654EEE1}"/>
              </a:ext>
            </a:extLst>
          </p:cNvPr>
          <p:cNvCxnSpPr>
            <a:cxnSpLocks/>
          </p:cNvCxnSpPr>
          <p:nvPr/>
        </p:nvCxnSpPr>
        <p:spPr>
          <a:xfrm flipV="1">
            <a:off x="6590071" y="186205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FD8C32D-AAF0-7D2D-ABA1-A5E7CD5BF98C}"/>
              </a:ext>
            </a:extLst>
          </p:cNvPr>
          <p:cNvCxnSpPr>
            <a:cxnSpLocks/>
          </p:cNvCxnSpPr>
          <p:nvPr/>
        </p:nvCxnSpPr>
        <p:spPr>
          <a:xfrm>
            <a:off x="7878815" y="1862056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F0DB80A-E6B8-8625-F05F-9EB400BE2675}"/>
              </a:ext>
            </a:extLst>
          </p:cNvPr>
          <p:cNvCxnSpPr>
            <a:cxnSpLocks/>
          </p:cNvCxnSpPr>
          <p:nvPr/>
        </p:nvCxnSpPr>
        <p:spPr>
          <a:xfrm flipV="1">
            <a:off x="7895650" y="2432996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656E2C1-8D5D-23A5-A4B0-A4A05E751F5B}"/>
              </a:ext>
            </a:extLst>
          </p:cNvPr>
          <p:cNvCxnSpPr>
            <a:cxnSpLocks/>
          </p:cNvCxnSpPr>
          <p:nvPr/>
        </p:nvCxnSpPr>
        <p:spPr>
          <a:xfrm>
            <a:off x="9156777" y="184538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BA31679-957C-7B26-7D8B-2BA319FBE67E}"/>
              </a:ext>
            </a:extLst>
          </p:cNvPr>
          <p:cNvCxnSpPr>
            <a:cxnSpLocks/>
          </p:cNvCxnSpPr>
          <p:nvPr/>
        </p:nvCxnSpPr>
        <p:spPr>
          <a:xfrm flipV="1">
            <a:off x="9156778" y="185683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F16A33A-1AE0-ED52-9005-1D304E031128}"/>
              </a:ext>
            </a:extLst>
          </p:cNvPr>
          <p:cNvCxnSpPr>
            <a:cxnSpLocks/>
          </p:cNvCxnSpPr>
          <p:nvPr/>
        </p:nvCxnSpPr>
        <p:spPr>
          <a:xfrm>
            <a:off x="10445521" y="1856837"/>
            <a:ext cx="0" cy="58760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30DF621-C405-238C-DBDB-D6C8DCDB1254}"/>
              </a:ext>
            </a:extLst>
          </p:cNvPr>
          <p:cNvCxnSpPr>
            <a:cxnSpLocks/>
          </p:cNvCxnSpPr>
          <p:nvPr/>
        </p:nvCxnSpPr>
        <p:spPr>
          <a:xfrm flipV="1">
            <a:off x="10462357" y="2427777"/>
            <a:ext cx="1271910" cy="5219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0A4CD9C-6473-E982-CEA8-26C031987953}"/>
              </a:ext>
            </a:extLst>
          </p:cNvPr>
          <p:cNvCxnSpPr>
            <a:cxnSpLocks/>
          </p:cNvCxnSpPr>
          <p:nvPr/>
        </p:nvCxnSpPr>
        <p:spPr>
          <a:xfrm>
            <a:off x="3995748" y="1867274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3731687-FBA0-5C15-C073-4F45339DB0AE}"/>
              </a:ext>
            </a:extLst>
          </p:cNvPr>
          <p:cNvCxnSpPr>
            <a:cxnSpLocks/>
          </p:cNvCxnSpPr>
          <p:nvPr/>
        </p:nvCxnSpPr>
        <p:spPr>
          <a:xfrm>
            <a:off x="6586479" y="187511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9657378-3022-F38E-5D69-44E872BCC2A0}"/>
              </a:ext>
            </a:extLst>
          </p:cNvPr>
          <p:cNvCxnSpPr>
            <a:cxnSpLocks/>
          </p:cNvCxnSpPr>
          <p:nvPr/>
        </p:nvCxnSpPr>
        <p:spPr>
          <a:xfrm>
            <a:off x="9160322" y="1875119"/>
            <a:ext cx="0" cy="964406"/>
          </a:xfrm>
          <a:prstGeom prst="line">
            <a:avLst/>
          </a:prstGeom>
          <a:ln w="317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F47AA4D-EEB6-A4D6-C396-501408DA3E46}"/>
              </a:ext>
            </a:extLst>
          </p:cNvPr>
          <p:cNvCxnSpPr>
            <a:cxnSpLocks/>
          </p:cNvCxnSpPr>
          <p:nvPr/>
        </p:nvCxnSpPr>
        <p:spPr>
          <a:xfrm>
            <a:off x="196381" y="6367998"/>
            <a:ext cx="11825831" cy="0"/>
          </a:xfrm>
          <a:prstGeom prst="line">
            <a:avLst/>
          </a:prstGeom>
          <a:ln w="285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962730F-C5A9-22D0-AE70-2AED1C88DCED}"/>
              </a:ext>
            </a:extLst>
          </p:cNvPr>
          <p:cNvSpPr/>
          <p:nvPr/>
        </p:nvSpPr>
        <p:spPr>
          <a:xfrm>
            <a:off x="1216934" y="3004983"/>
            <a:ext cx="2283789" cy="751728"/>
          </a:xfrm>
          <a:prstGeom prst="roundRect">
            <a:avLst/>
          </a:prstGeom>
          <a:solidFill>
            <a:srgbClr val="00B050">
              <a:alpha val="31000"/>
            </a:srgbClr>
          </a:solidFill>
          <a:ln>
            <a:solidFill>
              <a:srgbClr val="00B05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7B3EC19-B631-15AE-B774-7E4399751346}"/>
              </a:ext>
            </a:extLst>
          </p:cNvPr>
          <p:cNvSpPr txBox="1"/>
          <p:nvPr/>
        </p:nvSpPr>
        <p:spPr>
          <a:xfrm>
            <a:off x="84685" y="3296325"/>
            <a:ext cx="445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计算核心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A9EDAA1-E283-E4F3-48AF-7028FBD6BCF9}"/>
              </a:ext>
            </a:extLst>
          </p:cNvPr>
          <p:cNvSpPr txBox="1"/>
          <p:nvPr/>
        </p:nvSpPr>
        <p:spPr>
          <a:xfrm>
            <a:off x="73409" y="4658821"/>
            <a:ext cx="4106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B0F0"/>
                </a:solidFill>
              </a:rPr>
              <a:t>数据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通</a:t>
            </a:r>
            <a:endParaRPr lang="en-US" altLang="zh-CN" sz="1400" dirty="0">
              <a:solidFill>
                <a:srgbClr val="00B0F0"/>
              </a:solidFill>
            </a:endParaRPr>
          </a:p>
          <a:p>
            <a:r>
              <a:rPr lang="zh-CN" altLang="en-US" sz="1400" dirty="0">
                <a:solidFill>
                  <a:srgbClr val="00B0F0"/>
                </a:solidFill>
              </a:rPr>
              <a:t>信时序</a:t>
            </a:r>
            <a:endParaRPr lang="en-US" altLang="zh-CN" sz="1400" dirty="0">
              <a:solidFill>
                <a:srgbClr val="00B0F0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0DCF88D-116B-22A6-9576-F55F96806C48}"/>
              </a:ext>
            </a:extLst>
          </p:cNvPr>
          <p:cNvSpPr txBox="1"/>
          <p:nvPr/>
        </p:nvSpPr>
        <p:spPr>
          <a:xfrm>
            <a:off x="1336987" y="3037274"/>
            <a:ext cx="2050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accum_cls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0,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accum_base_cls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5B3513C-09BB-A9B6-0032-96F940C0515F}"/>
              </a:ext>
            </a:extLst>
          </p:cNvPr>
          <p:cNvSpPr txBox="1"/>
          <p:nvPr/>
        </p:nvSpPr>
        <p:spPr>
          <a:xfrm>
            <a:off x="3828668" y="1418933"/>
            <a:ext cx="1326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in_valid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有效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F9EB0B8-5F00-2B33-005F-A25678681603}"/>
              </a:ext>
            </a:extLst>
          </p:cNvPr>
          <p:cNvSpPr txBox="1"/>
          <p:nvPr/>
        </p:nvSpPr>
        <p:spPr>
          <a:xfrm>
            <a:off x="4058707" y="2996039"/>
            <a:ext cx="21948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sum_next_cls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(wire)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接收增量，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frame_busy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同时前一刻数据（此时为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）寄存给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accum_cls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00AA490-291E-4309-3BEC-56368CCDAF18}"/>
              </a:ext>
            </a:extLst>
          </p:cNvPr>
          <p:cNvSpPr txBox="1"/>
          <p:nvPr/>
        </p:nvSpPr>
        <p:spPr>
          <a:xfrm>
            <a:off x="4013110" y="4616742"/>
            <a:ext cx="2112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busy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accum_base_cls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等于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accum_cls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0BE8AA0-935F-DB79-538C-12E93CB62956}"/>
              </a:ext>
            </a:extLst>
          </p:cNvPr>
          <p:cNvSpPr/>
          <p:nvPr/>
        </p:nvSpPr>
        <p:spPr>
          <a:xfrm>
            <a:off x="6485263" y="3010220"/>
            <a:ext cx="2283788" cy="1472107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E39787-1040-6DAF-A66A-B01588714102}"/>
              </a:ext>
            </a:extLst>
          </p:cNvPr>
          <p:cNvSpPr txBox="1"/>
          <p:nvPr/>
        </p:nvSpPr>
        <p:spPr>
          <a:xfrm>
            <a:off x="6530860" y="3007542"/>
            <a:ext cx="21948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sum_next_cls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(wire)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接收增量，同时前一刻数据寄存给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accum_cls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D7DF2ED-9EBF-1297-76B7-A3352EABA44B}"/>
              </a:ext>
            </a:extLst>
          </p:cNvPr>
          <p:cNvSpPr/>
          <p:nvPr/>
        </p:nvSpPr>
        <p:spPr>
          <a:xfrm>
            <a:off x="9156777" y="3015386"/>
            <a:ext cx="2283788" cy="1472107"/>
          </a:xfrm>
          <a:prstGeom prst="roundRect">
            <a:avLst/>
          </a:prstGeom>
          <a:solidFill>
            <a:srgbClr val="FF0000">
              <a:alpha val="31000"/>
            </a:srgbClr>
          </a:solidFill>
          <a:ln>
            <a:solidFill>
              <a:srgbClr val="FF0000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26478F-7B0F-F338-6F50-09917098E952}"/>
              </a:ext>
            </a:extLst>
          </p:cNvPr>
          <p:cNvSpPr txBox="1"/>
          <p:nvPr/>
        </p:nvSpPr>
        <p:spPr>
          <a:xfrm>
            <a:off x="8065645" y="1779076"/>
            <a:ext cx="931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······</a:t>
            </a:r>
            <a:endParaRPr lang="zh-CN" altLang="en-US" sz="3200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A54AE4B-FE11-3162-90EB-1651EDE7F3C9}"/>
              </a:ext>
            </a:extLst>
          </p:cNvPr>
          <p:cNvSpPr txBox="1"/>
          <p:nvPr/>
        </p:nvSpPr>
        <p:spPr>
          <a:xfrm>
            <a:off x="9102352" y="1356192"/>
            <a:ext cx="1326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in_last</a:t>
            </a:r>
            <a:endParaRPr lang="en-US" altLang="zh-CN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F3CDF34-9BD6-7FC4-63C0-08098ED3F483}"/>
              </a:ext>
            </a:extLst>
          </p:cNvPr>
          <p:cNvSpPr txBox="1"/>
          <p:nvPr/>
        </p:nvSpPr>
        <p:spPr>
          <a:xfrm>
            <a:off x="9222507" y="3062082"/>
            <a:ext cx="21948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out_sum_cls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sum_next_cls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收集结果，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accum_cls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置零，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valid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last out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信号置高</a:t>
            </a:r>
          </a:p>
        </p:txBody>
      </p:sp>
    </p:spTree>
    <p:extLst>
      <p:ext uri="{BB962C8B-B14F-4D97-AF65-F5344CB8AC3E}">
        <p14:creationId xmlns:p14="http://schemas.microsoft.com/office/powerpoint/2010/main" val="15088033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C1F9B-6EB9-1269-51C6-84DA8CD17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BDBCC5-AF22-1C8A-286E-334904EAF9FF}"/>
              </a:ext>
            </a:extLst>
          </p:cNvPr>
          <p:cNvSpPr txBox="1"/>
          <p:nvPr/>
        </p:nvSpPr>
        <p:spPr>
          <a:xfrm>
            <a:off x="594689" y="914256"/>
            <a:ext cx="424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2" indent="-285742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post_process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架构电路图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B8E5093-79A6-3616-5465-4CDDEAD5766B}"/>
              </a:ext>
            </a:extLst>
          </p:cNvPr>
          <p:cNvSpPr/>
          <p:nvPr/>
        </p:nvSpPr>
        <p:spPr>
          <a:xfrm>
            <a:off x="8117145" y="414503"/>
            <a:ext cx="772518" cy="356813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B505932-7D2A-C919-4987-F5CB66200E4E}"/>
              </a:ext>
            </a:extLst>
          </p:cNvPr>
          <p:cNvSpPr/>
          <p:nvPr/>
        </p:nvSpPr>
        <p:spPr>
          <a:xfrm>
            <a:off x="9411791" y="414502"/>
            <a:ext cx="772518" cy="356813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54B925-4DF9-6E0E-4584-C2C50286F369}"/>
              </a:ext>
            </a:extLst>
          </p:cNvPr>
          <p:cNvSpPr txBox="1"/>
          <p:nvPr/>
        </p:nvSpPr>
        <p:spPr>
          <a:xfrm>
            <a:off x="540047" y="362078"/>
            <a:ext cx="5664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SonicBolt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Post Process v1.2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D0D5E9-E009-E69B-3192-FFA282B14DD5}"/>
              </a:ext>
            </a:extLst>
          </p:cNvPr>
          <p:cNvSpPr/>
          <p:nvPr/>
        </p:nvSpPr>
        <p:spPr>
          <a:xfrm>
            <a:off x="3545956" y="5240380"/>
            <a:ext cx="2562026" cy="703364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EF44F1-3BBE-5E01-2B0B-048C48903208}"/>
              </a:ext>
            </a:extLst>
          </p:cNvPr>
          <p:cNvSpPr/>
          <p:nvPr/>
        </p:nvSpPr>
        <p:spPr>
          <a:xfrm>
            <a:off x="3767029" y="5347067"/>
            <a:ext cx="957238" cy="488978"/>
          </a:xfrm>
          <a:prstGeom prst="rect">
            <a:avLst/>
          </a:prstGeom>
          <a:solidFill>
            <a:srgbClr val="00B050">
              <a:alpha val="4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w0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72x64bit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17A5B2-6FA8-D2B4-5146-E1E5E34BEE7F}"/>
              </a:ext>
            </a:extLst>
          </p:cNvPr>
          <p:cNvSpPr txBox="1"/>
          <p:nvPr/>
        </p:nvSpPr>
        <p:spPr>
          <a:xfrm>
            <a:off x="3231378" y="4819256"/>
            <a:ext cx="1327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weight: 64bit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632F71-3459-6828-9C13-5E393805C32C}"/>
              </a:ext>
            </a:extLst>
          </p:cNvPr>
          <p:cNvSpPr txBox="1"/>
          <p:nvPr/>
        </p:nvSpPr>
        <p:spPr>
          <a:xfrm>
            <a:off x="5003247" y="4830629"/>
            <a:ext cx="1123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Bias: 32bit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3EACB0-031A-1A40-75E9-7EBACD5432FC}"/>
              </a:ext>
            </a:extLst>
          </p:cNvPr>
          <p:cNvSpPr/>
          <p:nvPr/>
        </p:nvSpPr>
        <p:spPr>
          <a:xfrm>
            <a:off x="2439869" y="2048054"/>
            <a:ext cx="4774200" cy="237282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C65CF68-653D-F903-7612-5A5DC22D1492}"/>
              </a:ext>
            </a:extLst>
          </p:cNvPr>
          <p:cNvCxnSpPr>
            <a:cxnSpLocks/>
            <a:stCxn id="15" idx="0"/>
            <a:endCxn id="25" idx="2"/>
          </p:cNvCxnSpPr>
          <p:nvPr/>
        </p:nvCxnSpPr>
        <p:spPr>
          <a:xfrm flipV="1">
            <a:off x="4826969" y="4420879"/>
            <a:ext cx="0" cy="819501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D1064E94-B423-5B3F-F047-C830E565B209}"/>
              </a:ext>
            </a:extLst>
          </p:cNvPr>
          <p:cNvSpPr/>
          <p:nvPr/>
        </p:nvSpPr>
        <p:spPr>
          <a:xfrm>
            <a:off x="7528022" y="2415708"/>
            <a:ext cx="1659283" cy="1356794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99982D2-FAAA-7481-1860-CFE1BBF42AA4}"/>
              </a:ext>
            </a:extLst>
          </p:cNvPr>
          <p:cNvSpPr/>
          <p:nvPr/>
        </p:nvSpPr>
        <p:spPr>
          <a:xfrm rot="5400000">
            <a:off x="7478284" y="2880878"/>
            <a:ext cx="809308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512bit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6E6F15E-E52F-D7F4-6FC4-F494B56C9BC9}"/>
              </a:ext>
            </a:extLst>
          </p:cNvPr>
          <p:cNvSpPr/>
          <p:nvPr/>
        </p:nvSpPr>
        <p:spPr>
          <a:xfrm rot="5400000">
            <a:off x="8374483" y="2880878"/>
            <a:ext cx="809308" cy="531025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128bit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055CE0C-5C70-5112-BC0B-F765508E734E}"/>
              </a:ext>
            </a:extLst>
          </p:cNvPr>
          <p:cNvSpPr txBox="1"/>
          <p:nvPr/>
        </p:nvSpPr>
        <p:spPr>
          <a:xfrm>
            <a:off x="2071952" y="5405521"/>
            <a:ext cx="155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 Store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719A10E-588D-F535-A2DE-FB4956F4F148}"/>
              </a:ext>
            </a:extLst>
          </p:cNvPr>
          <p:cNvSpPr txBox="1"/>
          <p:nvPr/>
        </p:nvSpPr>
        <p:spPr>
          <a:xfrm>
            <a:off x="4201529" y="1631195"/>
            <a:ext cx="1935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Computing Core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1594574-D401-2C26-83BA-4DA43864A65F}"/>
              </a:ext>
            </a:extLst>
          </p:cNvPr>
          <p:cNvSpPr txBox="1"/>
          <p:nvPr/>
        </p:nvSpPr>
        <p:spPr>
          <a:xfrm>
            <a:off x="7029688" y="1627926"/>
            <a:ext cx="2655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Rescale-SAT Path</a:t>
            </a:r>
          </a:p>
          <a:p>
            <a:pPr algn="ctr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 stage)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BBF039F-61ED-EFB3-9656-5AE816C07EB4}"/>
              </a:ext>
            </a:extLst>
          </p:cNvPr>
          <p:cNvSpPr txBox="1"/>
          <p:nvPr/>
        </p:nvSpPr>
        <p:spPr>
          <a:xfrm>
            <a:off x="57277" y="2970308"/>
            <a:ext cx="2045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pwconv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output:  128bit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83636739-8AAD-A3EC-6B69-715668C1532E}"/>
              </a:ext>
            </a:extLst>
          </p:cNvPr>
          <p:cNvSpPr/>
          <p:nvPr/>
        </p:nvSpPr>
        <p:spPr>
          <a:xfrm>
            <a:off x="2610883" y="2547973"/>
            <a:ext cx="1347278" cy="1182754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EC32BB9-DD16-77D8-33C9-D725CB0C12B2}"/>
              </a:ext>
            </a:extLst>
          </p:cNvPr>
          <p:cNvSpPr txBox="1"/>
          <p:nvPr/>
        </p:nvSpPr>
        <p:spPr>
          <a:xfrm>
            <a:off x="2919279" y="2194727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MacPool</a:t>
            </a:r>
            <a:endParaRPr lang="en-US" altLang="zh-CN" sz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9EB5AA37-3531-7A84-61E7-C1AD890EB934}"/>
              </a:ext>
            </a:extLst>
          </p:cNvPr>
          <p:cNvSpPr txBox="1"/>
          <p:nvPr/>
        </p:nvSpPr>
        <p:spPr>
          <a:xfrm>
            <a:off x="2042615" y="4619201"/>
            <a:ext cx="1490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weight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sram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depth = 72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word width = 64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FFE03170-0D58-FF26-7402-E5B030F4FA86}"/>
              </a:ext>
            </a:extLst>
          </p:cNvPr>
          <p:cNvSpPr/>
          <p:nvPr/>
        </p:nvSpPr>
        <p:spPr>
          <a:xfrm>
            <a:off x="2647616" y="2793291"/>
            <a:ext cx="1273812" cy="713626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4x4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MaxPool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8C8C93E1-926D-F3EC-DE45-C63F2DACBF6B}"/>
              </a:ext>
            </a:extLst>
          </p:cNvPr>
          <p:cNvSpPr/>
          <p:nvPr/>
        </p:nvSpPr>
        <p:spPr>
          <a:xfrm>
            <a:off x="4053053" y="2538677"/>
            <a:ext cx="1148230" cy="1182756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463FFE4-0141-569F-486A-A5AE33086A21}"/>
              </a:ext>
            </a:extLst>
          </p:cNvPr>
          <p:cNvSpPr txBox="1"/>
          <p:nvPr/>
        </p:nvSpPr>
        <p:spPr>
          <a:xfrm>
            <a:off x="4221106" y="4051243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2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45F294E-86AB-05EA-FD81-7173CD13A8E8}"/>
              </a:ext>
            </a:extLst>
          </p:cNvPr>
          <p:cNvSpPr/>
          <p:nvPr/>
        </p:nvSpPr>
        <p:spPr>
          <a:xfrm>
            <a:off x="5020463" y="5333383"/>
            <a:ext cx="957238" cy="488978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 b0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2x16bit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D7ECEA1-2D53-FBF4-EF9D-0D1D98D8C08A}"/>
              </a:ext>
            </a:extLst>
          </p:cNvPr>
          <p:cNvSpPr/>
          <p:nvPr/>
        </p:nvSpPr>
        <p:spPr>
          <a:xfrm>
            <a:off x="4098188" y="2789576"/>
            <a:ext cx="1103095" cy="713626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unit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4xMAC per unit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3BDCCC99-F9E0-F294-3627-F11AF3ADB2BA}"/>
              </a:ext>
            </a:extLst>
          </p:cNvPr>
          <p:cNvSpPr/>
          <p:nvPr/>
        </p:nvSpPr>
        <p:spPr>
          <a:xfrm>
            <a:off x="5289209" y="2538675"/>
            <a:ext cx="1803944" cy="1182757"/>
          </a:xfrm>
          <a:prstGeom prst="round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BAAE1771-FFEC-05D6-9693-E43EC0DAF26F}"/>
              </a:ext>
            </a:extLst>
          </p:cNvPr>
          <p:cNvSpPr/>
          <p:nvPr/>
        </p:nvSpPr>
        <p:spPr>
          <a:xfrm>
            <a:off x="5409431" y="2789576"/>
            <a:ext cx="1552097" cy="713626"/>
          </a:xfrm>
          <a:prstGeom prst="rect">
            <a:avLst/>
          </a:prstGeom>
          <a:solidFill>
            <a:srgbClr val="FFC000">
              <a:alpha val="44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 cycle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 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accum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add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694237F-9653-945A-7B72-31A8EC5B68E3}"/>
              </a:ext>
            </a:extLst>
          </p:cNvPr>
          <p:cNvSpPr txBox="1"/>
          <p:nvPr/>
        </p:nvSpPr>
        <p:spPr>
          <a:xfrm>
            <a:off x="5725625" y="4051242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3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180E378E-C9C9-9BD8-320C-B92740DB459B}"/>
              </a:ext>
            </a:extLst>
          </p:cNvPr>
          <p:cNvSpPr txBox="1"/>
          <p:nvPr/>
        </p:nvSpPr>
        <p:spPr>
          <a:xfrm>
            <a:off x="3070600" y="4224855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1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A05BC515-2087-F92B-7018-70E2BE87091C}"/>
              </a:ext>
            </a:extLst>
          </p:cNvPr>
          <p:cNvSpPr txBox="1"/>
          <p:nvPr/>
        </p:nvSpPr>
        <p:spPr>
          <a:xfrm>
            <a:off x="4199550" y="2178032"/>
            <a:ext cx="824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 MAC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FBE49BA-3DA1-494A-5FCA-2F62535A04C8}"/>
              </a:ext>
            </a:extLst>
          </p:cNvPr>
          <p:cNvSpPr txBox="1"/>
          <p:nvPr/>
        </p:nvSpPr>
        <p:spPr>
          <a:xfrm>
            <a:off x="5661076" y="2185416"/>
            <a:ext cx="932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 </a:t>
            </a:r>
            <a:r>
              <a:rPr lang="en-US" altLang="zh-CN" sz="12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Accum</a:t>
            </a:r>
            <a:endParaRPr lang="en-US" altLang="zh-CN" sz="1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350B9C13-24CB-9A48-4235-3C75ABFB38E0}"/>
              </a:ext>
            </a:extLst>
          </p:cNvPr>
          <p:cNvCxnSpPr>
            <a:cxnSpLocks/>
            <a:stCxn id="104" idx="3"/>
            <a:endCxn id="110" idx="1"/>
          </p:cNvCxnSpPr>
          <p:nvPr/>
        </p:nvCxnSpPr>
        <p:spPr>
          <a:xfrm flipV="1">
            <a:off x="3921428" y="3146389"/>
            <a:ext cx="176760" cy="37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79FDD7BB-B600-A6D2-16B3-DF51C3D0D64E}"/>
              </a:ext>
            </a:extLst>
          </p:cNvPr>
          <p:cNvSpPr txBox="1"/>
          <p:nvPr/>
        </p:nvSpPr>
        <p:spPr>
          <a:xfrm>
            <a:off x="3682615" y="2808129"/>
            <a:ext cx="718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4x8bit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7AF6757D-86C9-225C-C9FD-98AD2ED5EC7B}"/>
              </a:ext>
            </a:extLst>
          </p:cNvPr>
          <p:cNvSpPr txBox="1"/>
          <p:nvPr/>
        </p:nvSpPr>
        <p:spPr>
          <a:xfrm>
            <a:off x="5009879" y="2786328"/>
            <a:ext cx="794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2x32bit</a:t>
            </a:r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60969603-5C36-57EE-1FA6-4871C86E7604}"/>
              </a:ext>
            </a:extLst>
          </p:cNvPr>
          <p:cNvCxnSpPr>
            <a:cxnSpLocks/>
            <a:stCxn id="110" idx="3"/>
            <a:endCxn id="112" idx="1"/>
          </p:cNvCxnSpPr>
          <p:nvPr/>
        </p:nvCxnSpPr>
        <p:spPr>
          <a:xfrm>
            <a:off x="5201283" y="3146389"/>
            <a:ext cx="2081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6F3BA707-2DB0-78D2-6B2E-B31B00B44A13}"/>
              </a:ext>
            </a:extLst>
          </p:cNvPr>
          <p:cNvCxnSpPr>
            <a:cxnSpLocks/>
            <a:stCxn id="112" idx="3"/>
            <a:endCxn id="33" idx="2"/>
          </p:cNvCxnSpPr>
          <p:nvPr/>
        </p:nvCxnSpPr>
        <p:spPr>
          <a:xfrm>
            <a:off x="6961528" y="3146389"/>
            <a:ext cx="655898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3BA491AD-F626-DC49-EFDC-0052CC42B257}"/>
              </a:ext>
            </a:extLst>
          </p:cNvPr>
          <p:cNvSpPr txBox="1"/>
          <p:nvPr/>
        </p:nvSpPr>
        <p:spPr>
          <a:xfrm>
            <a:off x="6919122" y="2816420"/>
            <a:ext cx="794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2x32bit</a:t>
            </a: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08493BD6-AEA3-2162-DCBB-F0FEC0B1F946}"/>
              </a:ext>
            </a:extLst>
          </p:cNvPr>
          <p:cNvCxnSpPr>
            <a:cxnSpLocks/>
            <a:stCxn id="33" idx="0"/>
            <a:endCxn id="34" idx="2"/>
          </p:cNvCxnSpPr>
          <p:nvPr/>
        </p:nvCxnSpPr>
        <p:spPr>
          <a:xfrm>
            <a:off x="8148451" y="3146391"/>
            <a:ext cx="36517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文本框 153">
            <a:extLst>
              <a:ext uri="{FF2B5EF4-FFF2-40B4-BE49-F238E27FC236}">
                <a16:creationId xmlns:a16="http://schemas.microsoft.com/office/drawing/2014/main" id="{7DF2094A-F554-F3AF-7D2C-E084565CB0EE}"/>
              </a:ext>
            </a:extLst>
          </p:cNvPr>
          <p:cNvSpPr txBox="1"/>
          <p:nvPr/>
        </p:nvSpPr>
        <p:spPr>
          <a:xfrm>
            <a:off x="7931719" y="2846594"/>
            <a:ext cx="794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2x32bit</a:t>
            </a:r>
          </a:p>
        </p:txBody>
      </p: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D8D3DD4A-080F-B6A2-BC14-DBE3E4CC8C17}"/>
              </a:ext>
            </a:extLst>
          </p:cNvPr>
          <p:cNvCxnSpPr>
            <a:cxnSpLocks/>
            <a:stCxn id="34" idx="0"/>
            <a:endCxn id="164" idx="1"/>
          </p:cNvCxnSpPr>
          <p:nvPr/>
        </p:nvCxnSpPr>
        <p:spPr>
          <a:xfrm>
            <a:off x="9044650" y="3146391"/>
            <a:ext cx="699791" cy="1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9FD761B5-27F1-C043-68BC-CF33CEA2B3BE}"/>
              </a:ext>
            </a:extLst>
          </p:cNvPr>
          <p:cNvSpPr txBox="1"/>
          <p:nvPr/>
        </p:nvSpPr>
        <p:spPr>
          <a:xfrm>
            <a:off x="9040407" y="2831573"/>
            <a:ext cx="794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2x8bit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07D616A7-552D-C0C2-E2AD-6951D8BE81C5}"/>
              </a:ext>
            </a:extLst>
          </p:cNvPr>
          <p:cNvSpPr/>
          <p:nvPr/>
        </p:nvSpPr>
        <p:spPr>
          <a:xfrm>
            <a:off x="9744441" y="2863597"/>
            <a:ext cx="809308" cy="567854"/>
          </a:xfrm>
          <a:prstGeom prst="rect">
            <a:avLst/>
          </a:prstGeom>
          <a:solidFill>
            <a:srgbClr val="FFE38F"/>
          </a:solidFill>
          <a:ln>
            <a:solidFill>
              <a:srgbClr val="FFE3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Sigmoid 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LUT</a:t>
            </a:r>
          </a:p>
        </p:txBody>
      </p: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0C3DC6D9-21B6-6D39-660E-4C938BD26E66}"/>
              </a:ext>
            </a:extLst>
          </p:cNvPr>
          <p:cNvCxnSpPr>
            <a:cxnSpLocks/>
            <a:stCxn id="164" idx="3"/>
          </p:cNvCxnSpPr>
          <p:nvPr/>
        </p:nvCxnSpPr>
        <p:spPr>
          <a:xfrm flipV="1">
            <a:off x="10553749" y="3146389"/>
            <a:ext cx="914351" cy="1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921CBCCF-26A6-4781-4AA1-6C3707B14649}"/>
              </a:ext>
            </a:extLst>
          </p:cNvPr>
          <p:cNvSpPr txBox="1"/>
          <p:nvPr/>
        </p:nvSpPr>
        <p:spPr>
          <a:xfrm>
            <a:off x="10553749" y="2831573"/>
            <a:ext cx="794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2xFP32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94AAF17F-88F7-198A-4079-980811EFB983}"/>
              </a:ext>
            </a:extLst>
          </p:cNvPr>
          <p:cNvSpPr txBox="1"/>
          <p:nvPr/>
        </p:nvSpPr>
        <p:spPr>
          <a:xfrm>
            <a:off x="6329055" y="4658051"/>
            <a:ext cx="1490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Bias reg: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双路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reg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同时读写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E47B5099-6AC9-AFDB-A1DE-9EF38531FFA9}"/>
              </a:ext>
            </a:extLst>
          </p:cNvPr>
          <p:cNvCxnSpPr>
            <a:cxnSpLocks/>
            <a:endCxn id="104" idx="1"/>
          </p:cNvCxnSpPr>
          <p:nvPr/>
        </p:nvCxnSpPr>
        <p:spPr>
          <a:xfrm flipV="1">
            <a:off x="1963386" y="3150104"/>
            <a:ext cx="684230" cy="42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8223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2489</TotalTime>
  <Words>8911</Words>
  <Application>Microsoft Office PowerPoint</Application>
  <PresentationFormat>宽屏</PresentationFormat>
  <Paragraphs>1866</Paragraphs>
  <Slides>61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69" baseType="lpstr">
      <vt:lpstr>等线</vt:lpstr>
      <vt:lpstr>等线 Light</vt:lpstr>
      <vt:lpstr>宋体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峻 冯</dc:creator>
  <cp:lastModifiedBy>峻 冯</cp:lastModifiedBy>
  <cp:revision>487</cp:revision>
  <dcterms:created xsi:type="dcterms:W3CDTF">2026-03-04T04:19:03Z</dcterms:created>
  <dcterms:modified xsi:type="dcterms:W3CDTF">2026-04-06T08:06:07Z</dcterms:modified>
</cp:coreProperties>
</file>