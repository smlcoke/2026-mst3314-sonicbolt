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8" r:id="rId55"/>
    <p:sldId id="268" r:id="rId56"/>
    <p:sldId id="316" r:id="rId57"/>
    <p:sldId id="319" r:id="rId58"/>
    <p:sldId id="320" r:id="rId59"/>
    <p:sldId id="321" r:id="rId60"/>
    <p:sldId id="317" r:id="rId61"/>
    <p:sldId id="322" r:id="rId62"/>
    <p:sldId id="323" r:id="rId63"/>
    <p:sldId id="324" r:id="rId64"/>
    <p:sldId id="325" r:id="rId65"/>
    <p:sldId id="326" r:id="rId66"/>
    <p:sldId id="327" r:id="rId6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  <p14:section name="SonicBolt v4.0" id="{5AFD2444-A68B-4FBC-92FD-702DBDB5720B}">
          <p14:sldIdLst>
            <p14:sldId id="314"/>
            <p14:sldId id="315"/>
            <p14:sldId id="318"/>
            <p14:sldId id="268"/>
            <p14:sldId id="316"/>
          </p14:sldIdLst>
        </p14:section>
        <p14:section name="SonicBolt v5.0" id="{3A30FEF8-1F38-4E60-89EC-4F8A90D7FD64}">
          <p14:sldIdLst>
            <p14:sldId id="319"/>
            <p14:sldId id="320"/>
            <p14:sldId id="321"/>
            <p14:sldId id="317"/>
            <p14:sldId id="322"/>
          </p14:sldIdLst>
        </p14:section>
        <p14:section name="SonicBolt v5.2" id="{3CD6A4D5-073C-4FC6-8110-05F8DE160B12}">
          <p14:sldIdLst>
            <p14:sldId id="323"/>
            <p14:sldId id="324"/>
          </p14:sldIdLst>
        </p14:section>
        <p14:section name="SonicBolt v5.3" id="{23B9BA6F-756D-42CB-B1B9-F0C9B012D48B}">
          <p14:sldIdLst>
            <p14:sldId id="325"/>
          </p14:sldIdLst>
        </p14:section>
        <p14:section name="SonicBolt v5.4" id="{258869CE-E40A-4A94-B14D-24E7BDE923F0}">
          <p14:sldIdLst>
            <p14:sldId id="326"/>
            <p14:sldId id="32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5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52F12-58B9-976C-85C7-8FC704BE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F4422BC-7144-439C-0C8E-BFFCCA3F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0C1D90-414F-6617-46DD-BA6428DC6F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C4DF1D-8050-3BD2-C7FC-AEAC18516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23609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3FD6-0916-C4B8-91CA-624C5979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817BFD7-713F-7114-6CC6-6C18685A2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0F200E-26D7-277B-4929-FC184F7F1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FD46FE-07F9-041A-C5BB-D12E45356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460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3CA4F-ADC4-9F9C-BDC2-B4C4AE39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DF6167C-6EC6-5454-BA6A-00548C663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3947C1-9E4B-A788-87D0-E0D8D0AF0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7EA858-F89A-5F91-CD07-B38A88805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8850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1FA89-B87B-DBBF-F21F-F64497E1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C3433B-AF14-CBDE-EDB2-D71004377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57C4F2-8C82-A280-58E7-5E4F633D3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72708B-DCAD-B273-7581-3DB4DC9F6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267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DCA8-A5E3-18D0-EFB7-6700A4FE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D2E7C7-6540-C035-FEF5-04A628ACB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20CB71-EED1-AEF0-A69C-F185581C7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8DE1FC-2F69-1320-2E84-BB208E853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3798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8760-AA24-2CC7-554F-DE2A5459A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14FD84-6931-8ED6-4431-573F6477A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4624E9-6EBD-AEBA-0785-6361B6883B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373E9B-F33B-FEDD-264A-5A37CB49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557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848FB-D6F7-B228-4337-DA9827F4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5A107DB-94F0-ADC9-6DCC-A0922807E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C4BB8A-1079-94B0-A30D-608FE762F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CA061F-47E6-7E8E-7B2D-3F184B1B7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78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2C034-5290-8704-9E48-6E8A5730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0A9253-B7DF-4A56-8325-D6CC64594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C31790-8C17-E3B0-738E-3C1664624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A651C1-549C-64DE-CBB1-87B7A36E9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6470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A152-F700-02BB-9B52-8F421F33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B717A58-2A01-451D-08E2-3DFDED4EF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61C4AAB-6777-76A3-905A-AB4F0B2B8E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AD867-12C8-D9DA-F387-145EA7FC3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17194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BA9B-5516-EA80-302F-737D4686C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0C3FFB-66C6-B8A6-0A49-B28F28533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4B193-7045-8141-F78C-BC91A96CF1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C2CED0-2725-4A64-D152-8AF96A25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0977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A4B07-D64A-E749-CC47-CFA6A135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C7ACD7-49D6-4CB2-C692-41F86F1AD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9830E4C-6BBE-5C01-9685-5ED15834F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60193A-3E4F-937C-53E9-747F6D666C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7394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EA290-3C2F-F625-B9E3-E88BE9CBD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42CE70-1419-9B56-059B-B15994F42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83AE46F-F5D1-06DE-65FF-5944A2847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2E5ECD6-0C39-57C1-EA77-80B94CD37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550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065864"/>
              </p:ext>
            </p:extLst>
          </p:nvPr>
        </p:nvGraphicFramePr>
        <p:xfrm>
          <a:off x="626647" y="1634066"/>
          <a:ext cx="36000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4804675" y="2254684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883112" y="3601644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374818" y="3006304"/>
            <a:ext cx="8406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8A86-E04C-270F-CAB6-944CA774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74795B-99FB-088D-348B-AD2E87A6905E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FE6C2A-DF88-7069-C05A-26660C9D775E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EA040-AA90-68E8-AAD2-21F030F50D2A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80242-5B18-F67E-E97E-76B5A1E2DA31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D5E5702-C5A8-7A93-D2F7-D74C2BAE58C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976AE4-7338-C0E5-5151-BB48EFAF6F8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1227AAB-8ADA-B77E-F7D8-628D5880F11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47968FA0-BA8C-B78C-1EEF-D9EDEAD1D408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B636AD-1936-6B58-02BA-C6C2BC33E79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95A1333-0D33-D7FC-215E-323E755D88F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8E09C1-8922-A7E8-448E-3AE6AB1CA842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46B7448-F47D-F78E-1FCA-5012BD15F54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4EAA48B-7EE2-06BC-D640-CFE02359FD4E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3BD0433-AF62-B9C0-475F-C68422C183EF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381CC36A-184A-20EE-777D-D1A3583F8090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E055B17-E5D5-198E-A472-B832C1963DD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568C8B6-A2EB-4796-8077-20C1E311765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4B5967-8E7F-9458-6840-0BF3E8DF4F51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AD9D0C-8486-5CC3-0D38-A7BB9AF8E184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151BB97-7B78-8DA0-AE52-9AD737E56D5D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679F10D-0EE2-16C4-EC85-0BCACE64DA8E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298430B-6C5E-C6C1-CC9D-C62D2EAFCFBF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F45208D-91A5-208B-FFDE-4D05428DA107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257D3199-34B7-C5AC-4461-9BA64F12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1302952-223A-AE12-D212-B3C5050BD312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7DC33CE-7AD8-1F43-6C41-6161D7A153C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B8CE504-9AA0-F40F-27EE-A7E5057DE87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C359DCA-D626-5D35-1AD2-85B34301CB1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907B8223-D0D3-FB34-A0AB-35BAC55AEC9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638E893-DD39-AF46-00DD-79148C77AD83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3DB02A8-3D72-FCFE-2295-CAF6E080969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7D06D25-A841-830A-AEE8-4A623DAE321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45DFF57-C51D-057A-C06B-D86966AE10B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12BE071-9812-AFC7-7DEA-5BF9E2906464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5BB3EAC-4BE1-F01F-CF6A-81FAEEF0F112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2BE6F3-A28B-0F81-7ACB-1D81912FABB5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26F866-C9F1-FF8D-0730-4F1718EBA86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9206184B-3F0D-288E-87D5-E88E098A730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D2DB07DC-8E6C-02A3-FB35-2AE682FA65CD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94BCFC2C-D5E8-01F6-E7C0-2E0980D2C60C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C9A3E50-9894-EAD9-D0B5-C4C020AF5A86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64564C-B57A-B8F4-0090-8049BDCEB3AB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5C7B20A5-D399-ADD7-1516-98BA1F7B8810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B4C90C1-AB2D-C6C4-ACC8-B07E44D38227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9420DC-97AB-BE4A-7D62-C75D6A3480D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5896A-CB82-C249-3DC0-55A2334A3C8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80A239B-5A74-D652-C056-44CF0D4481F1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0C89391-488C-447F-57EB-DBFE8B6D107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9E73EE25-B89B-D198-46FB-85784F6480D9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DFB4A0C-A4BD-A01A-3B40-843F5216E284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9C5FB00-B569-CA46-0D98-C3DD162DD25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52BE51C-96AF-94DA-85BC-04571A4A0BFC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C48FD943-7CF5-6182-0E45-66A7B1B2A14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91675DF-2FD8-C267-A21A-DFF0E052EBD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3331FCB-2F24-A5AA-25B6-0735D6699F49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26C4CB7E-8CA4-7241-7AFC-BC2C97A2B74A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16D8AAD-7BD7-65C9-9168-51CD5341900A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68C62ED-8018-7CA4-0E15-7518548E2BC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322E92E3-688C-72B2-293A-B43F3D74206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2634A36-A119-E3DA-E339-0EEC29A82945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5B0DB4-B557-772A-BB34-0A116A867F99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C90D474-5292-697F-C0B6-6646ED38BCCF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A803181-AA86-CF1D-6457-7453E52AA233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AAB16D-266D-2697-8B86-5252374B385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41379881-D381-5731-89E0-2530ABBD2CD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7D5E0C95-9525-CCA0-EBF2-F0788AA0493F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8AE084-95F6-4560-A44A-37C0244963B5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13484807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CEC3-E9C6-1A84-8D4E-7AD17488E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EEA56A2-5EA3-AD7F-6EFD-7DAB94A468F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E1F110-55A7-4DA3-656F-6F2E1CB4CB9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E0DA507-AFB1-2839-6C5A-B30358E88457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828A1BA-00E4-04A8-D31D-C46BBBD576C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E560AB1-D8C0-0354-71F0-C1BCB144FA66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8293FED-4EF9-7A5B-AFFC-41931214372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A4A492-7DDB-D23C-B9DD-922F88FFCB08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20FC50C4-768C-6110-0B85-85CE4720DB14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FC3FF993-A61F-B8BE-F739-BF11B75CAE0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4640993-E5D0-2E58-8622-2964E641776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6A663A-814C-2553-D9F5-BC84EC77F80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D45685D6-8EC7-7CE2-F066-D6CB3A37A4B9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B440975-1F55-FD24-BD60-0D80EA83F31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8B2C39D1-4EE5-C785-A537-297CE5C05739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AE3049D-E320-141B-D963-A1A6A8579DC3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3BAB1FB-EE1D-A686-8ECD-5D03164079C2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A16514E-4F46-9AA0-E935-B6E2701F2D96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4FDBA34-09EC-395C-8F7C-1BFD6DF2A149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96D41994-B29C-D692-9C25-4E9B503AFA4D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EE8015C-8299-53B7-AC6A-857B12450C6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364E8D7-40F7-2087-260A-6FC39A2D41CA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8371A7E-9309-05F0-68E1-6CAC85860565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C5E67BC-8163-CF7D-EA98-DB4B4AB06645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0049E2-15EF-5168-E2D9-2C56C31D040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641B01-FE62-0375-07AD-55B46CF586D1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4AB2D434-048D-4A89-7690-225CBAD3A371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1D08E39-F334-0B6F-BCFE-8184F00B57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61549FE-4081-321B-00D1-E3A70E419E1E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592852ED-DC95-D388-2BEC-02E632BA3461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EE8131D6-2579-B195-853E-FAABA993A83B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FAD698A4-29EE-E9BB-8CBD-B1EBEFA31AD7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D00D20B5-183A-2BF1-E149-E6D116315EED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34343D3-2C09-DAC4-9023-D5226082781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F20C557-7FD8-29AF-7AE1-8633B9A3E4B6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323E092F-3BA4-6FCA-DD1C-EB32A1C9DBE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FB6E4D7-D00C-9B77-AE5A-AF8B947DC00B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22E9B3E8-A868-F022-B0CF-3C6B6049947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CA9BD51C-49C6-A249-49E3-DB6CF5D6C2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64E811C4-4DBB-D03B-3E36-78B279009DAF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F642F90C-C339-1EB9-B549-DC6CDABE26E0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6295D74-28DD-8110-6A89-7E2791E9AE4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59D9F79B-5500-3807-93FA-1DC4967DD7D0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DC50D32-B887-9659-49C1-5F65768E67DA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8AE73280-84B7-BB93-8CD9-4E1D5D5FFFED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FBC360-BE99-4F8A-6B3E-E1A1C345B092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5851B6-DD7C-1C29-6E99-4892C5DF8AD1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30534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C78DD-B3DD-4F58-9F73-A138C67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EF4A261-ED15-3302-8212-6C25FA84EA8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48194917-32A5-95B7-A4ED-B6BD1BF6D3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403506"/>
              </p:ext>
            </p:extLst>
          </p:nvPr>
        </p:nvGraphicFramePr>
        <p:xfrm>
          <a:off x="1852591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7" name="表格 96">
            <a:extLst>
              <a:ext uri="{FF2B5EF4-FFF2-40B4-BE49-F238E27FC236}">
                <a16:creationId xmlns:a16="http://schemas.microsoft.com/office/drawing/2014/main" id="{A3D0BFF1-9409-23D0-AEEB-4748E1E15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75298"/>
              </p:ext>
            </p:extLst>
          </p:nvPr>
        </p:nvGraphicFramePr>
        <p:xfrm>
          <a:off x="3602297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8" name="表格 97">
            <a:extLst>
              <a:ext uri="{FF2B5EF4-FFF2-40B4-BE49-F238E27FC236}">
                <a16:creationId xmlns:a16="http://schemas.microsoft.com/office/drawing/2014/main" id="{6A4F81BD-1A57-B4AC-C766-C628D0804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531906"/>
              </p:ext>
            </p:extLst>
          </p:nvPr>
        </p:nvGraphicFramePr>
        <p:xfrm>
          <a:off x="5352003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99" name="表格 98">
            <a:extLst>
              <a:ext uri="{FF2B5EF4-FFF2-40B4-BE49-F238E27FC236}">
                <a16:creationId xmlns:a16="http://schemas.microsoft.com/office/drawing/2014/main" id="{3001A9A4-FB04-03A8-C6FA-10A20D06D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598237"/>
              </p:ext>
            </p:extLst>
          </p:nvPr>
        </p:nvGraphicFramePr>
        <p:xfrm>
          <a:off x="7101709" y="160513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0" name="左大括号 99">
            <a:extLst>
              <a:ext uri="{FF2B5EF4-FFF2-40B4-BE49-F238E27FC236}">
                <a16:creationId xmlns:a16="http://schemas.microsoft.com/office/drawing/2014/main" id="{91AE37E5-F4C5-5214-B595-D25A1945CD07}"/>
              </a:ext>
            </a:extLst>
          </p:cNvPr>
          <p:cNvSpPr/>
          <p:nvPr/>
        </p:nvSpPr>
        <p:spPr>
          <a:xfrm rot="16200000">
            <a:off x="5121231" y="-1133113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76F4C420-2A71-79DE-8677-5A6828B20283}"/>
              </a:ext>
            </a:extLst>
          </p:cNvPr>
          <p:cNvSpPr txBox="1"/>
          <p:nvPr/>
        </p:nvSpPr>
        <p:spPr>
          <a:xfrm>
            <a:off x="4737435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02FE21E-0362-5BE1-4F41-88ACB6656A3E}"/>
              </a:ext>
            </a:extLst>
          </p:cNvPr>
          <p:cNvSpPr txBox="1"/>
          <p:nvPr/>
        </p:nvSpPr>
        <p:spPr>
          <a:xfrm>
            <a:off x="2292005" y="113557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AA872841-C622-1AF3-C82A-DCCF3422269F}"/>
              </a:ext>
            </a:extLst>
          </p:cNvPr>
          <p:cNvSpPr txBox="1"/>
          <p:nvPr/>
        </p:nvSpPr>
        <p:spPr>
          <a:xfrm>
            <a:off x="4041711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45D4FF1-BB84-6132-C143-4B4C7E8E6CF8}"/>
              </a:ext>
            </a:extLst>
          </p:cNvPr>
          <p:cNvSpPr txBox="1"/>
          <p:nvPr/>
        </p:nvSpPr>
        <p:spPr>
          <a:xfrm>
            <a:off x="5805697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F66969D-9BAE-D48F-2D6B-20E2D787FC84}"/>
              </a:ext>
            </a:extLst>
          </p:cNvPr>
          <p:cNvSpPr txBox="1"/>
          <p:nvPr/>
        </p:nvSpPr>
        <p:spPr>
          <a:xfrm>
            <a:off x="7569683" y="116412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ch3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60BC099-4285-4116-D09D-A86297D2C253}"/>
              </a:ext>
            </a:extLst>
          </p:cNvPr>
          <p:cNvSpPr txBox="1"/>
          <p:nvPr/>
        </p:nvSpPr>
        <p:spPr>
          <a:xfrm>
            <a:off x="773748" y="1605130"/>
            <a:ext cx="63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data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A8BCC4D-E2CB-0BDD-2868-5199265A6D30}"/>
              </a:ext>
            </a:extLst>
          </p:cNvPr>
          <p:cNvSpPr txBox="1"/>
          <p:nvPr/>
        </p:nvSpPr>
        <p:spPr>
          <a:xfrm>
            <a:off x="5971073" y="239186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B3A9A581-4C6F-4223-88AA-C2EC234F5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851"/>
              </p:ext>
            </p:extLst>
          </p:nvPr>
        </p:nvGraphicFramePr>
        <p:xfrm>
          <a:off x="1852591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54C5E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09" name="左大括号 108">
            <a:extLst>
              <a:ext uri="{FF2B5EF4-FFF2-40B4-BE49-F238E27FC236}">
                <a16:creationId xmlns:a16="http://schemas.microsoft.com/office/drawing/2014/main" id="{C2E4CAB1-DDF0-6D87-D276-1D9447D939CC}"/>
              </a:ext>
            </a:extLst>
          </p:cNvPr>
          <p:cNvSpPr/>
          <p:nvPr/>
        </p:nvSpPr>
        <p:spPr>
          <a:xfrm rot="16200000">
            <a:off x="5121231" y="761277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DFB8AA8-1474-6CFB-FAF8-E7C99219501C}"/>
              </a:ext>
            </a:extLst>
          </p:cNvPr>
          <p:cNvSpPr txBox="1"/>
          <p:nvPr/>
        </p:nvSpPr>
        <p:spPr>
          <a:xfrm>
            <a:off x="4737435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8175C743-AA50-CC67-010B-F7C4878D5CA7}"/>
              </a:ext>
            </a:extLst>
          </p:cNvPr>
          <p:cNvSpPr txBox="1"/>
          <p:nvPr/>
        </p:nvSpPr>
        <p:spPr>
          <a:xfrm>
            <a:off x="2292005" y="3029963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5B174F4-56CA-13EE-499A-F4AF813D7FA1}"/>
              </a:ext>
            </a:extLst>
          </p:cNvPr>
          <p:cNvSpPr txBox="1"/>
          <p:nvPr/>
        </p:nvSpPr>
        <p:spPr>
          <a:xfrm>
            <a:off x="4041711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3842924-5D35-7E2C-4460-99239A2E43C1}"/>
              </a:ext>
            </a:extLst>
          </p:cNvPr>
          <p:cNvSpPr txBox="1"/>
          <p:nvPr/>
        </p:nvSpPr>
        <p:spPr>
          <a:xfrm>
            <a:off x="5805697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5250C54B-9640-8BFB-20F8-AC5B87916742}"/>
              </a:ext>
            </a:extLst>
          </p:cNvPr>
          <p:cNvSpPr txBox="1"/>
          <p:nvPr/>
        </p:nvSpPr>
        <p:spPr>
          <a:xfrm>
            <a:off x="7569683" y="3058516"/>
            <a:ext cx="604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K3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25B1108-51E3-C62D-A39F-AB299550A735}"/>
              </a:ext>
            </a:extLst>
          </p:cNvPr>
          <p:cNvSpPr txBox="1"/>
          <p:nvPr/>
        </p:nvSpPr>
        <p:spPr>
          <a:xfrm>
            <a:off x="5971073" y="4286254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09EC13F-4C50-4294-7245-6C3AF980E5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310135"/>
              </p:ext>
            </p:extLst>
          </p:nvPr>
        </p:nvGraphicFramePr>
        <p:xfrm>
          <a:off x="3602297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C0B4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734306A1-348B-FE06-2257-A9A99BAE0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321626"/>
              </p:ext>
            </p:extLst>
          </p:nvPr>
        </p:nvGraphicFramePr>
        <p:xfrm>
          <a:off x="5352003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BD4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07D16981-42DA-ED8B-3010-5DCD3AF02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57240"/>
              </p:ext>
            </p:extLst>
          </p:nvPr>
        </p:nvGraphicFramePr>
        <p:xfrm>
          <a:off x="7101709" y="3499520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BA0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120" name="左大括号 119">
            <a:extLst>
              <a:ext uri="{FF2B5EF4-FFF2-40B4-BE49-F238E27FC236}">
                <a16:creationId xmlns:a16="http://schemas.microsoft.com/office/drawing/2014/main" id="{7053CAE5-941A-AB18-C223-075D8910AB74}"/>
              </a:ext>
            </a:extLst>
          </p:cNvPr>
          <p:cNvSpPr/>
          <p:nvPr/>
        </p:nvSpPr>
        <p:spPr>
          <a:xfrm rot="16200000">
            <a:off x="5121230" y="2674429"/>
            <a:ext cx="195039" cy="6732319"/>
          </a:xfrm>
          <a:prstGeom prst="leftBrace">
            <a:avLst/>
          </a:prstGeom>
          <a:noFill/>
          <a:ln w="254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D12CD5A5-8411-4C0C-2F59-A7F47E574CA1}"/>
              </a:ext>
            </a:extLst>
          </p:cNvPr>
          <p:cNvSpPr txBox="1"/>
          <p:nvPr/>
        </p:nvSpPr>
        <p:spPr>
          <a:xfrm>
            <a:off x="4737434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group0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98026176-BBB5-B0FC-D575-5181AFC82376}"/>
              </a:ext>
            </a:extLst>
          </p:cNvPr>
          <p:cNvSpPr txBox="1"/>
          <p:nvPr/>
        </p:nvSpPr>
        <p:spPr>
          <a:xfrm>
            <a:off x="2292004" y="4943115"/>
            <a:ext cx="69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out0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678D3D-D7C6-4CD4-DC0F-58EA96460A4F}"/>
              </a:ext>
            </a:extLst>
          </p:cNvPr>
          <p:cNvSpPr txBox="1"/>
          <p:nvPr/>
        </p:nvSpPr>
        <p:spPr>
          <a:xfrm>
            <a:off x="4041710" y="4971668"/>
            <a:ext cx="784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out1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38CB7A69-DC3B-D0CB-7A20-E55C897F3FBB}"/>
              </a:ext>
            </a:extLst>
          </p:cNvPr>
          <p:cNvSpPr txBox="1"/>
          <p:nvPr/>
        </p:nvSpPr>
        <p:spPr>
          <a:xfrm>
            <a:off x="5805696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out2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FD53E6F2-2F88-D48D-C332-601B8C747723}"/>
              </a:ext>
            </a:extLst>
          </p:cNvPr>
          <p:cNvSpPr txBox="1"/>
          <p:nvPr/>
        </p:nvSpPr>
        <p:spPr>
          <a:xfrm>
            <a:off x="7569682" y="4971668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out3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762AE024-C14B-E4DB-A08C-95805588E16A}"/>
              </a:ext>
            </a:extLst>
          </p:cNvPr>
          <p:cNvSpPr txBox="1"/>
          <p:nvPr/>
        </p:nvSpPr>
        <p:spPr>
          <a:xfrm>
            <a:off x="5971072" y="6199406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……7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16DB679-3EA8-4A0E-EC83-E06C55ED2EAC}"/>
              </a:ext>
            </a:extLst>
          </p:cNvPr>
          <p:cNvSpPr txBox="1"/>
          <p:nvPr/>
        </p:nvSpPr>
        <p:spPr>
          <a:xfrm>
            <a:off x="640638" y="3499520"/>
            <a:ext cx="90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weight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8A9050C-662C-1589-707D-7F78D7152178}"/>
              </a:ext>
            </a:extLst>
          </p:cNvPr>
          <p:cNvSpPr txBox="1"/>
          <p:nvPr/>
        </p:nvSpPr>
        <p:spPr>
          <a:xfrm>
            <a:off x="805575" y="5390080"/>
            <a:ext cx="5747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prstClr val="black"/>
                </a:solidFill>
                <a:latin typeface="微软雅黑"/>
                <a:ea typeface="微软雅黑"/>
              </a:rPr>
              <a:t>out</a:t>
            </a:r>
            <a:endParaRPr lang="zh-CN" altLang="en-US" sz="16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B5DE7CBB-EB1F-D2C3-9DFC-1F251ECBF867}"/>
              </a:ext>
            </a:extLst>
          </p:cNvPr>
          <p:cNvSpPr txBox="1"/>
          <p:nvPr/>
        </p:nvSpPr>
        <p:spPr>
          <a:xfrm>
            <a:off x="9173110" y="1605130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spatial_idx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FBFA2152-325E-8A10-941F-54863BD388D8}"/>
              </a:ext>
            </a:extLst>
          </p:cNvPr>
          <p:cNvSpPr txBox="1"/>
          <p:nvPr/>
        </p:nvSpPr>
        <p:spPr>
          <a:xfrm>
            <a:off x="9173110" y="353180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index on </a:t>
            </a:r>
            <a:r>
              <a:rPr lang="en-US" altLang="zh-CN" sz="1600" dirty="0" err="1">
                <a:solidFill>
                  <a:srgbClr val="FF0000"/>
                </a:solidFill>
                <a:latin typeface="微软雅黑"/>
                <a:ea typeface="微软雅黑"/>
              </a:rPr>
              <a:t>out_idx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3BC8A5C4-93E9-714C-1C71-8388A1BD35DF}"/>
              </a:ext>
            </a:extLst>
          </p:cNvPr>
          <p:cNvCxnSpPr/>
          <p:nvPr/>
        </p:nvCxnSpPr>
        <p:spPr>
          <a:xfrm>
            <a:off x="2038350" y="2391864"/>
            <a:ext cx="0" cy="1005206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132ABA43-6F7B-F7DF-2A07-FCEC74D2EE3B}"/>
              </a:ext>
            </a:extLst>
          </p:cNvPr>
          <p:cNvCxnSpPr>
            <a:cxnSpLocks/>
          </p:cNvCxnSpPr>
          <p:nvPr/>
        </p:nvCxnSpPr>
        <p:spPr>
          <a:xfrm flipH="1">
            <a:off x="2442682" y="2330566"/>
            <a:ext cx="1284366" cy="103795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43994485-065F-ABB8-E2BC-414575FAF1A7}"/>
              </a:ext>
            </a:extLst>
          </p:cNvPr>
          <p:cNvCxnSpPr>
            <a:cxnSpLocks/>
          </p:cNvCxnSpPr>
          <p:nvPr/>
        </p:nvCxnSpPr>
        <p:spPr>
          <a:xfrm flipH="1">
            <a:off x="2834001" y="2340357"/>
            <a:ext cx="2679795" cy="1041677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C1E6BC0A-4DBF-9908-4806-C235C4E41B39}"/>
              </a:ext>
            </a:extLst>
          </p:cNvPr>
          <p:cNvCxnSpPr>
            <a:cxnSpLocks/>
          </p:cNvCxnSpPr>
          <p:nvPr/>
        </p:nvCxnSpPr>
        <p:spPr>
          <a:xfrm flipH="1">
            <a:off x="3138562" y="2311804"/>
            <a:ext cx="4066149" cy="1055664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756C4880-9F04-5C21-4B1E-73666C88807E}"/>
              </a:ext>
            </a:extLst>
          </p:cNvPr>
          <p:cNvCxnSpPr>
            <a:cxnSpLocks/>
          </p:cNvCxnSpPr>
          <p:nvPr/>
        </p:nvCxnSpPr>
        <p:spPr>
          <a:xfrm flipH="1">
            <a:off x="2038350" y="4286254"/>
            <a:ext cx="514606" cy="995415"/>
          </a:xfrm>
          <a:prstGeom prst="straightConnector1">
            <a:avLst/>
          </a:prstGeom>
          <a:noFill/>
          <a:ln w="19050" cap="flat" cmpd="sng" algn="ctr">
            <a:solidFill>
              <a:srgbClr val="00B0F0"/>
            </a:solidFill>
            <a:prstDash val="dash"/>
            <a:miter lim="800000"/>
            <a:tailEnd type="triangle"/>
          </a:ln>
          <a:effectLst/>
        </p:spPr>
      </p:cxn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69AB33D-2350-185F-36BD-6424364ECC74}"/>
              </a:ext>
            </a:extLst>
          </p:cNvPr>
          <p:cNvSpPr txBox="1"/>
          <p:nvPr/>
        </p:nvSpPr>
        <p:spPr>
          <a:xfrm>
            <a:off x="7010885" y="4308536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68E861C-0AA3-2633-C928-EB61FFA73337}"/>
              </a:ext>
            </a:extLst>
          </p:cNvPr>
          <p:cNvSpPr txBox="1"/>
          <p:nvPr/>
        </p:nvSpPr>
        <p:spPr>
          <a:xfrm>
            <a:off x="7010885" y="2430188"/>
            <a:ext cx="23263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4 channels * 8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21215327-2B4C-47C1-6C45-C06C94D1A104}"/>
              </a:ext>
            </a:extLst>
          </p:cNvPr>
          <p:cNvSpPr txBox="1"/>
          <p:nvPr/>
        </p:nvSpPr>
        <p:spPr>
          <a:xfrm>
            <a:off x="9173110" y="5252870"/>
            <a:ext cx="26504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微软雅黑"/>
                <a:ea typeface="微软雅黑"/>
              </a:rPr>
              <a:t>8 group of Partial sum(using current 4 channels of all kernels)</a:t>
            </a:r>
            <a:endParaRPr lang="zh-CN" altLang="en-US" sz="1600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1744159C-9170-2F44-6A4A-A7F12127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63548"/>
              </p:ext>
            </p:extLst>
          </p:nvPr>
        </p:nvGraphicFramePr>
        <p:xfrm>
          <a:off x="1852590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3" name="表格 142">
            <a:extLst>
              <a:ext uri="{FF2B5EF4-FFF2-40B4-BE49-F238E27FC236}">
                <a16:creationId xmlns:a16="http://schemas.microsoft.com/office/drawing/2014/main" id="{1ECDB48C-7372-479F-E4D1-040943883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433530"/>
              </p:ext>
            </p:extLst>
          </p:nvPr>
        </p:nvGraphicFramePr>
        <p:xfrm>
          <a:off x="3602296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4" name="表格 143">
            <a:extLst>
              <a:ext uri="{FF2B5EF4-FFF2-40B4-BE49-F238E27FC236}">
                <a16:creationId xmlns:a16="http://schemas.microsoft.com/office/drawing/2014/main" id="{7219B430-1364-6D12-07DB-AA749C4AF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105744"/>
              </p:ext>
            </p:extLst>
          </p:nvPr>
        </p:nvGraphicFramePr>
        <p:xfrm>
          <a:off x="5352002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145" name="表格 144">
            <a:extLst>
              <a:ext uri="{FF2B5EF4-FFF2-40B4-BE49-F238E27FC236}">
                <a16:creationId xmlns:a16="http://schemas.microsoft.com/office/drawing/2014/main" id="{03FFE62F-E7D9-57EF-201B-E6E1CDBFF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64401"/>
              </p:ext>
            </p:extLst>
          </p:nvPr>
        </p:nvGraphicFramePr>
        <p:xfrm>
          <a:off x="7101708" y="5426948"/>
          <a:ext cx="1483200" cy="370840"/>
        </p:xfrm>
        <a:graphic>
          <a:graphicData uri="http://schemas.openxmlformats.org/drawingml/2006/table">
            <a:tbl>
              <a:tblPr/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>
                      <a:lvl1pPr marL="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1pPr>
                      <a:lvl2pPr marL="45718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2pPr>
                      <a:lvl3pPr marL="91437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3pPr>
                      <a:lvl4pPr marL="1371563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4pPr>
                      <a:lvl5pPr marL="1828750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5pPr>
                      <a:lvl6pPr marL="2285938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6pPr>
                      <a:lvl7pPr marL="2743125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7pPr>
                      <a:lvl8pPr marL="3200312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8pPr>
                      <a:lvl9pPr marL="3657499" algn="l" defTabSz="91437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"/>
                        </a:defRPr>
                      </a:lvl9pPr>
                    </a:lstStyle>
                    <a:p>
                      <a:pPr marL="0" algn="ctr" defTabSz="914375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cxnSp>
        <p:nvCxnSpPr>
          <p:cNvPr id="146" name="直接箭头连接符 145">
            <a:extLst>
              <a:ext uri="{FF2B5EF4-FFF2-40B4-BE49-F238E27FC236}">
                <a16:creationId xmlns:a16="http://schemas.microsoft.com/office/drawing/2014/main" id="{1BBF2D64-AE66-D8F2-E871-AADF30C96306}"/>
              </a:ext>
            </a:extLst>
          </p:cNvPr>
          <p:cNvCxnSpPr>
            <a:cxnSpLocks/>
          </p:cNvCxnSpPr>
          <p:nvPr/>
        </p:nvCxnSpPr>
        <p:spPr>
          <a:xfrm flipH="1">
            <a:off x="2414528" y="4308536"/>
            <a:ext cx="138428" cy="989934"/>
          </a:xfrm>
          <a:prstGeom prst="straightConnector1">
            <a:avLst/>
          </a:prstGeom>
          <a:noFill/>
          <a:ln w="19050" cap="flat" cmpd="sng" algn="ctr">
            <a:solidFill>
              <a:srgbClr val="00B05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29C85BF-0BC4-154C-BE46-E78BC288DFED}"/>
              </a:ext>
            </a:extLst>
          </p:cNvPr>
          <p:cNvCxnSpPr>
            <a:cxnSpLocks/>
          </p:cNvCxnSpPr>
          <p:nvPr/>
        </p:nvCxnSpPr>
        <p:spPr>
          <a:xfrm>
            <a:off x="2552956" y="4272851"/>
            <a:ext cx="244642" cy="1008568"/>
          </a:xfrm>
          <a:prstGeom prst="straightConnector1">
            <a:avLst/>
          </a:prstGeom>
          <a:noFill/>
          <a:ln w="19050" cap="flat" cmpd="sng" algn="ctr">
            <a:solidFill>
              <a:srgbClr val="FFFF00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868BF7B8-97B9-9880-FD59-2B1B0A406563}"/>
              </a:ext>
            </a:extLst>
          </p:cNvPr>
          <p:cNvCxnSpPr>
            <a:cxnSpLocks/>
          </p:cNvCxnSpPr>
          <p:nvPr/>
        </p:nvCxnSpPr>
        <p:spPr>
          <a:xfrm>
            <a:off x="2571307" y="4321668"/>
            <a:ext cx="547543" cy="931202"/>
          </a:xfrm>
          <a:prstGeom prst="straightConnector1">
            <a:avLst/>
          </a:prstGeom>
          <a:noFill/>
          <a:ln w="19050" cap="flat" cmpd="sng" algn="ctr">
            <a:solidFill>
              <a:srgbClr val="FF0000"/>
            </a:solidFill>
            <a:prstDash val="dash"/>
            <a:miter lim="800000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29522680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F4DB-CCC0-3176-B014-166DCC2A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>
            <a:extLst>
              <a:ext uri="{FF2B5EF4-FFF2-40B4-BE49-F238E27FC236}">
                <a16:creationId xmlns:a16="http://schemas.microsoft.com/office/drawing/2014/main" id="{C69673B5-5F7A-6E3F-30F7-1AEB93778D70}"/>
              </a:ext>
            </a:extLst>
          </p:cNvPr>
          <p:cNvSpPr/>
          <p:nvPr/>
        </p:nvSpPr>
        <p:spPr>
          <a:xfrm>
            <a:off x="9879846" y="2605552"/>
            <a:ext cx="1380740" cy="1380740"/>
          </a:xfrm>
          <a:prstGeom prst="rect">
            <a:avLst/>
          </a:prstGeom>
          <a:solidFill>
            <a:srgbClr val="FF00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0252FE3-C0AC-66F4-406A-51CFC9BD9433}"/>
              </a:ext>
            </a:extLst>
          </p:cNvPr>
          <p:cNvSpPr/>
          <p:nvPr/>
        </p:nvSpPr>
        <p:spPr>
          <a:xfrm>
            <a:off x="9702529" y="2781393"/>
            <a:ext cx="1380740" cy="1380740"/>
          </a:xfrm>
          <a:prstGeom prst="rect">
            <a:avLst/>
          </a:prstGeom>
          <a:solidFill>
            <a:srgbClr val="FFFF0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61931023-6A58-2124-6315-B6ED6C5ED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528947"/>
              </p:ext>
            </p:extLst>
          </p:nvPr>
        </p:nvGraphicFramePr>
        <p:xfrm>
          <a:off x="1516307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64" name="左大括号 63">
            <a:extLst>
              <a:ext uri="{FF2B5EF4-FFF2-40B4-BE49-F238E27FC236}">
                <a16:creationId xmlns:a16="http://schemas.microsoft.com/office/drawing/2014/main" id="{B152C3D3-9632-C60D-5BEE-3D5FFA884926}"/>
              </a:ext>
            </a:extLst>
          </p:cNvPr>
          <p:cNvSpPr/>
          <p:nvPr/>
        </p:nvSpPr>
        <p:spPr>
          <a:xfrm rot="16200000">
            <a:off x="4784947" y="-1257979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FEC7059-D4B6-BE80-3696-BAAD4B788F07}"/>
              </a:ext>
            </a:extLst>
          </p:cNvPr>
          <p:cNvSpPr txBox="1"/>
          <p:nvPr/>
        </p:nvSpPr>
        <p:spPr>
          <a:xfrm>
            <a:off x="4401151" y="2266998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F8700A-78D6-1412-2F53-78B4E31142FC}"/>
              </a:ext>
            </a:extLst>
          </p:cNvPr>
          <p:cNvSpPr txBox="1"/>
          <p:nvPr/>
        </p:nvSpPr>
        <p:spPr>
          <a:xfrm>
            <a:off x="3669116" y="103926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B9BB89-6F61-AA86-9595-2B7BFD77E9B6}"/>
              </a:ext>
            </a:extLst>
          </p:cNvPr>
          <p:cNvSpPr txBox="1"/>
          <p:nvPr/>
        </p:nvSpPr>
        <p:spPr>
          <a:xfrm>
            <a:off x="5469413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28EDE16-69A4-4A39-CF99-BBA68704D658}"/>
              </a:ext>
            </a:extLst>
          </p:cNvPr>
          <p:cNvSpPr txBox="1"/>
          <p:nvPr/>
        </p:nvSpPr>
        <p:spPr>
          <a:xfrm>
            <a:off x="7233399" y="1039260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939B495E-D0DC-AE3F-50D7-0009773154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48253"/>
              </p:ext>
            </p:extLst>
          </p:nvPr>
        </p:nvGraphicFramePr>
        <p:xfrm>
          <a:off x="3266013" y="1480264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12243376-0CA8-1BDB-E34D-2515899F8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491563"/>
              </p:ext>
            </p:extLst>
          </p:nvPr>
        </p:nvGraphicFramePr>
        <p:xfrm>
          <a:off x="6765426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C07457B2-7BAD-71FE-8C93-0E15E0EBA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19476"/>
              </p:ext>
            </p:extLst>
          </p:nvPr>
        </p:nvGraphicFramePr>
        <p:xfrm>
          <a:off x="5015719" y="147537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3" name="左大括号 2">
            <a:extLst>
              <a:ext uri="{FF2B5EF4-FFF2-40B4-BE49-F238E27FC236}">
                <a16:creationId xmlns:a16="http://schemas.microsoft.com/office/drawing/2014/main" id="{E79A19D1-39FB-B2CB-DCCA-0DDC73370736}"/>
              </a:ext>
            </a:extLst>
          </p:cNvPr>
          <p:cNvSpPr/>
          <p:nvPr/>
        </p:nvSpPr>
        <p:spPr>
          <a:xfrm rot="16200000">
            <a:off x="4784947" y="398164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53762E-0D1B-6BDC-CF50-19867D5DCC21}"/>
              </a:ext>
            </a:extLst>
          </p:cNvPr>
          <p:cNvSpPr txBox="1"/>
          <p:nvPr/>
        </p:nvSpPr>
        <p:spPr>
          <a:xfrm>
            <a:off x="4401151" y="3923141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左大括号 14">
            <a:extLst>
              <a:ext uri="{FF2B5EF4-FFF2-40B4-BE49-F238E27FC236}">
                <a16:creationId xmlns:a16="http://schemas.microsoft.com/office/drawing/2014/main" id="{14F23BAC-DC1B-B9AD-4BF6-B9E84981CD7E}"/>
              </a:ext>
            </a:extLst>
          </p:cNvPr>
          <p:cNvSpPr/>
          <p:nvPr/>
        </p:nvSpPr>
        <p:spPr>
          <a:xfrm rot="16200000">
            <a:off x="4784947" y="2750485"/>
            <a:ext cx="195039" cy="6732319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237F5F1-FCDA-D314-4043-ABCA3683373A}"/>
              </a:ext>
            </a:extLst>
          </p:cNvPr>
          <p:cNvSpPr txBox="1"/>
          <p:nvPr/>
        </p:nvSpPr>
        <p:spPr>
          <a:xfrm>
            <a:off x="4401151" y="6275462"/>
            <a:ext cx="9889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group7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6D09D81-D99C-D9AE-7F2A-B6460737C878}"/>
              </a:ext>
            </a:extLst>
          </p:cNvPr>
          <p:cNvSpPr txBox="1"/>
          <p:nvPr/>
        </p:nvSpPr>
        <p:spPr>
          <a:xfrm>
            <a:off x="4580674" y="4452570"/>
            <a:ext cx="6727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右大括号 26">
            <a:extLst>
              <a:ext uri="{FF2B5EF4-FFF2-40B4-BE49-F238E27FC236}">
                <a16:creationId xmlns:a16="http://schemas.microsoft.com/office/drawing/2014/main" id="{44A00614-21A3-1070-84ED-19D5D7F881F6}"/>
              </a:ext>
            </a:extLst>
          </p:cNvPr>
          <p:cNvSpPr/>
          <p:nvPr/>
        </p:nvSpPr>
        <p:spPr>
          <a:xfrm>
            <a:off x="8565750" y="1477151"/>
            <a:ext cx="310370" cy="4379304"/>
          </a:xfrm>
          <a:prstGeom prst="rightBrace">
            <a:avLst>
              <a:gd name="adj1" fmla="val 8333"/>
              <a:gd name="adj2" fmla="val 4973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3BBEB79-17A8-DB02-5D42-C77F5B584768}"/>
              </a:ext>
            </a:extLst>
          </p:cNvPr>
          <p:cNvSpPr/>
          <p:nvPr/>
        </p:nvSpPr>
        <p:spPr>
          <a:xfrm>
            <a:off x="9515694" y="2976433"/>
            <a:ext cx="1380740" cy="1380740"/>
          </a:xfrm>
          <a:prstGeom prst="rect">
            <a:avLst/>
          </a:prstGeom>
          <a:solidFill>
            <a:srgbClr val="92D05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D34DFEB-7F98-461F-7189-5A828A1F20CB}"/>
              </a:ext>
            </a:extLst>
          </p:cNvPr>
          <p:cNvSpPr/>
          <p:nvPr/>
        </p:nvSpPr>
        <p:spPr>
          <a:xfrm>
            <a:off x="9328859" y="3171473"/>
            <a:ext cx="1380740" cy="1380740"/>
          </a:xfrm>
          <a:prstGeom prst="rect">
            <a:avLst/>
          </a:prstGeom>
          <a:solidFill>
            <a:srgbClr val="00B0F0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1E2F87E-299E-71B8-486A-14197C85531D}"/>
              </a:ext>
            </a:extLst>
          </p:cNvPr>
          <p:cNvCxnSpPr>
            <a:cxnSpLocks/>
            <a:stCxn id="38" idx="1"/>
          </p:cNvCxnSpPr>
          <p:nvPr/>
        </p:nvCxnSpPr>
        <p:spPr>
          <a:xfrm>
            <a:off x="9328859" y="3861843"/>
            <a:ext cx="13807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238930E-2000-0956-D5B7-9C2E48EC858F}"/>
              </a:ext>
            </a:extLst>
          </p:cNvPr>
          <p:cNvCxnSpPr>
            <a:cxnSpLocks/>
            <a:stCxn id="38" idx="0"/>
            <a:endCxn id="38" idx="2"/>
          </p:cNvCxnSpPr>
          <p:nvPr/>
        </p:nvCxnSpPr>
        <p:spPr>
          <a:xfrm>
            <a:off x="10019229" y="3171473"/>
            <a:ext cx="0" cy="13807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909CAB82-41CA-D0CD-22C4-FBBC592D49ED}"/>
              </a:ext>
            </a:extLst>
          </p:cNvPr>
          <p:cNvCxnSpPr>
            <a:cxnSpLocks/>
            <a:stCxn id="47" idx="0"/>
          </p:cNvCxnSpPr>
          <p:nvPr/>
        </p:nvCxnSpPr>
        <p:spPr>
          <a:xfrm>
            <a:off x="10206064" y="297643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DBE1C53-CD17-60BE-935F-28D2D011DE66}"/>
              </a:ext>
            </a:extLst>
          </p:cNvPr>
          <p:cNvCxnSpPr>
            <a:cxnSpLocks/>
            <a:stCxn id="47" idx="3"/>
          </p:cNvCxnSpPr>
          <p:nvPr/>
        </p:nvCxnSpPr>
        <p:spPr>
          <a:xfrm flipH="1">
            <a:off x="10691454" y="3666803"/>
            <a:ext cx="2049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01D8806D-6471-C99A-AEB4-5290E857F8D8}"/>
              </a:ext>
            </a:extLst>
          </p:cNvPr>
          <p:cNvCxnSpPr>
            <a:cxnSpLocks/>
            <a:stCxn id="48" idx="0"/>
          </p:cNvCxnSpPr>
          <p:nvPr/>
        </p:nvCxnSpPr>
        <p:spPr>
          <a:xfrm>
            <a:off x="10392899" y="2781393"/>
            <a:ext cx="0" cy="195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CC4524-5702-A4B6-E700-1C6BAFEDE47D}"/>
              </a:ext>
            </a:extLst>
          </p:cNvPr>
          <p:cNvCxnSpPr>
            <a:cxnSpLocks/>
            <a:stCxn id="49" idx="0"/>
          </p:cNvCxnSpPr>
          <p:nvPr/>
        </p:nvCxnSpPr>
        <p:spPr>
          <a:xfrm>
            <a:off x="10570216" y="2605552"/>
            <a:ext cx="0" cy="1758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7630054-8753-8BCB-BCFE-8FE91ED7B436}"/>
              </a:ext>
            </a:extLst>
          </p:cNvPr>
          <p:cNvCxnSpPr>
            <a:cxnSpLocks/>
            <a:stCxn id="48" idx="3"/>
          </p:cNvCxnSpPr>
          <p:nvPr/>
        </p:nvCxnSpPr>
        <p:spPr>
          <a:xfrm flipH="1">
            <a:off x="10896434" y="3471763"/>
            <a:ext cx="1868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D0468932-D489-4621-5F01-048A9D88EB5D}"/>
              </a:ext>
            </a:extLst>
          </p:cNvPr>
          <p:cNvCxnSpPr>
            <a:cxnSpLocks/>
            <a:stCxn id="49" idx="3"/>
          </p:cNvCxnSpPr>
          <p:nvPr/>
        </p:nvCxnSpPr>
        <p:spPr>
          <a:xfrm flipH="1">
            <a:off x="11083269" y="3295922"/>
            <a:ext cx="1773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13114552-E9BC-4A5F-4741-4A9C7282321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A141F6-AA5B-76F4-4908-E938CC96AFB0}"/>
              </a:ext>
            </a:extLst>
          </p:cNvPr>
          <p:cNvSpPr txBox="1"/>
          <p:nvPr/>
        </p:nvSpPr>
        <p:spPr>
          <a:xfrm>
            <a:off x="1955721" y="103747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5780D128-C520-225E-D4D9-C4F1754D5A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847237"/>
              </p:ext>
            </p:extLst>
          </p:nvPr>
        </p:nvGraphicFramePr>
        <p:xfrm>
          <a:off x="1516307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1" name="文本框 50">
            <a:extLst>
              <a:ext uri="{FF2B5EF4-FFF2-40B4-BE49-F238E27FC236}">
                <a16:creationId xmlns:a16="http://schemas.microsoft.com/office/drawing/2014/main" id="{4983C655-3E8E-1551-BCEF-0B1010A00B3D}"/>
              </a:ext>
            </a:extLst>
          </p:cNvPr>
          <p:cNvSpPr txBox="1"/>
          <p:nvPr/>
        </p:nvSpPr>
        <p:spPr>
          <a:xfrm>
            <a:off x="3669116" y="2640527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43E1D43-DBE8-1DCB-3167-2FB51035DFBF}"/>
              </a:ext>
            </a:extLst>
          </p:cNvPr>
          <p:cNvSpPr txBox="1"/>
          <p:nvPr/>
        </p:nvSpPr>
        <p:spPr>
          <a:xfrm>
            <a:off x="5469413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D40455C4-B915-AF2B-EB97-2897DBB4CE6B}"/>
              </a:ext>
            </a:extLst>
          </p:cNvPr>
          <p:cNvSpPr txBox="1"/>
          <p:nvPr/>
        </p:nvSpPr>
        <p:spPr>
          <a:xfrm>
            <a:off x="7233399" y="2640527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B081B911-514F-4859-024C-E1DF624221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015364"/>
              </p:ext>
            </p:extLst>
          </p:nvPr>
        </p:nvGraphicFramePr>
        <p:xfrm>
          <a:off x="3266013" y="3081531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EB49D2A3-08A4-1F67-6876-CF08E9A69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40021"/>
              </p:ext>
            </p:extLst>
          </p:nvPr>
        </p:nvGraphicFramePr>
        <p:xfrm>
          <a:off x="6765426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402F33EC-7B99-D163-ACBA-2ACCFD1D3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326377"/>
              </p:ext>
            </p:extLst>
          </p:nvPr>
        </p:nvGraphicFramePr>
        <p:xfrm>
          <a:off x="5015719" y="3076637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7" name="文本框 56">
            <a:extLst>
              <a:ext uri="{FF2B5EF4-FFF2-40B4-BE49-F238E27FC236}">
                <a16:creationId xmlns:a16="http://schemas.microsoft.com/office/drawing/2014/main" id="{13DC8465-85C3-BBA6-2D8C-8A36AB6C2F81}"/>
              </a:ext>
            </a:extLst>
          </p:cNvPr>
          <p:cNvSpPr txBox="1"/>
          <p:nvPr/>
        </p:nvSpPr>
        <p:spPr>
          <a:xfrm>
            <a:off x="1955721" y="263874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CE0B47EC-6415-17AE-E18E-2F3B278DB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79670"/>
              </p:ext>
            </p:extLst>
          </p:nvPr>
        </p:nvGraphicFramePr>
        <p:xfrm>
          <a:off x="1516306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59" name="文本框 58">
            <a:extLst>
              <a:ext uri="{FF2B5EF4-FFF2-40B4-BE49-F238E27FC236}">
                <a16:creationId xmlns:a16="http://schemas.microsoft.com/office/drawing/2014/main" id="{CF185607-025D-D694-DF1E-01BAE10FBD2C}"/>
              </a:ext>
            </a:extLst>
          </p:cNvPr>
          <p:cNvSpPr txBox="1"/>
          <p:nvPr/>
        </p:nvSpPr>
        <p:spPr>
          <a:xfrm>
            <a:off x="3669115" y="5010786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CE04202-EAD2-0831-9B18-131DC87DE465}"/>
              </a:ext>
            </a:extLst>
          </p:cNvPr>
          <p:cNvSpPr txBox="1"/>
          <p:nvPr/>
        </p:nvSpPr>
        <p:spPr>
          <a:xfrm>
            <a:off x="5469412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3D6A242-E425-B850-8456-08D5B21EB402}"/>
              </a:ext>
            </a:extLst>
          </p:cNvPr>
          <p:cNvSpPr txBox="1"/>
          <p:nvPr/>
        </p:nvSpPr>
        <p:spPr>
          <a:xfrm>
            <a:off x="7233398" y="5010786"/>
            <a:ext cx="734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54BA616C-186F-A4E2-7577-E0AE6C01FC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696503"/>
              </p:ext>
            </p:extLst>
          </p:nvPr>
        </p:nvGraphicFramePr>
        <p:xfrm>
          <a:off x="3266012" y="5451790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E21F277D-150E-81F0-5D19-9CAF51F9B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146810"/>
              </p:ext>
            </p:extLst>
          </p:nvPr>
        </p:nvGraphicFramePr>
        <p:xfrm>
          <a:off x="6765425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7A7988BA-6720-CED0-80E7-9F0049FB0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284201"/>
              </p:ext>
            </p:extLst>
          </p:nvPr>
        </p:nvGraphicFramePr>
        <p:xfrm>
          <a:off x="5015718" y="5446896"/>
          <a:ext cx="14832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68515908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5303265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41481838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3962366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s1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s2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s3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376524"/>
                  </a:ext>
                </a:extLst>
              </a:tr>
            </a:tbl>
          </a:graphicData>
        </a:graphic>
      </p:graphicFrame>
      <p:sp>
        <p:nvSpPr>
          <p:cNvPr id="73" name="文本框 72">
            <a:extLst>
              <a:ext uri="{FF2B5EF4-FFF2-40B4-BE49-F238E27FC236}">
                <a16:creationId xmlns:a16="http://schemas.microsoft.com/office/drawing/2014/main" id="{C8CBE9E1-A6EC-CA7C-1782-50270A854268}"/>
              </a:ext>
            </a:extLst>
          </p:cNvPr>
          <p:cNvSpPr txBox="1"/>
          <p:nvPr/>
        </p:nvSpPr>
        <p:spPr>
          <a:xfrm>
            <a:off x="1955720" y="5009002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out0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F5FDEF-56E2-90C9-22FF-9D647539618F}"/>
              </a:ext>
            </a:extLst>
          </p:cNvPr>
          <p:cNvCxnSpPr>
            <a:cxnSpLocks/>
          </p:cNvCxnSpPr>
          <p:nvPr/>
        </p:nvCxnSpPr>
        <p:spPr>
          <a:xfrm flipV="1">
            <a:off x="9328859" y="2605552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31AFB18D-18E8-11A9-5EB5-1AE7BB983202}"/>
              </a:ext>
            </a:extLst>
          </p:cNvPr>
          <p:cNvCxnSpPr>
            <a:cxnSpLocks/>
          </p:cNvCxnSpPr>
          <p:nvPr/>
        </p:nvCxnSpPr>
        <p:spPr>
          <a:xfrm flipV="1">
            <a:off x="10685873" y="262288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0EB157F-5F30-D9B6-81A3-E3A666D99106}"/>
              </a:ext>
            </a:extLst>
          </p:cNvPr>
          <p:cNvCxnSpPr>
            <a:cxnSpLocks/>
          </p:cNvCxnSpPr>
          <p:nvPr/>
        </p:nvCxnSpPr>
        <p:spPr>
          <a:xfrm flipV="1">
            <a:off x="10714357" y="3963871"/>
            <a:ext cx="550987" cy="565921"/>
          </a:xfrm>
          <a:prstGeom prst="line">
            <a:avLst/>
          </a:prstGeom>
          <a:ln w="158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0AC0E81-BD17-C4CC-F6FC-1641E7CB4AEE}"/>
              </a:ext>
            </a:extLst>
          </p:cNvPr>
          <p:cNvSpPr txBox="1"/>
          <p:nvPr/>
        </p:nvSpPr>
        <p:spPr>
          <a:xfrm>
            <a:off x="341630" y="1475370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ch0~3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0A6C95C5-906D-6914-7DC9-07A0AB86EE55}"/>
              </a:ext>
            </a:extLst>
          </p:cNvPr>
          <p:cNvSpPr txBox="1"/>
          <p:nvPr/>
        </p:nvSpPr>
        <p:spPr>
          <a:xfrm>
            <a:off x="383260" y="3108923"/>
            <a:ext cx="857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ch4~7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C4E9C6B-CFC8-BDA3-86A9-64E62BF2129D}"/>
              </a:ext>
            </a:extLst>
          </p:cNvPr>
          <p:cNvSpPr txBox="1"/>
          <p:nvPr/>
        </p:nvSpPr>
        <p:spPr>
          <a:xfrm>
            <a:off x="256071" y="5479182"/>
            <a:ext cx="11269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ch28~31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04140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F64DC-0487-24A5-FC73-196E6348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F4AEDF7-4D3D-4E6C-F4B9-3C65ED10512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C03975A-86AB-DA7C-8FBD-FAB9FAAE0CA2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D911A38-B280-9B04-660D-C8404D44909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2E94D7C-F89C-2222-FA5E-64DA52F84F2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3CF10C-7604-9A83-1663-2228561D7D74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C909099-9578-8B19-5272-27E854A4B367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502687-C952-7F43-7E5D-B88F1FE86673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259A09-B42A-A841-31E5-58727D794814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949DB6C-628F-3EE6-3A3B-6D44C0B32929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FA379FC-A712-6A1A-27A8-2F979771FB50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A6BD24-3F9E-38FE-A4C8-C6593F144D30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9102080-F125-26E0-28AD-117E72825489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ABB01082-070A-55BF-9389-5818BB9A12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6B8663-CCE8-5EEC-3310-B43A06FBC4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7BF0CB-F623-7467-CBE9-3EE250F4A67C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CDFD184-728A-C514-D812-C7CAFADD4C44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9BF805D-5138-C236-A43B-DA6BFB03F86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11FA8A1-D4B0-654A-CD97-A18BF4E57176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F8ED5A0-18EC-D67D-B32F-C6AB58BB174B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D5C6ADCA-E09A-D22C-2398-7C64B2D8A8A7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73B99EC-71B5-C2CA-7020-0C4B18313B3D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7B634B3-B352-B49F-F0A2-0B8C4EB13F80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8E72AF3-B38C-F1E1-8ECD-4D817409E9AE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8CD873A0-F88B-D91F-CB5B-4A4A11185BF1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AEA2F2F-9564-3228-A752-A39192C0B8FB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D4DDA768-AD66-C1E0-9071-80114867502E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BD8D0D5F-716C-71A3-1461-4F03C325441C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9D775143-27A1-841E-F9BC-387C2EC8BD98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B876B9B-28DA-D072-BA31-C1C09ACB0831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C533D408-5672-88C6-4734-DF72B7BC2CA6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8949662-5ABC-5C69-0771-36AB34F092A3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6970A27-EEC6-27F9-C45A-1FB2C2FEAFF9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AC0F513-C852-A276-F1A2-8A6EA205D0F4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F8E5CA63-420C-4C65-4FC8-A6471318AEED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65D1507-A4E9-ED4D-A0E7-C6C1DB914AD6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E791742-5E51-F842-3271-40A3BFDD0792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B4FE03D7-8E84-99F7-ACC9-078AC2F28D90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473627B8-F0FB-9C88-813B-A847DCF2AA3C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CD3DB1-8D7E-1949-0898-09A182A5A19D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35C421-F80B-7FE4-F418-6FAE93FCFF05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E898D8-68C0-9931-452C-656B7333B4C4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401BE65-732B-F1A6-631D-826EBB282081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8898FB-C5F4-2442-19AA-628F4EA1A2E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36804D8-1F15-A408-22DF-77E976F3C46F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077E05C-0B55-C6BF-FA24-432E953C792E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2DEED66F-C294-A608-5662-8CBFB6436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4C182C16-DAC6-A32D-46F5-0BBE2CB85B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7E205FB-5024-2C78-A7E2-73433E5DF849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F4A549-2004-D8D2-38E9-5AAC32F5ACA2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F34C96-50E5-A459-A0FC-6435B6310648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FB18D4C2-7FAA-9F02-25F5-3D6B7FFF85DC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F9C7A754-8DE5-2CCB-B125-A2EF563DF00A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76B0111E-8A73-5F50-F821-A69CB9FF71C2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19DF48E-8793-9DB3-0B5E-1BA0AF7BE87B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FDAFEB77-5A1E-1C9F-8A2D-04FE02876076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66A9010E-0E05-F2BD-3864-48700DFCCFD1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AD831C1-BB76-0D56-C6C1-9699157E7183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429E630E-8861-A9CE-E2F6-8FCB9D47F59D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98DB5859-DE0E-84BF-1B1A-1361346F7792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1D6929D-DA7D-CD74-25AB-671071654070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AEA01131-8097-374D-75B8-AD9E4CFBDB55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8642395A-B897-9180-7CB9-DC449C27C778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8D79747-6E2D-8672-284D-E579E6341522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D2C918A-8F94-B335-C87D-5D30D83FAA08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82171A4-1CB8-5496-2CC6-FAE662EBBDE3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4C982E49-926A-CD90-3B65-1208EBFACD75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D605F7B-5D36-0AD0-237C-CA3951512F40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CE997C8-0780-79A6-2B0D-72281453DF13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2D40EA99-C964-6891-AD52-2BB0388FAF1F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2500B134-7E49-36C5-9174-CD788FD265F9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2B72C6BE-F95D-7322-9947-BEDAEE634C7F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6CC1FD08-7B10-4F2B-AA2F-75D9EBABC7BE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C1386845-693E-874C-7F04-55FD795A63D6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1ED9E72B-DF21-5C08-B9F7-940791E68235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56A8E69-AA9E-9B77-7466-ACB3FF8C8C9D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6F29CA19-6052-9F0E-D3B2-132774C0E026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1591820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DE1D2-5B33-E831-AFF6-8C314E97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13DEA48-F8CC-C412-70B3-14B999915B08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EEA4E2-6CAB-12F7-45B4-DDA80FB9F2A2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17DDE7-4D70-9C93-647F-5B446FEE4696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772CD3-A44A-1E83-88F9-B41D8747F78E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2646B8A-09AE-0904-E18A-83A3E408A627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86A312C-D837-11DE-9F70-51A058333B44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83DEE60-2F0D-9A8F-43D6-A1B9E494364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0E027112-3677-AD3A-0041-5D0F43C9DAF6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3EB1E0-52CC-C7F4-9FF9-58D98773ACF3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01DF4C6-66E2-B9A1-C0D5-B54865628F0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D599DDEE-1449-D227-40B2-A2DCAEAB33AB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D674591-A2BA-9648-C366-F67460B5A01E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5CCB72-443E-09B2-69C0-996C44670732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3E63F2F6-1FEA-92D5-B3D0-A349F548E62B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85A906DA-15F9-E16E-620A-F3D1C2D03CE3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D434D40-9EFC-3F01-C704-967045B1F2FC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DA8DCA9-A25D-3C65-BDEC-FC373687D1A7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903C9-778E-27BF-5E7E-AA290284366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A4C442C-DFF4-CD81-0221-3E295D541126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4623357-B1DE-0DB0-07AF-DB4A2BA2902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634425CF-1D56-3648-176A-4FE9A52525AA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B4E29AB-4702-EE32-07ED-C80473ED5FF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3C388BE2-50D3-AACE-44D2-0BB286E6A71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3F1D7FA-0435-AF19-2705-4EBBCB37D3A8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F467232F-2444-1A64-6FC1-61F97FBB1581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A7A8938-AD8D-BB81-84AF-11D26825BF7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CF1B439-5112-30BB-9B88-F0E00147960C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E7CF30B-3262-1206-4D27-29D510352F59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BEFE45AA-54AC-1597-5150-C574CFAF6F85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E5D7C12-94C2-E7D4-9BCF-529AAB20B6A5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0076162-46D5-FE33-02B5-7DFB40E9B8A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34D76A3-A49C-F664-E451-3E55EFAFC0F8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24A6A8-363D-8F38-1F16-D2E10933F9D9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3A5E286E-8855-00EF-B3ED-93D2B1159E2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FCF606D-16DC-BA13-2E02-ED2DEF10D8EB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1F65ADD1-013D-69CF-DA8E-14ABC754F466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9A215EE-6630-88E9-730B-8B1376A9EF1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05071614-8DBD-0942-B68A-519C633BAB4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B044B402-2B79-31A6-684C-DAE908AB77DE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68BA788E-F4F9-ED21-7659-C5A6D30E8A64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9FBE46E9-2627-3F33-2FD9-9D02B7F02F8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1D41CFAC-F598-6951-30BD-F9E31935C8F6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5727899-C6CF-9F13-E113-7F7538ACCBBA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097D8D3-636B-C053-B810-79014B0A9AD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58B7074-2A63-C038-8711-BA83753A980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3C36A2-8E5F-5974-4102-4A3C49942EED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BBFC957-1056-264C-407D-C5C9CBCCFF44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ABAC21D7-2ED4-4508-4FE2-BE87746F52D2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68E91BA-7728-5940-8D3B-0C58A526D89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AF32909-FB11-B17C-4E80-356F2E7147BC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F7ABE6-130B-9027-1435-56935E538B3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2EA8E7B-9B3A-954E-F068-ADD86B37F51F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8BCEA626-C45F-7B8C-5BD6-71B3D2E2029E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B2C864A-5D7F-599F-0780-9172C623F3B7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5BA26B0-4BB5-0942-7381-8600D6CA0F6B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27EC3F5-8935-8016-9513-5CDAA799FFB4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E6F00B-5CC8-CC66-6996-8A2FE57A3A68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FCF40288-CA76-59CB-C62D-FD157AC20BF8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2A607E85-046F-DB30-AE0D-023CC392AAD2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0455632A-D4D7-F802-7751-0CBE8B40DAF9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6968672-E1E7-03B9-0336-6B7F0E0D6A3B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291D40B-19F0-6328-0E9F-209D2378BBFB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D3CA4B8-5958-C1B3-58A3-E01D9902E6B6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DA42EDE-B1F9-F1A3-8BF6-A48775AC1A70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6E38564-81D3-182A-4837-6E941243738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8344138-B4A8-1200-3879-0AF9405A9855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0B06027-51C1-80BA-ADB9-C0AA2467F6A1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7589922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8DFA-C00D-04D0-C1A4-B72D16A6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4859335-6483-4A94-2CB9-699CB098FA2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54EDDC2-F381-0BD4-3013-B233E3F7BA8D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BBC5718-48E0-B15A-66A7-C6E7279DEF6E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6455A45-4F49-F08E-4861-015D56FB2E89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1013D32-C31B-9D37-BBB1-0CBC5DAE9DCF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924087F-7BED-40A2-609B-6A3E53252370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E6CEAC-93AF-AFFC-0241-5A56CA5D9CB7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4D81F018-0CC6-A78E-CB96-2888C9F41FA6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3F9BBAFC-00F6-323F-5263-3364BEDFACD1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8F6A3F2-54D9-53BE-0F5E-A21559B73340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CF4BC7-BEC2-6771-0AF5-414E06E9E2C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624793F-4242-2126-69E3-E5F1D3EF6B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47C0BEC8-D71D-2939-F2A1-09E82315735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B27A6B46-994D-E8D0-64B8-F0C21AC56B7C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42EEA2-79F8-685C-20FB-F3EC94FA718B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CE0B5AA-E075-C447-8A12-9E76BA50EBA6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90866A38-5899-575B-B7FE-B3786F61F80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66988094-3432-416D-C031-30FE2C378D2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A63B54F4-F000-7DFE-E2E3-F3021192ECA8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3599564-CB16-DEA3-DBF8-8D696E917BB2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F1518050-BC95-F863-7730-1B5749D14AF5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0343A2A1-D5BF-248E-9D6D-71AE5F230EEA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313A0D3C-F409-1E55-432E-B6F2668F532A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5D6798-AFC7-B65C-31CC-3359CECF171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E994C562-73A1-59C1-AB2F-BE98177CB9D0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DB81C014-158E-A7B8-B598-E26967BE02B8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B65AF2F-BC85-8958-86F3-9D2ABAB76926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EBC70645-607F-5D17-D4F2-5F90C952DD96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9C1D8FB-301B-C3E0-C3B2-FCE018E428C0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754C5DE3-69E2-843F-24B3-CADDDD86349C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B6545ED-B0F2-2B86-5B8D-C28441D2ECE9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F15F6D0F-3A57-6BFF-EAD4-A0D189618B66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9C7B487-0318-B556-9794-753D0B6C1037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9D9A5D0-5BD3-C070-F8D2-DF8AA1D4A52F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D6D946A-4CA2-9FCB-EC79-78C99F62B7B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A59D2854-193C-3437-D8B3-F3C3F6302C04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CCEDD243-F824-B146-F426-2F5ECC8DAF04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F742FE6C-4330-0A7B-66B0-1DB17544DEA3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1B99D3BD-9784-8906-DEAE-153D3ECACF01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86EA3D6-196D-53A7-93D9-595ADE5819D5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CBA8D066-6D04-5016-BF60-8AF539608A2F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C6EE19BC-644F-5B14-6267-F6D6A007771E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395F630-AB02-B1CF-7F35-1207EEDA2B96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1E80CC3D-C858-D7B9-3C3F-1A03F65AA28B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8C7B603-5447-F8CC-F76D-BBB196261A07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F78516-CACE-1D9C-F0ED-A2E293D9701D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2725962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50B18-9AC4-AC6A-DF25-0F62310C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F6E44-671A-48AF-C6EB-60D482F8BBCC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8DB43E6-431D-22CE-8FE6-9470C014B4C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D869CC0-E0E5-6D7F-CEDC-A15A850F56D8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9DADC93-ECBE-5158-77B9-0741AF12C183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F1185B-F929-3038-079C-6D005DA66D82}"/>
              </a:ext>
            </a:extLst>
          </p:cNvPr>
          <p:cNvSpPr/>
          <p:nvPr/>
        </p:nvSpPr>
        <p:spPr>
          <a:xfrm>
            <a:off x="3567054" y="5289768"/>
            <a:ext cx="6596908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E591263-6284-12E3-9AA5-FB3FD00FF1EF}"/>
              </a:ext>
            </a:extLst>
          </p:cNvPr>
          <p:cNvSpPr/>
          <p:nvPr/>
        </p:nvSpPr>
        <p:spPr>
          <a:xfrm>
            <a:off x="372493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956ADF-CA1F-AC57-8FC1-EEE9FB32A6BA}"/>
              </a:ext>
            </a:extLst>
          </p:cNvPr>
          <p:cNvSpPr/>
          <p:nvPr/>
        </p:nvSpPr>
        <p:spPr>
          <a:xfrm>
            <a:off x="49032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5ED08C-E3F7-2E5C-A18C-13D4E65C3C6C}"/>
              </a:ext>
            </a:extLst>
          </p:cNvPr>
          <p:cNvSpPr/>
          <p:nvPr/>
        </p:nvSpPr>
        <p:spPr>
          <a:xfrm>
            <a:off x="6080644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2F7BE-1ADE-746F-9CB8-B7EA26E3A3A5}"/>
              </a:ext>
            </a:extLst>
          </p:cNvPr>
          <p:cNvSpPr/>
          <p:nvPr/>
        </p:nvSpPr>
        <p:spPr>
          <a:xfrm>
            <a:off x="9099553" y="540144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298452-3F6E-C19D-D06A-1B6DBE07729E}"/>
              </a:ext>
            </a:extLst>
          </p:cNvPr>
          <p:cNvSpPr txBox="1"/>
          <p:nvPr/>
        </p:nvSpPr>
        <p:spPr>
          <a:xfrm>
            <a:off x="5100060" y="4668718"/>
            <a:ext cx="1639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1024bit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DB36E6-8A9F-01DE-B967-5A04B82C96B6}"/>
              </a:ext>
            </a:extLst>
          </p:cNvPr>
          <p:cNvSpPr txBox="1"/>
          <p:nvPr/>
        </p:nvSpPr>
        <p:spPr>
          <a:xfrm>
            <a:off x="7504309" y="4668718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F4AEC46-001A-8CAC-38CC-F82D432BB1B6}"/>
              </a:ext>
            </a:extLst>
          </p:cNvPr>
          <p:cNvCxnSpPr>
            <a:cxnSpLocks/>
            <a:stCxn id="3" idx="0"/>
            <a:endCxn id="85" idx="2"/>
          </p:cNvCxnSpPr>
          <p:nvPr/>
        </p:nvCxnSpPr>
        <p:spPr>
          <a:xfrm flipV="1">
            <a:off x="6865508" y="4354487"/>
            <a:ext cx="0" cy="93528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CDF8C8DA-D12F-EE62-61A5-5081E89BA8B3}"/>
              </a:ext>
            </a:extLst>
          </p:cNvPr>
          <p:cNvSpPr txBox="1"/>
          <p:nvPr/>
        </p:nvSpPr>
        <p:spPr>
          <a:xfrm>
            <a:off x="2014540" y="5471667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D6D354A-D81C-8C27-FC3C-ECAAA569A0C7}"/>
              </a:ext>
            </a:extLst>
          </p:cNvPr>
          <p:cNvSpPr txBox="1"/>
          <p:nvPr/>
        </p:nvSpPr>
        <p:spPr>
          <a:xfrm>
            <a:off x="-99162" y="2785652"/>
            <a:ext cx="7834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128bit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27D2400-46CB-BFDE-683A-35A8905BF2E7}"/>
              </a:ext>
            </a:extLst>
          </p:cNvPr>
          <p:cNvSpPr txBox="1"/>
          <p:nvPr/>
        </p:nvSpPr>
        <p:spPr>
          <a:xfrm>
            <a:off x="3803963" y="4550092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128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32B6A5-9607-A5B4-19AB-0878C03E9AD6}"/>
              </a:ext>
            </a:extLst>
          </p:cNvPr>
          <p:cNvSpPr txBox="1"/>
          <p:nvPr/>
        </p:nvSpPr>
        <p:spPr>
          <a:xfrm>
            <a:off x="8994756" y="4526470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0E11A4F-B975-E9DC-BDF8-274D329F05B6}"/>
              </a:ext>
            </a:extLst>
          </p:cNvPr>
          <p:cNvSpPr/>
          <p:nvPr/>
        </p:nvSpPr>
        <p:spPr>
          <a:xfrm>
            <a:off x="694234" y="2340776"/>
            <a:ext cx="2863149" cy="1631924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87C8DBB-3AD3-5576-594E-EBE165DCE6F4}"/>
              </a:ext>
            </a:extLst>
          </p:cNvPr>
          <p:cNvSpPr/>
          <p:nvPr/>
        </p:nvSpPr>
        <p:spPr>
          <a:xfrm>
            <a:off x="1556744" y="2619154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Even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3A624B-789B-F6E9-4439-2AE77961EFB0}"/>
              </a:ext>
            </a:extLst>
          </p:cNvPr>
          <p:cNvSpPr/>
          <p:nvPr/>
        </p:nvSpPr>
        <p:spPr>
          <a:xfrm>
            <a:off x="1556744" y="329592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Odd buffer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(1024bit)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流程图: 手动操作 48">
            <a:extLst>
              <a:ext uri="{FF2B5EF4-FFF2-40B4-BE49-F238E27FC236}">
                <a16:creationId xmlns:a16="http://schemas.microsoft.com/office/drawing/2014/main" id="{A62B118C-C722-2FEB-4E6F-95A70367C475}"/>
              </a:ext>
            </a:extLst>
          </p:cNvPr>
          <p:cNvSpPr/>
          <p:nvPr/>
        </p:nvSpPr>
        <p:spPr>
          <a:xfrm rot="5400000">
            <a:off x="576568" y="3010290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46F1CDA-C736-6CDE-027E-4D61D439428C}"/>
              </a:ext>
            </a:extLst>
          </p:cNvPr>
          <p:cNvCxnSpPr>
            <a:cxnSpLocks/>
          </p:cNvCxnSpPr>
          <p:nvPr/>
        </p:nvCxnSpPr>
        <p:spPr>
          <a:xfrm>
            <a:off x="1142852" y="2109712"/>
            <a:ext cx="0" cy="5984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2067310-39FB-53FC-D76C-FE9A0A4A5042}"/>
              </a:ext>
            </a:extLst>
          </p:cNvPr>
          <p:cNvSpPr txBox="1"/>
          <p:nvPr/>
        </p:nvSpPr>
        <p:spPr>
          <a:xfrm>
            <a:off x="949890" y="1772813"/>
            <a:ext cx="783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pos%2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8DE95F54-8C31-3653-AD7E-505F93343DC5}"/>
              </a:ext>
            </a:extLst>
          </p:cNvPr>
          <p:cNvCxnSpPr>
            <a:cxnSpLocks/>
            <a:stCxn id="49" idx="2"/>
            <a:endCxn id="24" idx="3"/>
          </p:cNvCxnSpPr>
          <p:nvPr/>
        </p:nvCxnSpPr>
        <p:spPr>
          <a:xfrm flipH="1" flipV="1">
            <a:off x="684277" y="3154984"/>
            <a:ext cx="294765" cy="17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5DC185DB-504B-BF9F-0C01-FE43FA5E84D4}"/>
              </a:ext>
            </a:extLst>
          </p:cNvPr>
          <p:cNvCxnSpPr>
            <a:cxnSpLocks/>
            <a:stCxn id="47" idx="3"/>
            <a:endCxn id="73" idx="0"/>
          </p:cNvCxnSpPr>
          <p:nvPr/>
        </p:nvCxnSpPr>
        <p:spPr>
          <a:xfrm>
            <a:off x="2681811" y="2819179"/>
            <a:ext cx="479426" cy="34889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FF499D29-D451-0090-519A-49FE459FBF43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1271936" y="2819179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9F2899E6-AE25-586D-7A2A-8E36E4FF1630}"/>
              </a:ext>
            </a:extLst>
          </p:cNvPr>
          <p:cNvCxnSpPr>
            <a:cxnSpLocks/>
            <a:stCxn id="73" idx="2"/>
            <a:endCxn id="85" idx="1"/>
          </p:cNvCxnSpPr>
          <p:nvPr/>
        </p:nvCxnSpPr>
        <p:spPr>
          <a:xfrm>
            <a:off x="3454131" y="3168075"/>
            <a:ext cx="53829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10E26203-0C5C-6DB0-E0E4-9894315EBCB1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1271936" y="3495952"/>
            <a:ext cx="28480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流程图: 手动操作 72">
            <a:extLst>
              <a:ext uri="{FF2B5EF4-FFF2-40B4-BE49-F238E27FC236}">
                <a16:creationId xmlns:a16="http://schemas.microsoft.com/office/drawing/2014/main" id="{FCAB62BC-ADED-C0D4-70AB-98B15DFB0F8A}"/>
              </a:ext>
            </a:extLst>
          </p:cNvPr>
          <p:cNvSpPr/>
          <p:nvPr/>
        </p:nvSpPr>
        <p:spPr>
          <a:xfrm rot="16200000">
            <a:off x="2758763" y="3021628"/>
            <a:ext cx="1097841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连接符: 肘形 76">
            <a:extLst>
              <a:ext uri="{FF2B5EF4-FFF2-40B4-BE49-F238E27FC236}">
                <a16:creationId xmlns:a16="http://schemas.microsoft.com/office/drawing/2014/main" id="{49F417DD-0482-572C-2687-95BE7643F7A9}"/>
              </a:ext>
            </a:extLst>
          </p:cNvPr>
          <p:cNvCxnSpPr>
            <a:cxnSpLocks/>
            <a:stCxn id="48" idx="3"/>
            <a:endCxn id="73" idx="0"/>
          </p:cNvCxnSpPr>
          <p:nvPr/>
        </p:nvCxnSpPr>
        <p:spPr>
          <a:xfrm flipV="1">
            <a:off x="2681811" y="3168075"/>
            <a:ext cx="479426" cy="32787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FD86C02A-01EC-327D-EFE0-2C3224B6E8BB}"/>
              </a:ext>
            </a:extLst>
          </p:cNvPr>
          <p:cNvSpPr/>
          <p:nvPr/>
        </p:nvSpPr>
        <p:spPr>
          <a:xfrm>
            <a:off x="3992430" y="1981662"/>
            <a:ext cx="5746156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BFA3CD6E-EDBE-1BA6-2C25-26CE73FC11B4}"/>
              </a:ext>
            </a:extLst>
          </p:cNvPr>
          <p:cNvSpPr/>
          <p:nvPr/>
        </p:nvSpPr>
        <p:spPr>
          <a:xfrm>
            <a:off x="4262726" y="2251003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0BFDD8DF-2EE6-151A-B63A-A7EF314C3B57}"/>
              </a:ext>
            </a:extLst>
          </p:cNvPr>
          <p:cNvSpPr/>
          <p:nvPr/>
        </p:nvSpPr>
        <p:spPr>
          <a:xfrm>
            <a:off x="4262725" y="288736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AF187A5-2A81-60E3-1C79-9BF6E85DA0F8}"/>
              </a:ext>
            </a:extLst>
          </p:cNvPr>
          <p:cNvSpPr/>
          <p:nvPr/>
        </p:nvSpPr>
        <p:spPr>
          <a:xfrm>
            <a:off x="4262725" y="3476694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bisa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B3527556-DC53-25C9-38C5-EBFF10A6B086}"/>
              </a:ext>
            </a:extLst>
          </p:cNvPr>
          <p:cNvSpPr/>
          <p:nvPr/>
        </p:nvSpPr>
        <p:spPr>
          <a:xfrm>
            <a:off x="4160070" y="2109712"/>
            <a:ext cx="984169" cy="1823253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05C228A-1F11-9900-9B55-0FD7753701B7}"/>
              </a:ext>
            </a:extLst>
          </p:cNvPr>
          <p:cNvSpPr txBox="1"/>
          <p:nvPr/>
        </p:nvSpPr>
        <p:spPr>
          <a:xfrm>
            <a:off x="4319665" y="4040664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7E389FF-C8FD-6599-93E6-B291376BB5B4}"/>
              </a:ext>
            </a:extLst>
          </p:cNvPr>
          <p:cNvSpPr/>
          <p:nvPr/>
        </p:nvSpPr>
        <p:spPr>
          <a:xfrm>
            <a:off x="5425209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x 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A99246B-A190-6B91-415E-87391E142D95}"/>
              </a:ext>
            </a:extLst>
          </p:cNvPr>
          <p:cNvSpPr/>
          <p:nvPr/>
        </p:nvSpPr>
        <p:spPr>
          <a:xfrm>
            <a:off x="5420338" y="3476693"/>
            <a:ext cx="127868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98DD1A8F-2A8B-1389-605A-8C72A0816861}"/>
              </a:ext>
            </a:extLst>
          </p:cNvPr>
          <p:cNvSpPr/>
          <p:nvPr/>
        </p:nvSpPr>
        <p:spPr>
          <a:xfrm>
            <a:off x="5319541" y="2104701"/>
            <a:ext cx="1519409" cy="1823253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7E7212-2E54-2EBD-93DD-9B115FA76C4A}"/>
              </a:ext>
            </a:extLst>
          </p:cNvPr>
          <p:cNvSpPr txBox="1"/>
          <p:nvPr/>
        </p:nvSpPr>
        <p:spPr>
          <a:xfrm>
            <a:off x="5660989" y="4045486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76CD89-3713-322C-1778-DBD94FBB110D}"/>
              </a:ext>
            </a:extLst>
          </p:cNvPr>
          <p:cNvSpPr txBox="1"/>
          <p:nvPr/>
        </p:nvSpPr>
        <p:spPr>
          <a:xfrm>
            <a:off x="5393092" y="2989263"/>
            <a:ext cx="14458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内置</a:t>
            </a:r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级隐藏流水</a:t>
            </a:r>
            <a:endParaRPr lang="en-US" altLang="zh-CN" sz="12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2D157E4-AC0F-C0E5-89E1-5984438A9FF3}"/>
              </a:ext>
            </a:extLst>
          </p:cNvPr>
          <p:cNvSpPr txBox="1"/>
          <p:nvPr/>
        </p:nvSpPr>
        <p:spPr>
          <a:xfrm>
            <a:off x="3313675" y="2862438"/>
            <a:ext cx="7587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59672AF-4FC5-80FF-90B4-3F61FF2523A5}"/>
              </a:ext>
            </a:extLst>
          </p:cNvPr>
          <p:cNvSpPr/>
          <p:nvPr/>
        </p:nvSpPr>
        <p:spPr>
          <a:xfrm>
            <a:off x="6947877" y="2104701"/>
            <a:ext cx="1445857" cy="1823253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636D9A-5DA0-E645-2A51-416E8A11B35E}"/>
              </a:ext>
            </a:extLst>
          </p:cNvPr>
          <p:cNvSpPr/>
          <p:nvPr/>
        </p:nvSpPr>
        <p:spPr>
          <a:xfrm>
            <a:off x="7012624" y="2251003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 add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0077318-0503-97F7-98C7-D6C92787C427}"/>
              </a:ext>
            </a:extLst>
          </p:cNvPr>
          <p:cNvSpPr/>
          <p:nvPr/>
        </p:nvSpPr>
        <p:spPr>
          <a:xfrm>
            <a:off x="7065440" y="3476692"/>
            <a:ext cx="1220995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71484C3-D5DB-AD1F-1E45-342508F54C60}"/>
              </a:ext>
            </a:extLst>
          </p:cNvPr>
          <p:cNvSpPr txBox="1"/>
          <p:nvPr/>
        </p:nvSpPr>
        <p:spPr>
          <a:xfrm>
            <a:off x="7258518" y="404066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C9813651-7346-31AD-E7C3-79199FF48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563" y="1034490"/>
            <a:ext cx="1825103" cy="903546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C2F63B69-AA97-7A93-1024-968A0A34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5440" y="1000805"/>
            <a:ext cx="1882179" cy="96854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64D29D7-508B-5567-501D-FDBFA61A21AA}"/>
              </a:ext>
            </a:extLst>
          </p:cNvPr>
          <p:cNvSpPr/>
          <p:nvPr/>
        </p:nvSpPr>
        <p:spPr>
          <a:xfrm>
            <a:off x="8460109" y="2104699"/>
            <a:ext cx="1088489" cy="1823253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DFE43C-0513-C121-64C0-C8C23328224F}"/>
              </a:ext>
            </a:extLst>
          </p:cNvPr>
          <p:cNvSpPr/>
          <p:nvPr/>
        </p:nvSpPr>
        <p:spPr>
          <a:xfrm>
            <a:off x="8579680" y="2691679"/>
            <a:ext cx="87169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9611CD4-D8AF-C83E-E1E3-0C9EB95AA55E}"/>
              </a:ext>
            </a:extLst>
          </p:cNvPr>
          <p:cNvSpPr txBox="1"/>
          <p:nvPr/>
        </p:nvSpPr>
        <p:spPr>
          <a:xfrm>
            <a:off x="8638328" y="404066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Stage 4</a:t>
            </a: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3741E27-3B6C-ED00-1E45-574925EDB716}"/>
              </a:ext>
            </a:extLst>
          </p:cNvPr>
          <p:cNvCxnSpPr>
            <a:cxnSpLocks/>
            <a:stCxn id="91" idx="3"/>
            <a:endCxn id="27" idx="1"/>
          </p:cNvCxnSpPr>
          <p:nvPr/>
        </p:nvCxnSpPr>
        <p:spPr>
          <a:xfrm>
            <a:off x="6699021" y="2607816"/>
            <a:ext cx="31360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EA1C8D36-1037-EAA2-4DC6-8BACB64F7097}"/>
              </a:ext>
            </a:extLst>
          </p:cNvPr>
          <p:cNvCxnSpPr>
            <a:cxnSpLocks/>
            <a:stCxn id="86" idx="3"/>
            <a:endCxn id="91" idx="1"/>
          </p:cNvCxnSpPr>
          <p:nvPr/>
        </p:nvCxnSpPr>
        <p:spPr>
          <a:xfrm>
            <a:off x="5068689" y="2429410"/>
            <a:ext cx="356520" cy="17840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07846AB8-5E64-88F5-B89B-C65AB7ACB55A}"/>
              </a:ext>
            </a:extLst>
          </p:cNvPr>
          <p:cNvCxnSpPr>
            <a:cxnSpLocks/>
            <a:stCxn id="87" idx="3"/>
            <a:endCxn id="91" idx="1"/>
          </p:cNvCxnSpPr>
          <p:nvPr/>
        </p:nvCxnSpPr>
        <p:spPr>
          <a:xfrm flipV="1">
            <a:off x="5068688" y="2607816"/>
            <a:ext cx="356521" cy="45795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E20B54A-6D63-832A-C486-20D5F7CC3726}"/>
              </a:ext>
            </a:extLst>
          </p:cNvPr>
          <p:cNvSpPr txBox="1"/>
          <p:nvPr/>
        </p:nvSpPr>
        <p:spPr>
          <a:xfrm>
            <a:off x="4958186" y="2196894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885C0E1-C52D-E1B4-1B21-E080B42FECFA}"/>
              </a:ext>
            </a:extLst>
          </p:cNvPr>
          <p:cNvSpPr txBox="1"/>
          <p:nvPr/>
        </p:nvSpPr>
        <p:spPr>
          <a:xfrm>
            <a:off x="4940912" y="2675440"/>
            <a:ext cx="758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00067A48-BDA0-623C-19E1-15164612F739}"/>
              </a:ext>
            </a:extLst>
          </p:cNvPr>
          <p:cNvCxnSpPr>
            <a:cxnSpLocks/>
            <a:stCxn id="88" idx="3"/>
            <a:endCxn id="94" idx="1"/>
          </p:cNvCxnSpPr>
          <p:nvPr/>
        </p:nvCxnSpPr>
        <p:spPr>
          <a:xfrm flipV="1">
            <a:off x="5068688" y="3655100"/>
            <a:ext cx="3516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5B15544-3CCF-9252-5E6D-61076985BFA7}"/>
              </a:ext>
            </a:extLst>
          </p:cNvPr>
          <p:cNvCxnSpPr>
            <a:cxnSpLocks/>
            <a:stCxn id="94" idx="3"/>
            <a:endCxn id="29" idx="1"/>
          </p:cNvCxnSpPr>
          <p:nvPr/>
        </p:nvCxnSpPr>
        <p:spPr>
          <a:xfrm flipV="1">
            <a:off x="6699021" y="3655099"/>
            <a:ext cx="36641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480564A-FBE4-E700-0112-7A37A63FE420}"/>
              </a:ext>
            </a:extLst>
          </p:cNvPr>
          <p:cNvSpPr txBox="1"/>
          <p:nvPr/>
        </p:nvSpPr>
        <p:spPr>
          <a:xfrm>
            <a:off x="6624222" y="2157489"/>
            <a:ext cx="554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128x18bit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88B44CCB-2880-26DA-59F3-0C33119D1578}"/>
              </a:ext>
            </a:extLst>
          </p:cNvPr>
          <p:cNvSpPr txBox="1"/>
          <p:nvPr/>
        </p:nvSpPr>
        <p:spPr>
          <a:xfrm>
            <a:off x="5085498" y="3390654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B15B1707-B184-CFC1-61EC-DCEF64B62C14}"/>
              </a:ext>
            </a:extLst>
          </p:cNvPr>
          <p:cNvSpPr txBox="1"/>
          <p:nvPr/>
        </p:nvSpPr>
        <p:spPr>
          <a:xfrm>
            <a:off x="6607894" y="3398582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F4CA8E61-A2BE-97D4-98CF-3EDFA9AC54ED}"/>
              </a:ext>
            </a:extLst>
          </p:cNvPr>
          <p:cNvCxnSpPr>
            <a:cxnSpLocks/>
            <a:stCxn id="29" idx="3"/>
            <a:endCxn id="41" idx="1"/>
          </p:cNvCxnSpPr>
          <p:nvPr/>
        </p:nvCxnSpPr>
        <p:spPr>
          <a:xfrm flipV="1">
            <a:off x="8286435" y="3048492"/>
            <a:ext cx="293245" cy="60660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连接符: 肘形 107">
            <a:extLst>
              <a:ext uri="{FF2B5EF4-FFF2-40B4-BE49-F238E27FC236}">
                <a16:creationId xmlns:a16="http://schemas.microsoft.com/office/drawing/2014/main" id="{DAD8EA99-728A-9CE9-F59C-71851D460BD3}"/>
              </a:ext>
            </a:extLst>
          </p:cNvPr>
          <p:cNvCxnSpPr>
            <a:cxnSpLocks/>
            <a:stCxn id="27" idx="3"/>
            <a:endCxn id="41" idx="1"/>
          </p:cNvCxnSpPr>
          <p:nvPr/>
        </p:nvCxnSpPr>
        <p:spPr>
          <a:xfrm>
            <a:off x="8286436" y="2607816"/>
            <a:ext cx="293244" cy="44067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C673A9C9-2EFF-6772-FDF4-327E29A16DF5}"/>
              </a:ext>
            </a:extLst>
          </p:cNvPr>
          <p:cNvSpPr txBox="1"/>
          <p:nvPr/>
        </p:nvSpPr>
        <p:spPr>
          <a:xfrm>
            <a:off x="8270121" y="2324658"/>
            <a:ext cx="770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16x21bit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8F0D3D86-4B3F-F898-8E16-2C58FFCC73C7}"/>
              </a:ext>
            </a:extLst>
          </p:cNvPr>
          <p:cNvSpPr txBox="1"/>
          <p:nvPr/>
        </p:nvSpPr>
        <p:spPr>
          <a:xfrm>
            <a:off x="8352810" y="3577288"/>
            <a:ext cx="5472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E479C5B6-CBC2-8CB4-9777-C443D97987C9}"/>
              </a:ext>
            </a:extLst>
          </p:cNvPr>
          <p:cNvCxnSpPr>
            <a:cxnSpLocks/>
            <a:stCxn id="41" idx="3"/>
            <a:endCxn id="123" idx="1"/>
          </p:cNvCxnSpPr>
          <p:nvPr/>
        </p:nvCxnSpPr>
        <p:spPr>
          <a:xfrm>
            <a:off x="9451372" y="3048492"/>
            <a:ext cx="574446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392FF7D2-707C-695F-3C33-D8466F0DFAD4}"/>
              </a:ext>
            </a:extLst>
          </p:cNvPr>
          <p:cNvSpPr txBox="1"/>
          <p:nvPr/>
        </p:nvSpPr>
        <p:spPr>
          <a:xfrm>
            <a:off x="9457986" y="2723690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1AFEBBB-11F2-E1EA-19FC-4FBF4FF7FFEE}"/>
              </a:ext>
            </a:extLst>
          </p:cNvPr>
          <p:cNvSpPr/>
          <p:nvPr/>
        </p:nvSpPr>
        <p:spPr>
          <a:xfrm>
            <a:off x="10025818" y="2370095"/>
            <a:ext cx="1481906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3FC5ADBA-4B82-2BE8-24A2-432B531D9B2F}"/>
              </a:ext>
            </a:extLst>
          </p:cNvPr>
          <p:cNvSpPr/>
          <p:nvPr/>
        </p:nvSpPr>
        <p:spPr>
          <a:xfrm rot="5400000">
            <a:off x="9804471" y="2763051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373DD65-C00E-BC56-6940-9A02CEB1BBA1}"/>
              </a:ext>
            </a:extLst>
          </p:cNvPr>
          <p:cNvSpPr/>
          <p:nvPr/>
        </p:nvSpPr>
        <p:spPr>
          <a:xfrm rot="5400000">
            <a:off x="10604027" y="2762657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D5C8913-DD15-BF0F-5577-A2C62CCC1E11}"/>
              </a:ext>
            </a:extLst>
          </p:cNvPr>
          <p:cNvCxnSpPr>
            <a:cxnSpLocks/>
            <a:stCxn id="124" idx="0"/>
            <a:endCxn id="125" idx="2"/>
          </p:cNvCxnSpPr>
          <p:nvPr/>
        </p:nvCxnSpPr>
        <p:spPr>
          <a:xfrm flipV="1">
            <a:off x="10641004" y="3028170"/>
            <a:ext cx="268531" cy="39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31F95F66-0899-3C3A-39C8-893203C47C19}"/>
              </a:ext>
            </a:extLst>
          </p:cNvPr>
          <p:cNvCxnSpPr>
            <a:cxnSpLocks/>
            <a:stCxn id="125" idx="0"/>
          </p:cNvCxnSpPr>
          <p:nvPr/>
        </p:nvCxnSpPr>
        <p:spPr>
          <a:xfrm>
            <a:off x="11440560" y="3028170"/>
            <a:ext cx="33569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BE45BB70-6B95-EB09-67EC-41C54FDEC031}"/>
              </a:ext>
            </a:extLst>
          </p:cNvPr>
          <p:cNvSpPr txBox="1"/>
          <p:nvPr/>
        </p:nvSpPr>
        <p:spPr>
          <a:xfrm>
            <a:off x="11440560" y="272120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22CE7028-FB4E-432B-A409-FF99F73E1038}"/>
              </a:ext>
            </a:extLst>
          </p:cNvPr>
          <p:cNvSpPr txBox="1"/>
          <p:nvPr/>
        </p:nvSpPr>
        <p:spPr>
          <a:xfrm>
            <a:off x="9387762" y="1458821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E3FB55BC-E30A-4C9C-1753-C592811EBB33}"/>
              </a:ext>
            </a:extLst>
          </p:cNvPr>
          <p:cNvSpPr txBox="1"/>
          <p:nvPr/>
        </p:nvSpPr>
        <p:spPr>
          <a:xfrm>
            <a:off x="3693047" y="1617332"/>
            <a:ext cx="1690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F9490CA6-ED10-B2DE-C6E1-3C831FC2A1B4}"/>
              </a:ext>
            </a:extLst>
          </p:cNvPr>
          <p:cNvSpPr/>
          <p:nvPr/>
        </p:nvSpPr>
        <p:spPr>
          <a:xfrm>
            <a:off x="7907845" y="5390240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w7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8x128bit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AFCDF662-69FD-9FDB-7A3F-E46207108768}"/>
              </a:ext>
            </a:extLst>
          </p:cNvPr>
          <p:cNvSpPr txBox="1"/>
          <p:nvPr/>
        </p:nvSpPr>
        <p:spPr>
          <a:xfrm>
            <a:off x="7091391" y="534234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121155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FC2F-5541-0898-E2A7-F1846889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3BD5F5D-ABE1-9E69-E589-9D65521F4F31}"/>
              </a:ext>
            </a:extLst>
          </p:cNvPr>
          <p:cNvSpPr/>
          <p:nvPr/>
        </p:nvSpPr>
        <p:spPr>
          <a:xfrm>
            <a:off x="4013110" y="4609518"/>
            <a:ext cx="2283789" cy="9305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361F3A8-7B34-E31D-F253-3D5C3213D597}"/>
              </a:ext>
            </a:extLst>
          </p:cNvPr>
          <p:cNvSpPr/>
          <p:nvPr/>
        </p:nvSpPr>
        <p:spPr>
          <a:xfrm>
            <a:off x="4013110" y="2998717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C5256BF-8E42-4E1D-A036-61FB22A8DC3D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process: frame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36A25A-ED60-7692-F8EC-EAD4B611BC78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B628CE8-D72E-63B4-0BF0-67C9CEB9A41D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B7197AA-4F38-5268-0981-734A1AD4CFF7}"/>
              </a:ext>
            </a:extLst>
          </p:cNvPr>
          <p:cNvSpPr txBox="1"/>
          <p:nvPr/>
        </p:nvSpPr>
        <p:spPr>
          <a:xfrm>
            <a:off x="540047" y="362078"/>
            <a:ext cx="5780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Pose_Process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3383338-72A0-38A8-12A6-84488886F058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5C24A6-E9A2-0E79-B972-BB89286705CB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3068CA1-166D-4EEE-7069-4C9FD16465DC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A8834ED-6F67-A5F7-E185-E0405B288C12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B87536B-26E2-ED06-A770-0F0585EAB66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C72039F-7AB7-1A8B-3C1E-0AD2941B4A6E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A4978D5-778A-79A7-CCCD-E6AB63A1DC7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9A94A3-DD0B-9F5C-DA37-255683E7883C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C350990-1322-4330-C5C8-4521FA44EF42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AD9099B-DD21-2631-A3D6-C621A18C661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3B136AC-4760-45CB-3AB9-0233878ECA4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9D8BC7-5936-1F41-693C-09837654EEE1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FD8C32D-AAF0-7D2D-ABA1-A5E7CD5BF98C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F0DB80A-E6B8-8625-F05F-9EB400BE2675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656E2C1-8D5D-23A5-A4B0-A4A05E751F5B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BA31679-957C-7B26-7D8B-2BA319FBE67E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F16A33A-1AE0-ED52-9005-1D304E031128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30DF621-C405-238C-DBDB-D6C8DCDB1254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0A4CD9C-6473-E982-CEA8-26C031987953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3731687-FBA0-5C15-C073-4F45339DB0AE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9657378-3022-F38E-5D69-44E872BCC2A0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F47AA4D-EEB6-A4D6-C396-501408DA3E46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62730F-C5A9-22D0-AE70-2AED1C88DCED}"/>
              </a:ext>
            </a:extLst>
          </p:cNvPr>
          <p:cNvSpPr/>
          <p:nvPr/>
        </p:nvSpPr>
        <p:spPr>
          <a:xfrm>
            <a:off x="1216934" y="3004983"/>
            <a:ext cx="2283789" cy="75172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7B3EC19-B631-15AE-B774-7E4399751346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A9EDAA1-E283-E4F3-48AF-7028FBD6BCF9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B0DCF88D-116B-22A6-9576-F55F96806C48}"/>
              </a:ext>
            </a:extLst>
          </p:cNvPr>
          <p:cNvSpPr txBox="1"/>
          <p:nvPr/>
        </p:nvSpPr>
        <p:spPr>
          <a:xfrm>
            <a:off x="1336987" y="3037274"/>
            <a:ext cx="205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0,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5B3513C-09BB-A9B6-0032-96F940C0515F}"/>
              </a:ext>
            </a:extLst>
          </p:cNvPr>
          <p:cNvSpPr txBox="1"/>
          <p:nvPr/>
        </p:nvSpPr>
        <p:spPr>
          <a:xfrm>
            <a:off x="3828668" y="1418933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9EB0B8-5F00-2B33-005F-A25678681603}"/>
              </a:ext>
            </a:extLst>
          </p:cNvPr>
          <p:cNvSpPr txBox="1"/>
          <p:nvPr/>
        </p:nvSpPr>
        <p:spPr>
          <a:xfrm>
            <a:off x="4058707" y="2996039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frame_busy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同时前一刻数据（此时为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）寄存给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00AA490-291E-4309-3BEC-56368CCDAF18}"/>
              </a:ext>
            </a:extLst>
          </p:cNvPr>
          <p:cNvSpPr txBox="1"/>
          <p:nvPr/>
        </p:nvSpPr>
        <p:spPr>
          <a:xfrm>
            <a:off x="4013110" y="4616742"/>
            <a:ext cx="2112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accum_base_cls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等于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0BE8AA0-935F-DB79-538C-12E93CB62956}"/>
              </a:ext>
            </a:extLst>
          </p:cNvPr>
          <p:cNvSpPr/>
          <p:nvPr/>
        </p:nvSpPr>
        <p:spPr>
          <a:xfrm>
            <a:off x="6485263" y="3010220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E39787-1040-6DAF-A66A-B01588714102}"/>
              </a:ext>
            </a:extLst>
          </p:cNvPr>
          <p:cNvSpPr txBox="1"/>
          <p:nvPr/>
        </p:nvSpPr>
        <p:spPr>
          <a:xfrm>
            <a:off x="6530860" y="3007542"/>
            <a:ext cx="21948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(wire)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接收增量，同时前一刻数据寄存给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D7DF2ED-9EBF-1297-76B7-A3352EABA44B}"/>
              </a:ext>
            </a:extLst>
          </p:cNvPr>
          <p:cNvSpPr/>
          <p:nvPr/>
        </p:nvSpPr>
        <p:spPr>
          <a:xfrm>
            <a:off x="9156777" y="3015386"/>
            <a:ext cx="2283788" cy="1472107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C26478F-7B0F-F338-6F50-09917098E952}"/>
              </a:ext>
            </a:extLst>
          </p:cNvPr>
          <p:cNvSpPr txBox="1"/>
          <p:nvPr/>
        </p:nvSpPr>
        <p:spPr>
          <a:xfrm>
            <a:off x="8065645" y="177907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54AE4B-FE11-3162-90EB-1651EDE7F3C9}"/>
              </a:ext>
            </a:extLst>
          </p:cNvPr>
          <p:cNvSpPr txBox="1"/>
          <p:nvPr/>
        </p:nvSpPr>
        <p:spPr>
          <a:xfrm>
            <a:off x="9102352" y="1356192"/>
            <a:ext cx="1326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in_last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F3CDF34-9BD6-7FC4-63C0-08098ED3F483}"/>
              </a:ext>
            </a:extLst>
          </p:cNvPr>
          <p:cNvSpPr txBox="1"/>
          <p:nvPr/>
        </p:nvSpPr>
        <p:spPr>
          <a:xfrm>
            <a:off x="9222507" y="3062082"/>
            <a:ext cx="2194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out_sum_cls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sum_next_cls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收集结果，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accum_cls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置零，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last out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信号置高</a:t>
            </a:r>
          </a:p>
        </p:txBody>
      </p:sp>
    </p:spTree>
    <p:extLst>
      <p:ext uri="{BB962C8B-B14F-4D97-AF65-F5344CB8AC3E}">
        <p14:creationId xmlns:p14="http://schemas.microsoft.com/office/powerpoint/2010/main" val="15088033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C1F9B-6EB9-1269-51C6-84DA8CD17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4BDBCC5-AF22-1C8A-286E-334904EAF9FF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post_process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B8E5093-79A6-3616-5465-4CDDEAD5766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B505932-7D2A-C919-4987-F5CB66200E4E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654B925-4DF9-6E0E-4584-C2C50286F369}"/>
              </a:ext>
            </a:extLst>
          </p:cNvPr>
          <p:cNvSpPr txBox="1"/>
          <p:nvPr/>
        </p:nvSpPr>
        <p:spPr>
          <a:xfrm>
            <a:off x="540047" y="362078"/>
            <a:ext cx="5664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Post Process v1.2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D0D5E9-E009-E69B-3192-FFA282B14DD5}"/>
              </a:ext>
            </a:extLst>
          </p:cNvPr>
          <p:cNvSpPr/>
          <p:nvPr/>
        </p:nvSpPr>
        <p:spPr>
          <a:xfrm>
            <a:off x="3545956" y="5240380"/>
            <a:ext cx="256202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EF44F1-3BBE-5E01-2B0B-048C48903208}"/>
              </a:ext>
            </a:extLst>
          </p:cNvPr>
          <p:cNvSpPr/>
          <p:nvPr/>
        </p:nvSpPr>
        <p:spPr>
          <a:xfrm>
            <a:off x="3767029" y="5347067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F17A5B2-6FA8-D2B4-5146-E1E5E34BEE7F}"/>
              </a:ext>
            </a:extLst>
          </p:cNvPr>
          <p:cNvSpPr txBox="1"/>
          <p:nvPr/>
        </p:nvSpPr>
        <p:spPr>
          <a:xfrm>
            <a:off x="3231378" y="4819256"/>
            <a:ext cx="1327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64bit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632F71-3459-6828-9C13-5E393805C32C}"/>
              </a:ext>
            </a:extLst>
          </p:cNvPr>
          <p:cNvSpPr txBox="1"/>
          <p:nvPr/>
        </p:nvSpPr>
        <p:spPr>
          <a:xfrm>
            <a:off x="5003247" y="4830629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32bit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33EACB0-031A-1A40-75E9-7EBACD5432FC}"/>
              </a:ext>
            </a:extLst>
          </p:cNvPr>
          <p:cNvSpPr/>
          <p:nvPr/>
        </p:nvSpPr>
        <p:spPr>
          <a:xfrm>
            <a:off x="2439869" y="2048054"/>
            <a:ext cx="4774200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C65CF68-653D-F903-7612-5A5DC22D1492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4826969" y="4420879"/>
            <a:ext cx="0" cy="81950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D1064E94-B423-5B3F-F047-C830E565B209}"/>
              </a:ext>
            </a:extLst>
          </p:cNvPr>
          <p:cNvSpPr/>
          <p:nvPr/>
        </p:nvSpPr>
        <p:spPr>
          <a:xfrm>
            <a:off x="7528022" y="2415708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99982D2-FAAA-7481-1860-CFE1BBF42AA4}"/>
              </a:ext>
            </a:extLst>
          </p:cNvPr>
          <p:cNvSpPr/>
          <p:nvPr/>
        </p:nvSpPr>
        <p:spPr>
          <a:xfrm rot="5400000">
            <a:off x="7478284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6E6F15E-E52F-D7F4-6FC4-F494B56C9BC9}"/>
              </a:ext>
            </a:extLst>
          </p:cNvPr>
          <p:cNvSpPr/>
          <p:nvPr/>
        </p:nvSpPr>
        <p:spPr>
          <a:xfrm rot="5400000">
            <a:off x="8374483" y="2880878"/>
            <a:ext cx="809308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055CE0C-5C70-5112-BC0B-F765508E734E}"/>
              </a:ext>
            </a:extLst>
          </p:cNvPr>
          <p:cNvSpPr txBox="1"/>
          <p:nvPr/>
        </p:nvSpPr>
        <p:spPr>
          <a:xfrm>
            <a:off x="2071952" y="5405521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E719A10E-588D-F535-A2DE-FB4956F4F148}"/>
              </a:ext>
            </a:extLst>
          </p:cNvPr>
          <p:cNvSpPr txBox="1"/>
          <p:nvPr/>
        </p:nvSpPr>
        <p:spPr>
          <a:xfrm>
            <a:off x="4201529" y="1631195"/>
            <a:ext cx="1935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Computing Core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1594574-D401-2C26-83BA-4DA43864A65F}"/>
              </a:ext>
            </a:extLst>
          </p:cNvPr>
          <p:cNvSpPr txBox="1"/>
          <p:nvPr/>
        </p:nvSpPr>
        <p:spPr>
          <a:xfrm>
            <a:off x="7029688" y="1627926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BBF039F-61ED-EFB3-9656-5AE816C07EB4}"/>
              </a:ext>
            </a:extLst>
          </p:cNvPr>
          <p:cNvSpPr txBox="1"/>
          <p:nvPr/>
        </p:nvSpPr>
        <p:spPr>
          <a:xfrm>
            <a:off x="57277" y="2970308"/>
            <a:ext cx="2045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pwconv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output:  128bit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83636739-8AAD-A3EC-6B69-715668C1532E}"/>
              </a:ext>
            </a:extLst>
          </p:cNvPr>
          <p:cNvSpPr/>
          <p:nvPr/>
        </p:nvSpPr>
        <p:spPr>
          <a:xfrm>
            <a:off x="2610883" y="2547973"/>
            <a:ext cx="1347278" cy="1182754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2EC32BB9-DD16-77D8-33C9-D725CB0C12B2}"/>
              </a:ext>
            </a:extLst>
          </p:cNvPr>
          <p:cNvSpPr txBox="1"/>
          <p:nvPr/>
        </p:nvSpPr>
        <p:spPr>
          <a:xfrm>
            <a:off x="2919279" y="2194727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MacPool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EB5AA37-3531-7A84-61E7-C1AD890EB934}"/>
              </a:ext>
            </a:extLst>
          </p:cNvPr>
          <p:cNvSpPr txBox="1"/>
          <p:nvPr/>
        </p:nvSpPr>
        <p:spPr>
          <a:xfrm>
            <a:off x="2042615" y="4619201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72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FFE03170-0D58-FF26-7402-E5B030F4FA86}"/>
              </a:ext>
            </a:extLst>
          </p:cNvPr>
          <p:cNvSpPr/>
          <p:nvPr/>
        </p:nvSpPr>
        <p:spPr>
          <a:xfrm>
            <a:off x="2647616" y="2793291"/>
            <a:ext cx="1273812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</a:p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8C8C93E1-926D-F3EC-DE45-C63F2DACBF6B}"/>
              </a:ext>
            </a:extLst>
          </p:cNvPr>
          <p:cNvSpPr/>
          <p:nvPr/>
        </p:nvSpPr>
        <p:spPr>
          <a:xfrm>
            <a:off x="4053053" y="2538677"/>
            <a:ext cx="1148230" cy="1182756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463FFE4-0141-569F-486A-A5AE33086A21}"/>
              </a:ext>
            </a:extLst>
          </p:cNvPr>
          <p:cNvSpPr txBox="1"/>
          <p:nvPr/>
        </p:nvSpPr>
        <p:spPr>
          <a:xfrm>
            <a:off x="4221106" y="405124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445F294E-86AB-05EA-FD81-7173CD13A8E8}"/>
              </a:ext>
            </a:extLst>
          </p:cNvPr>
          <p:cNvSpPr/>
          <p:nvPr/>
        </p:nvSpPr>
        <p:spPr>
          <a:xfrm>
            <a:off x="5020463" y="5333383"/>
            <a:ext cx="957238" cy="488978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2x16bit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D7ECEA1-2D53-FBF4-EF9D-0D1D98D8C08A}"/>
              </a:ext>
            </a:extLst>
          </p:cNvPr>
          <p:cNvSpPr/>
          <p:nvPr/>
        </p:nvSpPr>
        <p:spPr>
          <a:xfrm>
            <a:off x="4098188" y="2789576"/>
            <a:ext cx="1103095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4xMAC per unit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BDCCC99-F9E0-F294-3627-F11AF3ADB2BA}"/>
              </a:ext>
            </a:extLst>
          </p:cNvPr>
          <p:cNvSpPr/>
          <p:nvPr/>
        </p:nvSpPr>
        <p:spPr>
          <a:xfrm>
            <a:off x="5289209" y="2538675"/>
            <a:ext cx="1803944" cy="1182757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BAAE1771-FFEC-05D6-9693-E43EC0DAF26F}"/>
              </a:ext>
            </a:extLst>
          </p:cNvPr>
          <p:cNvSpPr/>
          <p:nvPr/>
        </p:nvSpPr>
        <p:spPr>
          <a:xfrm>
            <a:off x="5409431" y="2789576"/>
            <a:ext cx="1552097" cy="713626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72 cycle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add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D694237F-9653-945A-7B72-31A8EC5B68E3}"/>
              </a:ext>
            </a:extLst>
          </p:cNvPr>
          <p:cNvSpPr txBox="1"/>
          <p:nvPr/>
        </p:nvSpPr>
        <p:spPr>
          <a:xfrm>
            <a:off x="5725625" y="405124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180E378E-C9C9-9BD8-320C-B92740DB459B}"/>
              </a:ext>
            </a:extLst>
          </p:cNvPr>
          <p:cNvSpPr txBox="1"/>
          <p:nvPr/>
        </p:nvSpPr>
        <p:spPr>
          <a:xfrm>
            <a:off x="3070600" y="422485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A05BC515-2087-F92B-7018-70E2BE87091C}"/>
              </a:ext>
            </a:extLst>
          </p:cNvPr>
          <p:cNvSpPr txBox="1"/>
          <p:nvPr/>
        </p:nvSpPr>
        <p:spPr>
          <a:xfrm>
            <a:off x="4199550" y="2178032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MAC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8FBE49BA-3DA1-494A-5FCA-2F62535A04C8}"/>
              </a:ext>
            </a:extLst>
          </p:cNvPr>
          <p:cNvSpPr txBox="1"/>
          <p:nvPr/>
        </p:nvSpPr>
        <p:spPr>
          <a:xfrm>
            <a:off x="5661076" y="2185416"/>
            <a:ext cx="932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FC </a:t>
            </a:r>
            <a:r>
              <a:rPr lang="en-US" altLang="zh-CN" sz="12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Accum</a:t>
            </a:r>
            <a:endParaRPr lang="en-US" altLang="zh-CN" sz="12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350B9C13-24CB-9A48-4235-3C75ABFB38E0}"/>
              </a:ext>
            </a:extLst>
          </p:cNvPr>
          <p:cNvCxnSpPr>
            <a:cxnSpLocks/>
            <a:stCxn id="104" idx="3"/>
            <a:endCxn id="110" idx="1"/>
          </p:cNvCxnSpPr>
          <p:nvPr/>
        </p:nvCxnSpPr>
        <p:spPr>
          <a:xfrm flipV="1">
            <a:off x="3921428" y="3146389"/>
            <a:ext cx="176760" cy="37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9FDD7BB-B600-A6D2-16B3-DF51C3D0D64E}"/>
              </a:ext>
            </a:extLst>
          </p:cNvPr>
          <p:cNvSpPr txBox="1"/>
          <p:nvPr/>
        </p:nvSpPr>
        <p:spPr>
          <a:xfrm>
            <a:off x="3682615" y="2808129"/>
            <a:ext cx="71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4x8bit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7AF6757D-86C9-225C-C9FD-98AD2ED5EC7B}"/>
              </a:ext>
            </a:extLst>
          </p:cNvPr>
          <p:cNvSpPr txBox="1"/>
          <p:nvPr/>
        </p:nvSpPr>
        <p:spPr>
          <a:xfrm>
            <a:off x="5009879" y="2786328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60969603-5C36-57EE-1FA6-4871C86E7604}"/>
              </a:ext>
            </a:extLst>
          </p:cNvPr>
          <p:cNvCxnSpPr>
            <a:cxnSpLocks/>
            <a:stCxn id="110" idx="3"/>
            <a:endCxn id="112" idx="1"/>
          </p:cNvCxnSpPr>
          <p:nvPr/>
        </p:nvCxnSpPr>
        <p:spPr>
          <a:xfrm>
            <a:off x="5201283" y="3146389"/>
            <a:ext cx="2081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6F3BA707-2DB0-78D2-6B2E-B31B00B44A13}"/>
              </a:ext>
            </a:extLst>
          </p:cNvPr>
          <p:cNvCxnSpPr>
            <a:cxnSpLocks/>
            <a:stCxn id="112" idx="3"/>
            <a:endCxn id="33" idx="2"/>
          </p:cNvCxnSpPr>
          <p:nvPr/>
        </p:nvCxnSpPr>
        <p:spPr>
          <a:xfrm>
            <a:off x="6961528" y="3146389"/>
            <a:ext cx="655898" cy="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本框 142">
            <a:extLst>
              <a:ext uri="{FF2B5EF4-FFF2-40B4-BE49-F238E27FC236}">
                <a16:creationId xmlns:a16="http://schemas.microsoft.com/office/drawing/2014/main" id="{3BA491AD-F626-DC49-EFDC-0052CC42B257}"/>
              </a:ext>
            </a:extLst>
          </p:cNvPr>
          <p:cNvSpPr txBox="1"/>
          <p:nvPr/>
        </p:nvSpPr>
        <p:spPr>
          <a:xfrm>
            <a:off x="6919122" y="2816420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08493BD6-AEA3-2162-DCBB-F0FEC0B1F946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>
            <a:off x="8148451" y="3146391"/>
            <a:ext cx="36517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7DF2094A-F554-F3AF-7D2C-E084565CB0EE}"/>
              </a:ext>
            </a:extLst>
          </p:cNvPr>
          <p:cNvSpPr txBox="1"/>
          <p:nvPr/>
        </p:nvSpPr>
        <p:spPr>
          <a:xfrm>
            <a:off x="7931719" y="2846594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2x32bit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D8D3DD4A-080F-B6A2-BC14-DBE3E4CC8C17}"/>
              </a:ext>
            </a:extLst>
          </p:cNvPr>
          <p:cNvCxnSpPr>
            <a:cxnSpLocks/>
            <a:stCxn id="34" idx="0"/>
            <a:endCxn id="164" idx="1"/>
          </p:cNvCxnSpPr>
          <p:nvPr/>
        </p:nvCxnSpPr>
        <p:spPr>
          <a:xfrm>
            <a:off x="9044650" y="3146391"/>
            <a:ext cx="699791" cy="11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FD761B5-27F1-C043-68BC-CF33CEA2B3BE}"/>
              </a:ext>
            </a:extLst>
          </p:cNvPr>
          <p:cNvSpPr txBox="1"/>
          <p:nvPr/>
        </p:nvSpPr>
        <p:spPr>
          <a:xfrm>
            <a:off x="9040407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2x8bit</a:t>
            </a:r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07D616A7-552D-C0C2-E2AD-6951D8BE81C5}"/>
              </a:ext>
            </a:extLst>
          </p:cNvPr>
          <p:cNvSpPr/>
          <p:nvPr/>
        </p:nvSpPr>
        <p:spPr>
          <a:xfrm>
            <a:off x="9744441" y="2863597"/>
            <a:ext cx="809308" cy="567854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Sigmoid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LUT</a:t>
            </a:r>
          </a:p>
        </p:txBody>
      </p: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0C3DC6D9-21B6-6D39-660E-4C938BD26E66}"/>
              </a:ext>
            </a:extLst>
          </p:cNvPr>
          <p:cNvCxnSpPr>
            <a:cxnSpLocks/>
            <a:stCxn id="164" idx="3"/>
          </p:cNvCxnSpPr>
          <p:nvPr/>
        </p:nvCxnSpPr>
        <p:spPr>
          <a:xfrm flipV="1">
            <a:off x="10553749" y="3146389"/>
            <a:ext cx="914351" cy="113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921CBCCF-26A6-4781-4AA1-6C3707B14649}"/>
              </a:ext>
            </a:extLst>
          </p:cNvPr>
          <p:cNvSpPr txBox="1"/>
          <p:nvPr/>
        </p:nvSpPr>
        <p:spPr>
          <a:xfrm>
            <a:off x="10553749" y="2831573"/>
            <a:ext cx="794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2xFP32</a:t>
            </a: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94AAF17F-88F7-198A-4079-980811EFB983}"/>
              </a:ext>
            </a:extLst>
          </p:cNvPr>
          <p:cNvSpPr txBox="1"/>
          <p:nvPr/>
        </p:nvSpPr>
        <p:spPr>
          <a:xfrm>
            <a:off x="6329055" y="4658051"/>
            <a:ext cx="1490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reg: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双路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同时读写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7" name="直接箭头连接符 176">
            <a:extLst>
              <a:ext uri="{FF2B5EF4-FFF2-40B4-BE49-F238E27FC236}">
                <a16:creationId xmlns:a16="http://schemas.microsoft.com/office/drawing/2014/main" id="{E47B5099-6AC9-AFDB-A1DE-9EF38531FFA9}"/>
              </a:ext>
            </a:extLst>
          </p:cNvPr>
          <p:cNvCxnSpPr>
            <a:cxnSpLocks/>
            <a:endCxn id="104" idx="1"/>
          </p:cNvCxnSpPr>
          <p:nvPr/>
        </p:nvCxnSpPr>
        <p:spPr>
          <a:xfrm flipV="1">
            <a:off x="1963386" y="3150104"/>
            <a:ext cx="684230" cy="42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8223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652C3-C81D-C411-9134-C82A40AD4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5447F7-61FC-69AD-93E3-6F299EF1DBD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FDAD01-3646-2A3D-16D7-7E44CD211866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AE8AB1-25D5-221B-D490-6AF182255B89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E5B4C8-3AD7-9DEE-5DD7-A751DFE3E8E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B1C6CD82-A4CF-7B10-6A63-8AE0444EFD8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4C4BF52-CEC7-4B8A-4AB8-0CB408E5742D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C6DBC4-CEBD-8E39-873D-4BD40D11C4CF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E36F3D71-98DB-9D88-8667-B32FA0EBED1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94051D-E413-3261-8004-58BB7DDFBE0B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C348DF4-F4FE-40D5-1728-8CFF191F9FF0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13F7E57-008B-6597-7B17-8BF4EFC90368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F496DF-1258-B76B-50C2-20BCAB5D1DC5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2DCA551-30C8-75E1-6ABF-521BAB1278B7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B1C172E-9BD8-CBCE-F9B7-A2CA6ED80DDD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B2AB0B0-F686-761B-B862-4817D89D6009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6950A0A-EAAD-260F-34FF-C9C4F707C0FE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52A752-3079-5006-9CD5-7B7B73AFB7BD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9841C6A-6F18-CE80-7111-5062C60B4CB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3EFB8F5-AA42-299B-FA5F-C1CCFD4D547C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C8BBC56-0A5E-7F5B-08AA-1A8251425542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81AF150-E49D-8671-D6FA-1FAA5CCA484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53E44F8-5537-9F91-6704-9C756967C83C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6F93937-C5A7-1D9F-68E9-4DDD48798E03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768A6285-E26A-03A9-8001-B91A7B89B8FE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C28D581-F356-C1E8-A45F-EF4BAE2CCF5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9605E6A4-8715-1118-69AA-C4F459236750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603214F-2859-3CC5-DAB7-2761F31A8FE4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37F5AEED-01D4-4BEA-FD1D-4380542A8DB6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6E1DC76-CFA2-FC7A-E951-2E4162FA5F3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1746D68-19EF-7385-B0CA-4C9A5B7ED3B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E9F945F-09E0-592A-D66F-77972D818050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FE94ABE-5C4D-B643-FDA4-2DE15D3EC31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D97DDEE5-E426-0897-EB75-0AD86F2D4BA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A2E350C-ED1F-0516-8A94-BC12BBDB3F5F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A5FABE4E-CA30-469B-48B5-06AE46DC5F9B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6624463D-DBF9-F5D0-116D-CF6D6C13172C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E3D9178-6D32-91DC-EB4E-44C4E0CD829D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B8A9CA8-80DF-D6B2-D98A-87A9DCAAA5EC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4EEFF9B-AF7A-3ED1-FA50-824014A34479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FB9B89F2-D657-A449-5BDC-118F2E0F8215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9CF7933-3A58-DFA0-CE72-AB648F2AB91C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860738C8-F3A3-E9E1-D5B8-5C18E8C4540E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DA3C867-6004-B9EA-1BAA-E7D2F340204B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7FA18F-2EDC-7341-66D2-7AC8C09102F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4FDC39-877C-B535-3EE8-B2D4489CE8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83BD02F2-00F3-9C0F-BCB7-4D36F403994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CBEECEA-CA03-9DA7-D0F1-6287490FDBDE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E37050E-0553-FB3A-3EFF-1A4614FA5BD1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6B67F3E-BF7C-BD74-F5A3-A6FB88C0D6B6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19F44-CE8B-4265-BD29-2A34F1FDF1AF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9D2C30C-8B9C-7677-9700-C59A64FE4B27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D474955E-C341-433A-030B-B103BDF1F1B4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5558C4E-6A10-F4C0-06CD-96F9B2DA222B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9F791F7-7BC1-2438-48AB-8888B308DB57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B9F3520-CE9B-8A90-2B89-951A9F33723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9FE875D-3EB7-5EC1-9E1F-83D1012058A1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9B7E70AA-7431-0B67-9C10-EC9CD5CE3822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1777B97E-6C02-5C91-4121-2EAFBFA68FBB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F4B09B5-B295-8D50-1BCF-A35E1083CE9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1294D3E3-3B3A-17FE-A939-AACF4B140E55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029A591-DBE6-FB6F-E514-E06530CA527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874D3D9-8447-5FC8-E76B-735E609396D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D3C37F1-6F07-E9CB-463C-01ED150134E1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760A0123-4F0A-ABAE-96DE-4AF8B81AE7CE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3E3239C-4528-734B-0CBA-BFE86410EE6C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68458C-E6F8-73D8-CDA7-5802AB8B51D2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D46847B-BC17-8062-0A00-8A08BC4E0CFC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23F8A74-D39E-CAD9-87BA-1AC6D8A9B7AE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FF8F0552-8BBA-2690-4078-FCEF958F5C59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69146304-110E-4284-47C3-44BEE830BC2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DAE65A62-17C8-9249-40CF-085A84040879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3FDF810C-1825-0ABB-28B2-BE3AA379E790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</p:spTree>
    <p:extLst>
      <p:ext uri="{BB962C8B-B14F-4D97-AF65-F5344CB8AC3E}">
        <p14:creationId xmlns:p14="http://schemas.microsoft.com/office/powerpoint/2010/main" val="18173930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0DBEF-7B06-76E2-0FFB-0A47FB500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84">
            <a:extLst>
              <a:ext uri="{FF2B5EF4-FFF2-40B4-BE49-F238E27FC236}">
                <a16:creationId xmlns:a16="http://schemas.microsoft.com/office/drawing/2014/main" id="{AB244B8E-B00F-6172-4F4D-7CCA3973ABB3}"/>
              </a:ext>
            </a:extLst>
          </p:cNvPr>
          <p:cNvSpPr/>
          <p:nvPr/>
        </p:nvSpPr>
        <p:spPr>
          <a:xfrm>
            <a:off x="6727116" y="2831195"/>
            <a:ext cx="3552576" cy="490586"/>
          </a:xfrm>
          <a:prstGeom prst="rect">
            <a:avLst/>
          </a:prstGeom>
          <a:solidFill>
            <a:srgbClr val="00B050">
              <a:alpha val="17000"/>
            </a:srgbClr>
          </a:solidFill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87F56AC-2412-C1D3-F9A5-40F9AE98F834}"/>
              </a:ext>
            </a:extLst>
          </p:cNvPr>
          <p:cNvSpPr/>
          <p:nvPr/>
        </p:nvSpPr>
        <p:spPr>
          <a:xfrm>
            <a:off x="1485827" y="283119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0154E01-7619-9C64-5F9E-E48EC104610E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双帧缓存机制详解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B3DEC7-E26D-DF3B-B311-E53467AB4E8D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A355F55-64A5-AF81-8E6D-EA895AC89CE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3608B3-E72E-45A7-A039-3D92F429EE94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9F6F5C-BBFF-5F34-C4AA-12ACF90BE379}"/>
              </a:ext>
            </a:extLst>
          </p:cNvPr>
          <p:cNvSpPr/>
          <p:nvPr/>
        </p:nvSpPr>
        <p:spPr>
          <a:xfrm>
            <a:off x="393413" y="289892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A1E983-30C1-FC8A-9D0E-3B02DFC2C02B}"/>
              </a:ext>
            </a:extLst>
          </p:cNvPr>
          <p:cNvSpPr/>
          <p:nvPr/>
        </p:nvSpPr>
        <p:spPr>
          <a:xfrm>
            <a:off x="393413" y="4005684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52D632-E09C-660C-BCE0-8CE9957B671D}"/>
              </a:ext>
            </a:extLst>
          </p:cNvPr>
          <p:cNvSpPr/>
          <p:nvPr/>
        </p:nvSpPr>
        <p:spPr>
          <a:xfrm>
            <a:off x="1582951" y="289808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114BF9-3FC7-4129-7CC4-42E9E5D60523}"/>
              </a:ext>
            </a:extLst>
          </p:cNvPr>
          <p:cNvSpPr/>
          <p:nvPr/>
        </p:nvSpPr>
        <p:spPr>
          <a:xfrm>
            <a:off x="1582951" y="4004836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240F330-29AE-7871-A034-A5008692703A}"/>
              </a:ext>
            </a:extLst>
          </p:cNvPr>
          <p:cNvCxnSpPr>
            <a:cxnSpLocks/>
          </p:cNvCxnSpPr>
          <p:nvPr/>
        </p:nvCxnSpPr>
        <p:spPr>
          <a:xfrm>
            <a:off x="1945534" y="2478465"/>
            <a:ext cx="0" cy="41961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B124D802-9A2B-CB13-8BA3-892260A2C303}"/>
              </a:ext>
            </a:extLst>
          </p:cNvPr>
          <p:cNvSpPr txBox="1"/>
          <p:nvPr/>
        </p:nvSpPr>
        <p:spPr>
          <a:xfrm>
            <a:off x="1295989" y="2141081"/>
            <a:ext cx="2056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7491DFB-118F-3D82-2E80-ED25224E0D92}"/>
              </a:ext>
            </a:extLst>
          </p:cNvPr>
          <p:cNvSpPr/>
          <p:nvPr/>
        </p:nvSpPr>
        <p:spPr>
          <a:xfrm>
            <a:off x="4111923" y="289512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834BF91-CCE5-42AD-793D-AD2BDB5E07CA}"/>
              </a:ext>
            </a:extLst>
          </p:cNvPr>
          <p:cNvSpPr txBox="1"/>
          <p:nvPr/>
        </p:nvSpPr>
        <p:spPr>
          <a:xfrm>
            <a:off x="2355469" y="289512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DA1CA08-677C-05B1-194B-AA17541FC14C}"/>
              </a:ext>
            </a:extLst>
          </p:cNvPr>
          <p:cNvSpPr txBox="1"/>
          <p:nvPr/>
        </p:nvSpPr>
        <p:spPr>
          <a:xfrm>
            <a:off x="5270188" y="2121628"/>
            <a:ext cx="9126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commit</a:t>
            </a:r>
            <a:endParaRPr lang="zh-CN" altLang="en-US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30856B7-6CD1-CFB2-9643-A33E53D7C326}"/>
              </a:ext>
            </a:extLst>
          </p:cNvPr>
          <p:cNvCxnSpPr>
            <a:cxnSpLocks/>
          </p:cNvCxnSpPr>
          <p:nvPr/>
        </p:nvCxnSpPr>
        <p:spPr>
          <a:xfrm>
            <a:off x="5656447" y="2478465"/>
            <a:ext cx="0" cy="419616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BDC1E466-60D6-8503-3153-D1E448DD096F}"/>
              </a:ext>
            </a:extLst>
          </p:cNvPr>
          <p:cNvSpPr/>
          <p:nvPr/>
        </p:nvSpPr>
        <p:spPr>
          <a:xfrm>
            <a:off x="5270188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2BCCBA-2B0A-EA6A-FCD6-8E2F3594EC9B}"/>
              </a:ext>
            </a:extLst>
          </p:cNvPr>
          <p:cNvSpPr/>
          <p:nvPr/>
        </p:nvSpPr>
        <p:spPr>
          <a:xfrm>
            <a:off x="5270188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8317FC-7514-A55D-B8F5-500431C8B6B9}"/>
              </a:ext>
            </a:extLst>
          </p:cNvPr>
          <p:cNvSpPr txBox="1"/>
          <p:nvPr/>
        </p:nvSpPr>
        <p:spPr>
          <a:xfrm>
            <a:off x="5632387" y="2409056"/>
            <a:ext cx="1162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写入流结束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 ready!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BCE9F22-3671-3E2E-89F7-362883E91D24}"/>
              </a:ext>
            </a:extLst>
          </p:cNvPr>
          <p:cNvCxnSpPr>
            <a:cxnSpLocks/>
          </p:cNvCxnSpPr>
          <p:nvPr/>
        </p:nvCxnSpPr>
        <p:spPr>
          <a:xfrm flipV="1">
            <a:off x="5656447" y="4361648"/>
            <a:ext cx="0" cy="4251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C2C703F5-494E-CF4C-A9D1-FF83DA9F213B}"/>
              </a:ext>
            </a:extLst>
          </p:cNvPr>
          <p:cNvSpPr txBox="1"/>
          <p:nvPr/>
        </p:nvSpPr>
        <p:spPr>
          <a:xfrm>
            <a:off x="5038403" y="4806774"/>
            <a:ext cx="14923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AE81A8A-BFDD-DBE9-D770-AFFBAEB542F7}"/>
              </a:ext>
            </a:extLst>
          </p:cNvPr>
          <p:cNvSpPr/>
          <p:nvPr/>
        </p:nvSpPr>
        <p:spPr>
          <a:xfrm>
            <a:off x="6831923" y="2895119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B9B1E44-852D-2794-9BB9-7866FC46EC2D}"/>
              </a:ext>
            </a:extLst>
          </p:cNvPr>
          <p:cNvSpPr/>
          <p:nvPr/>
        </p:nvSpPr>
        <p:spPr>
          <a:xfrm>
            <a:off x="6831923" y="4004835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5F1E744-C4B0-F7F6-E683-891B534A58A4}"/>
              </a:ext>
            </a:extLst>
          </p:cNvPr>
          <p:cNvSpPr txBox="1"/>
          <p:nvPr/>
        </p:nvSpPr>
        <p:spPr>
          <a:xfrm>
            <a:off x="6702022" y="2151739"/>
            <a:ext cx="13557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进入消费流，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不再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5D721C89-3EA6-5E58-7C2A-1C6926BDD1C8}"/>
              </a:ext>
            </a:extLst>
          </p:cNvPr>
          <p:cNvCxnSpPr>
            <a:cxnSpLocks/>
            <a:stCxn id="83" idx="2"/>
          </p:cNvCxnSpPr>
          <p:nvPr/>
        </p:nvCxnSpPr>
        <p:spPr>
          <a:xfrm>
            <a:off x="7218182" y="4361648"/>
            <a:ext cx="0" cy="4451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261D7EBB-5294-6AB8-5D2C-351240362957}"/>
              </a:ext>
            </a:extLst>
          </p:cNvPr>
          <p:cNvSpPr txBox="1"/>
          <p:nvPr/>
        </p:nvSpPr>
        <p:spPr>
          <a:xfrm>
            <a:off x="6565961" y="4824354"/>
            <a:ext cx="13698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变为写入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发送“写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ready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信号”</a:t>
            </a:r>
          </a:p>
        </p:txBody>
      </p:sp>
      <p:sp>
        <p:nvSpPr>
          <p:cNvPr id="92" name="左大括号 91">
            <a:extLst>
              <a:ext uri="{FF2B5EF4-FFF2-40B4-BE49-F238E27FC236}">
                <a16:creationId xmlns:a16="http://schemas.microsoft.com/office/drawing/2014/main" id="{5D9B1598-8457-38B4-A9BA-137EBEDFD82B}"/>
              </a:ext>
            </a:extLst>
          </p:cNvPr>
          <p:cNvSpPr/>
          <p:nvPr/>
        </p:nvSpPr>
        <p:spPr>
          <a:xfrm rot="16200000">
            <a:off x="1252002" y="3677652"/>
            <a:ext cx="244882" cy="196205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3CD5CB4E-7F75-3D0B-2383-E8D3A43A49F5}"/>
              </a:ext>
            </a:extLst>
          </p:cNvPr>
          <p:cNvSpPr txBox="1"/>
          <p:nvPr/>
        </p:nvSpPr>
        <p:spPr>
          <a:xfrm>
            <a:off x="803920" y="4806774"/>
            <a:ext cx="1298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伪 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bank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8194AA3-A156-DC9B-7AB7-A7B12A64327E}"/>
              </a:ext>
            </a:extLst>
          </p:cNvPr>
          <p:cNvSpPr/>
          <p:nvPr/>
        </p:nvSpPr>
        <p:spPr>
          <a:xfrm>
            <a:off x="9343299" y="28904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</a:t>
            </a:r>
            <a:endParaRPr lang="zh-CN" altLang="en-US" sz="1600" dirty="0">
              <a:solidFill>
                <a:srgbClr val="FFFF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4CB04B4-89DB-231B-4A19-220BE5BEE42F}"/>
              </a:ext>
            </a:extLst>
          </p:cNvPr>
          <p:cNvSpPr txBox="1"/>
          <p:nvPr/>
        </p:nvSpPr>
        <p:spPr>
          <a:xfrm>
            <a:off x="7604441" y="2904248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消费流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4A83419-430B-29E2-8550-C42B46536EAB}"/>
              </a:ext>
            </a:extLst>
          </p:cNvPr>
          <p:cNvCxnSpPr>
            <a:cxnSpLocks/>
            <a:endCxn id="97" idx="2"/>
          </p:cNvCxnSpPr>
          <p:nvPr/>
        </p:nvCxnSpPr>
        <p:spPr>
          <a:xfrm flipV="1">
            <a:off x="8444025" y="4355414"/>
            <a:ext cx="0" cy="375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E725D136-4056-DBEA-01BD-38F5102E0BF1}"/>
              </a:ext>
            </a:extLst>
          </p:cNvPr>
          <p:cNvSpPr/>
          <p:nvPr/>
        </p:nvSpPr>
        <p:spPr>
          <a:xfrm>
            <a:off x="8057766" y="3998601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09AB5FE9-F284-A974-A66C-96D7D9FC9054}"/>
              </a:ext>
            </a:extLst>
          </p:cNvPr>
          <p:cNvSpPr txBox="1"/>
          <p:nvPr/>
        </p:nvSpPr>
        <p:spPr>
          <a:xfrm>
            <a:off x="7774969" y="4806773"/>
            <a:ext cx="2056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选中该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进行写入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进入新图写入流会话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021AADC-D3A0-BF3E-3CE3-0D7F5EC7CAE0}"/>
              </a:ext>
            </a:extLst>
          </p:cNvPr>
          <p:cNvSpPr/>
          <p:nvPr/>
        </p:nvSpPr>
        <p:spPr>
          <a:xfrm>
            <a:off x="7935783" y="3931715"/>
            <a:ext cx="3552576" cy="490586"/>
          </a:xfrm>
          <a:prstGeom prst="rect">
            <a:avLst/>
          </a:prstGeom>
          <a:solidFill>
            <a:srgbClr val="00B0F0">
              <a:alpha val="17000"/>
            </a:srgbClr>
          </a:solidFill>
          <a:ln w="95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7D30C92-0953-90CC-0B28-90AA216BC527}"/>
              </a:ext>
            </a:extLst>
          </p:cNvPr>
          <p:cNvSpPr/>
          <p:nvPr/>
        </p:nvSpPr>
        <p:spPr>
          <a:xfrm>
            <a:off x="10561879" y="3995640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pong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271FFBA-970E-302F-37DD-7B0E4BC139F9}"/>
              </a:ext>
            </a:extLst>
          </p:cNvPr>
          <p:cNvSpPr txBox="1"/>
          <p:nvPr/>
        </p:nvSpPr>
        <p:spPr>
          <a:xfrm>
            <a:off x="8805425" y="3995640"/>
            <a:ext cx="17327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写入流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------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62DCE4E-1C41-657F-44E3-CD0E5E573C75}"/>
              </a:ext>
            </a:extLst>
          </p:cNvPr>
          <p:cNvSpPr txBox="1"/>
          <p:nvPr/>
        </p:nvSpPr>
        <p:spPr>
          <a:xfrm>
            <a:off x="3312030" y="3872529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55BAC34A-0DC3-CECC-D3A4-2FE7C9BBEE80}"/>
              </a:ext>
            </a:extLst>
          </p:cNvPr>
          <p:cNvSpPr txBox="1"/>
          <p:nvPr/>
        </p:nvSpPr>
        <p:spPr>
          <a:xfrm>
            <a:off x="10538204" y="2737006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355215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CD88-8BD5-80C1-BDC7-90C0A2B70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 78">
            <a:extLst>
              <a:ext uri="{FF2B5EF4-FFF2-40B4-BE49-F238E27FC236}">
                <a16:creationId xmlns:a16="http://schemas.microsoft.com/office/drawing/2014/main" id="{D441FADA-CC54-80FA-FB79-2F996366BDD9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A469017-8839-CCD5-0517-751EF8C88F9A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0627DF8-74F1-D340-C24F-CFD623D440C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4751662-2E2E-AC39-BAA7-B32F05688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3" y="1791979"/>
            <a:ext cx="12072094" cy="36044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83765B8-9AF7-0519-73D8-8588CC5378EA}"/>
              </a:ext>
            </a:extLst>
          </p:cNvPr>
          <p:cNvSpPr txBox="1"/>
          <p:nvPr/>
        </p:nvSpPr>
        <p:spPr>
          <a:xfrm>
            <a:off x="594689" y="914256"/>
            <a:ext cx="6045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调度核心的有限状态机化设计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A3F0A17-5778-1BB4-B046-988A4EC00139}"/>
              </a:ext>
            </a:extLst>
          </p:cNvPr>
          <p:cNvCxnSpPr>
            <a:cxnSpLocks/>
          </p:cNvCxnSpPr>
          <p:nvPr/>
        </p:nvCxnSpPr>
        <p:spPr>
          <a:xfrm>
            <a:off x="3326825" y="29467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BCEBC33-CCD3-9A9A-607A-274F186D965B}"/>
              </a:ext>
            </a:extLst>
          </p:cNvPr>
          <p:cNvSpPr txBox="1"/>
          <p:nvPr/>
        </p:nvSpPr>
        <p:spPr>
          <a:xfrm>
            <a:off x="2729788" y="4165432"/>
            <a:ext cx="14187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next_state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=busy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9EED4ED-1D56-282E-C1CB-6E9B5F14AB2B}"/>
              </a:ext>
            </a:extLst>
          </p:cNvPr>
          <p:cNvSpPr txBox="1"/>
          <p:nvPr/>
        </p:nvSpPr>
        <p:spPr>
          <a:xfrm>
            <a:off x="2667395" y="4473209"/>
            <a:ext cx="33345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该周期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使能信号有效，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，下一个时钟周期准备读出第一个地址的权重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9399BF-D06A-457C-F1FA-280AD4BB19DA}"/>
              </a:ext>
            </a:extLst>
          </p:cNvPr>
          <p:cNvCxnSpPr>
            <a:cxnSpLocks/>
          </p:cNvCxnSpPr>
          <p:nvPr/>
        </p:nvCxnSpPr>
        <p:spPr>
          <a:xfrm>
            <a:off x="6756741" y="3000497"/>
            <a:ext cx="0" cy="1164935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CA4C035-60EC-A756-7BB9-AE653C28C8DF}"/>
              </a:ext>
            </a:extLst>
          </p:cNvPr>
          <p:cNvSpPr txBox="1"/>
          <p:nvPr/>
        </p:nvSpPr>
        <p:spPr>
          <a:xfrm>
            <a:off x="6440636" y="4119825"/>
            <a:ext cx="320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输入数据仍然无效！同时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正在给出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的数据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0045A2-2315-DD61-D629-67F97767F385}"/>
              </a:ext>
            </a:extLst>
          </p:cNvPr>
          <p:cNvSpPr txBox="1"/>
          <p:nvPr/>
        </p:nvSpPr>
        <p:spPr>
          <a:xfrm>
            <a:off x="6440636" y="4665069"/>
            <a:ext cx="360549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此时采样时，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current_state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仍为旧值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必须等于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，以便下一个时钟上升沿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读取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84AD1F-7E93-6933-F9AC-911DB24610F2}"/>
              </a:ext>
            </a:extLst>
          </p:cNvPr>
          <p:cNvCxnSpPr>
            <a:cxnSpLocks/>
          </p:cNvCxnSpPr>
          <p:nvPr/>
        </p:nvCxnSpPr>
        <p:spPr>
          <a:xfrm>
            <a:off x="10137157" y="2569890"/>
            <a:ext cx="0" cy="1595542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681AE6D2-2C51-EDE8-58FA-0DD1CD72BB9C}"/>
              </a:ext>
            </a:extLst>
          </p:cNvPr>
          <p:cNvSpPr txBox="1"/>
          <p:nvPr/>
        </p:nvSpPr>
        <p:spPr>
          <a:xfrm>
            <a:off x="9733658" y="4141849"/>
            <a:ext cx="22975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打拍断开，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SARM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正在读</a:t>
            </a:r>
            <a:r>
              <a:rPr lang="en-US" altLang="zh-CN" sz="14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的权重</a:t>
            </a:r>
            <a:endParaRPr lang="en-US" altLang="zh-CN" sz="1400" b="1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39072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CB4921AA-939E-30BE-0103-203F5626BABD}"/>
              </a:ext>
            </a:extLst>
          </p:cNvPr>
          <p:cNvSpPr txBox="1"/>
          <p:nvPr/>
        </p:nvSpPr>
        <p:spPr>
          <a:xfrm>
            <a:off x="540047" y="362078"/>
            <a:ext cx="6063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v2.7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架构分析：半窗缓存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FCEF92A-1E5F-8EFC-0B05-4C0893750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051839"/>
              </p:ext>
            </p:extLst>
          </p:nvPr>
        </p:nvGraphicFramePr>
        <p:xfrm>
          <a:off x="1271345" y="833120"/>
          <a:ext cx="3708000" cy="519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715425054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83796759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3472346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41478815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80489972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10210291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27096017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1467580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936412360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017475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46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120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9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029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18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0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39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03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671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2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86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507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3201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5AC5359-196C-C5C3-762F-51981E550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6467861"/>
              </p:ext>
            </p:extLst>
          </p:nvPr>
        </p:nvGraphicFramePr>
        <p:xfrm>
          <a:off x="6096000" y="1586460"/>
          <a:ext cx="3708000" cy="519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715425054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83796759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3472346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41478815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80489972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10210291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27096017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14675806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936412360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017475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1646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120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8197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029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18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50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7208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39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03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671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20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686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507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>
                        <a:alpha val="3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3201"/>
                  </a:ext>
                </a:extLst>
              </a:tr>
            </a:tbl>
          </a:graphicData>
        </a:graphic>
      </p:graphicFrame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4CBA5D13-084D-1C50-18D1-682F660955BD}"/>
              </a:ext>
            </a:extLst>
          </p:cNvPr>
          <p:cNvCxnSpPr>
            <a:cxnSpLocks/>
          </p:cNvCxnSpPr>
          <p:nvPr/>
        </p:nvCxnSpPr>
        <p:spPr>
          <a:xfrm>
            <a:off x="975769" y="833120"/>
            <a:ext cx="0" cy="519176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AC2F6F1B-8BB9-E840-76C8-59EB6199FFF2}"/>
              </a:ext>
            </a:extLst>
          </p:cNvPr>
          <p:cNvSpPr txBox="1"/>
          <p:nvPr/>
        </p:nvSpPr>
        <p:spPr>
          <a:xfrm>
            <a:off x="461558" y="3059668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14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1A1E4754-B773-AE82-A3AA-A8CA6FB65C54}"/>
              </a:ext>
            </a:extLst>
          </p:cNvPr>
          <p:cNvCxnSpPr>
            <a:cxnSpLocks/>
          </p:cNvCxnSpPr>
          <p:nvPr/>
        </p:nvCxnSpPr>
        <p:spPr>
          <a:xfrm flipH="1">
            <a:off x="1271345" y="6177280"/>
            <a:ext cx="370800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66945953-2D07-B507-1EBA-1AB40977D19B}"/>
              </a:ext>
            </a:extLst>
          </p:cNvPr>
          <p:cNvSpPr txBox="1"/>
          <p:nvPr/>
        </p:nvSpPr>
        <p:spPr>
          <a:xfrm>
            <a:off x="2825957" y="6177280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E6DA860-477C-87A8-B8B4-7F16469E4B7D}"/>
              </a:ext>
            </a:extLst>
          </p:cNvPr>
          <p:cNvCxnSpPr>
            <a:cxnSpLocks/>
          </p:cNvCxnSpPr>
          <p:nvPr/>
        </p:nvCxnSpPr>
        <p:spPr>
          <a:xfrm>
            <a:off x="5142117" y="1586460"/>
            <a:ext cx="789455" cy="0"/>
          </a:xfrm>
          <a:prstGeom prst="line">
            <a:avLst/>
          </a:prstGeom>
          <a:ln w="158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B167B440-1FAF-CEF9-8201-B80CB9CBEE5E}"/>
              </a:ext>
            </a:extLst>
          </p:cNvPr>
          <p:cNvCxnSpPr>
            <a:cxnSpLocks/>
          </p:cNvCxnSpPr>
          <p:nvPr/>
        </p:nvCxnSpPr>
        <p:spPr>
          <a:xfrm>
            <a:off x="5142117" y="6011140"/>
            <a:ext cx="789455" cy="0"/>
          </a:xfrm>
          <a:prstGeom prst="line">
            <a:avLst/>
          </a:prstGeom>
          <a:ln w="15875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A093C3E9-7EA4-1835-77A1-31B3D6773C33}"/>
              </a:ext>
            </a:extLst>
          </p:cNvPr>
          <p:cNvSpPr/>
          <p:nvPr/>
        </p:nvSpPr>
        <p:spPr>
          <a:xfrm>
            <a:off x="1168400" y="1517650"/>
            <a:ext cx="2781298" cy="424178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49902AF-BE41-98C7-EFCB-1055000D4185}"/>
              </a:ext>
            </a:extLst>
          </p:cNvPr>
          <p:cNvSpPr/>
          <p:nvPr/>
        </p:nvSpPr>
        <p:spPr>
          <a:xfrm>
            <a:off x="6032500" y="1517650"/>
            <a:ext cx="2781298" cy="4241782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4A4703B7-9315-5723-363A-4DAA54BA8787}"/>
              </a:ext>
            </a:extLst>
          </p:cNvPr>
          <p:cNvCxnSpPr>
            <a:cxnSpLocks/>
          </p:cNvCxnSpPr>
          <p:nvPr/>
        </p:nvCxnSpPr>
        <p:spPr>
          <a:xfrm>
            <a:off x="5693819" y="1689100"/>
            <a:ext cx="0" cy="424053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712FC17B-8136-73F9-F2DF-352F2A4940F4}"/>
              </a:ext>
            </a:extLst>
          </p:cNvPr>
          <p:cNvSpPr txBox="1"/>
          <p:nvPr/>
        </p:nvSpPr>
        <p:spPr>
          <a:xfrm>
            <a:off x="5222713" y="3059668"/>
            <a:ext cx="502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12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9650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9FD36-274C-4BD2-DF50-E301178E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120584-4BD1-9283-FB8A-3879FA392F32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12CA19-4B69-AF53-DE52-19C08077A9A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655D0E-73FF-E4B2-7829-554F20FF688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4BC73E-C4ED-0A62-E0D3-415ED35FC69C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7249F907-DD36-7EAC-6AF9-96F4D4E6D443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F1C47E0-9154-2492-DCF9-7D74EDE2E32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64D8B8D-3DEF-1AD7-C872-FA0304D62BD0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53F8F135-EDD6-FDF4-BB98-5FC488968F4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2DC8A6-52E5-D4C5-DD1D-9E0458A8118D}"/>
              </a:ext>
            </a:extLst>
          </p:cNvPr>
          <p:cNvSpPr/>
          <p:nvPr/>
        </p:nvSpPr>
        <p:spPr>
          <a:xfrm>
            <a:off x="1364496" y="29656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4BA6AE-A380-1C5A-DBDD-92CD7434045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5380CA7-8501-B1D7-C4B1-70BA5B07E163}"/>
              </a:ext>
            </a:extLst>
          </p:cNvPr>
          <p:cNvCxnSpPr>
            <a:cxnSpLocks/>
            <a:stCxn id="14" idx="3"/>
            <a:endCxn id="5" idx="0"/>
          </p:cNvCxnSpPr>
          <p:nvPr/>
        </p:nvCxnSpPr>
        <p:spPr>
          <a:xfrm>
            <a:off x="2489563" y="3165692"/>
            <a:ext cx="441242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AF5384F-4BA5-CED6-CA0E-47AE406238CF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E7DDDA9-D925-1133-7C34-F3FF0F72B16C}"/>
              </a:ext>
            </a:extLst>
          </p:cNvPr>
          <p:cNvSpPr/>
          <p:nvPr/>
        </p:nvSpPr>
        <p:spPr>
          <a:xfrm>
            <a:off x="83565" y="2387764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0A0441FA-5D03-EDC4-E56B-C06C985B2720}"/>
              </a:ext>
            </a:extLst>
          </p:cNvPr>
          <p:cNvSpPr txBox="1"/>
          <p:nvPr/>
        </p:nvSpPr>
        <p:spPr>
          <a:xfrm>
            <a:off x="338444" y="2828928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7B7B3B4-D7B1-8DCD-DBCF-2D7A96112DA1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52C67A3-77E7-8136-6A5B-F47B2294AEB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1F496B0-C907-A015-6B48-520A4B016CB7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852D2FF-C193-01ED-23A2-0456BE02200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EAC945F-5D52-BA28-E449-D1ECC70A17D2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ACB090A-F1CB-F768-9405-169A456D1984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05341DFD-A2AC-7A9C-2F35-743CEB1BA071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90FF4228-9869-0446-8A28-0490A52BCA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59999CD-C66D-F2D0-45B6-B50D3E508A5D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DA17627-8CDD-A459-8652-C6BF464158F3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55CD019-22C0-8DB2-3AFF-6709808AE238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E91F8C8-4C54-E846-E2BF-B98C11008623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4A3BE5E1-D412-D0B7-107E-2AB800D6396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5FD0823-04AB-1ECC-EFA5-580950696BC0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61024142-3BCB-275D-AAED-A95A57AA538E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74A1409-750A-A611-64C2-EE0DDCD3A2AD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BF2F3C4-0805-D4EC-ACD5-CCB0E151905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0D5A281-EFDB-1174-57A8-BEA5B8790F5E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1024bit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150065D8-DB2F-0776-14B6-22DABC4C9346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366FCEA-5E14-98D6-C7B7-B52D3C37C948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BF200598-5DB1-4932-26B3-56F78F81971F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4F64ECA8-5873-CA24-7AFA-4EB8879906F6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19B2D704-AE19-868E-FB6A-967412D65393}"/>
              </a:ext>
            </a:extLst>
          </p:cNvPr>
          <p:cNvSpPr txBox="1"/>
          <p:nvPr/>
        </p:nvSpPr>
        <p:spPr>
          <a:xfrm>
            <a:off x="11240432" y="2837452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256bit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40DBA84-3F05-ADDB-3479-D60290E29E0B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231E233C-31EF-D672-870B-5A36FF043B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6490572-996A-9C2F-649E-C3E53F46A7A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014B7FA2-8490-3546-6416-177344DFE3FD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0496113-4728-10FA-96F3-8A881747B6FB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v2.6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9170C26-2E3A-0A1F-9F94-760E21CF7745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E6D4F5F-799D-BD97-2572-29A4F2EEF49F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177A226-72ED-CA7C-DB01-3F11F0D3CA45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4848756-DEF0-3F30-3C37-FA1F5CA59A58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BB0DE69-DCB2-692D-DF4D-F848961CA7A9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061021A-8AB8-EBDE-8989-831B604D9069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3A48D1E-4678-8CF8-5C5C-76C73BA30EA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59C403D-ADBF-A196-126C-EE5F4338BAC5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2857467-30DF-46AE-551B-FA3A3079FEE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FC40C3-6D84-E214-5B75-BFEC9386F95D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1FAA250-1A82-7C56-75B5-3F570BFDEAD9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BA1A059-BDBB-7715-A4CB-B81E6D7B58BF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266DA501-9F54-C1B8-BC26-B69F8C208C24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673BC986-1DC9-64CC-F28E-3A6AA1386FA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6DF0913-BCB5-7B20-7F71-5D02D9E40EDF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11x608bit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0E04C827-9024-EB1C-2445-ACD3E18D0DAD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AF9F443-6E09-9367-C54A-4D56AF8034D6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8B8790A-D777-7F2C-0422-A75C9E717C4B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C4C0D7-470F-AED9-ADB1-76113C2C300A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9D4FCD50-BFE8-4152-8FEA-EC85872CC991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990D301-9388-E3E6-A9FD-4EAB448AF850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D610714-1908-C4FA-3E50-B5A87666482B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24DBA3C-3FA8-900B-04A9-1A6FC38986B6}"/>
              </a:ext>
            </a:extLst>
          </p:cNvPr>
          <p:cNvSpPr/>
          <p:nvPr/>
        </p:nvSpPr>
        <p:spPr>
          <a:xfrm>
            <a:off x="1341681" y="3551455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B8B7A1A-13AD-0AB0-AFE8-2127E93D0368}"/>
              </a:ext>
            </a:extLst>
          </p:cNvPr>
          <p:cNvCxnSpPr>
            <a:cxnSpLocks/>
          </p:cNvCxnSpPr>
          <p:nvPr/>
        </p:nvCxnSpPr>
        <p:spPr>
          <a:xfrm>
            <a:off x="2466748" y="3751480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26F81C3C-3702-44D4-5FD8-241DB9CDE690}"/>
              </a:ext>
            </a:extLst>
          </p:cNvPr>
          <p:cNvSpPr/>
          <p:nvPr/>
        </p:nvSpPr>
        <p:spPr>
          <a:xfrm>
            <a:off x="83565" y="3543992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DB8E5B4F-7F22-49DC-0906-F178D16EE4DE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974379" y="2595252"/>
            <a:ext cx="390117" cy="570440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35800D5A-A035-A363-17B3-6E9E803BBF9A}"/>
              </a:ext>
            </a:extLst>
          </p:cNvPr>
          <p:cNvCxnSpPr>
            <a:cxnSpLocks/>
            <a:stCxn id="35" idx="3"/>
            <a:endCxn id="14" idx="1"/>
          </p:cNvCxnSpPr>
          <p:nvPr/>
        </p:nvCxnSpPr>
        <p:spPr>
          <a:xfrm flipV="1">
            <a:off x="974379" y="3165692"/>
            <a:ext cx="390117" cy="58578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022C4E99-9C71-A651-D681-F2FBCFCC8445}"/>
              </a:ext>
            </a:extLst>
          </p:cNvPr>
          <p:cNvSpPr txBox="1"/>
          <p:nvPr/>
        </p:nvSpPr>
        <p:spPr>
          <a:xfrm>
            <a:off x="362007" y="3266993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F20FE4-0379-D5A5-CA7C-BEC39FB33F7B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745B88-74E4-0FCB-CE36-5A549B9FA2E5}"/>
              </a:ext>
            </a:extLst>
          </p:cNvPr>
          <p:cNvSpPr/>
          <p:nvPr/>
        </p:nvSpPr>
        <p:spPr>
          <a:xfrm>
            <a:off x="9665298" y="4187681"/>
            <a:ext cx="1659282" cy="547855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Half window cache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 x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 4 x 8 bits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DAF51197-3110-08C2-E8A9-D9ACF1E3C00A}"/>
              </a:ext>
            </a:extLst>
          </p:cNvPr>
          <p:cNvCxnSpPr>
            <a:cxnSpLocks/>
            <a:stCxn id="204" idx="0"/>
            <a:endCxn id="18" idx="0"/>
          </p:cNvCxnSpPr>
          <p:nvPr/>
        </p:nvCxnSpPr>
        <p:spPr>
          <a:xfrm flipH="1">
            <a:off x="10494939" y="3196461"/>
            <a:ext cx="655476" cy="991220"/>
          </a:xfrm>
          <a:prstGeom prst="bentConnector4">
            <a:avLst>
              <a:gd name="adj1" fmla="val -63938"/>
              <a:gd name="adj2" fmla="val 7844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8191946-8844-1932-80DA-F25CFA21A7B2}"/>
              </a:ext>
            </a:extLst>
          </p:cNvPr>
          <p:cNvCxnSpPr>
            <a:stCxn id="18" idx="3"/>
          </p:cNvCxnSpPr>
          <p:nvPr/>
        </p:nvCxnSpPr>
        <p:spPr>
          <a:xfrm flipV="1">
            <a:off x="11324580" y="4461608"/>
            <a:ext cx="328139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2B4CAED7-E533-D856-41BB-37DFBA9C2C01}"/>
              </a:ext>
            </a:extLst>
          </p:cNvPr>
          <p:cNvSpPr txBox="1"/>
          <p:nvPr/>
        </p:nvSpPr>
        <p:spPr>
          <a:xfrm>
            <a:off x="11275357" y="4124779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</p:spTree>
    <p:extLst>
      <p:ext uri="{BB962C8B-B14F-4D97-AF65-F5344CB8AC3E}">
        <p14:creationId xmlns:p14="http://schemas.microsoft.com/office/powerpoint/2010/main" val="41356516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2792</TotalTime>
  <Words>9465</Words>
  <Application>Microsoft Office PowerPoint</Application>
  <PresentationFormat>宽屏</PresentationFormat>
  <Paragraphs>2058</Paragraphs>
  <Slides>66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66</vt:i4>
      </vt:variant>
    </vt:vector>
  </HeadingPairs>
  <TitlesOfParts>
    <vt:vector size="74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546</cp:revision>
  <dcterms:created xsi:type="dcterms:W3CDTF">2026-03-04T04:19:03Z</dcterms:created>
  <dcterms:modified xsi:type="dcterms:W3CDTF">2026-05-12T16:08:46Z</dcterms:modified>
</cp:coreProperties>
</file>