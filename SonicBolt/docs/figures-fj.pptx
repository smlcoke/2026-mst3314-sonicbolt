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C00A44A9-2DDA-3251-135E-A18E5DCAC6BE}"/>
              </a:ext>
            </a:extLst>
          </p:cNvPr>
          <p:cNvSpPr txBox="1"/>
          <p:nvPr/>
        </p:nvSpPr>
        <p:spPr>
          <a:xfrm>
            <a:off x="2688224" y="5192569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224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A18070-73BB-79F1-6B0E-A07948EE9474}"/>
              </a:ext>
            </a:extLst>
          </p:cNvPr>
          <p:cNvSpPr txBox="1"/>
          <p:nvPr/>
        </p:nvSpPr>
        <p:spPr>
          <a:xfrm>
            <a:off x="9221073" y="5253563"/>
            <a:ext cx="142873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419D3EE-4526-15CE-8666-BB172A033B53}"/>
              </a:ext>
            </a:extLst>
          </p:cNvPr>
          <p:cNvSpPr txBox="1"/>
          <p:nvPr/>
        </p:nvSpPr>
        <p:spPr>
          <a:xfrm>
            <a:off x="2369637" y="4919748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96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DAB52C-87C3-7CB4-75AA-4546E454A21B}"/>
              </a:ext>
            </a:extLst>
          </p:cNvPr>
          <p:cNvSpPr txBox="1"/>
          <p:nvPr/>
        </p:nvSpPr>
        <p:spPr>
          <a:xfrm>
            <a:off x="7560430" y="4896126"/>
            <a:ext cx="14901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ea typeface="宋体" panose="02010600030101010101" pitchFamily="2" charset="-122"/>
              </a:rPr>
              <a:t>bias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: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depth = 8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word width = 64</a:t>
            </a:r>
          </a:p>
        </p:txBody>
      </p: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2189</TotalTime>
  <Words>7711</Words>
  <Application>Microsoft Office PowerPoint</Application>
  <PresentationFormat>宽屏</PresentationFormat>
  <Paragraphs>1305</Paragraphs>
  <Slides>51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59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405</cp:revision>
  <dcterms:created xsi:type="dcterms:W3CDTF">2026-03-04T04:19:03Z</dcterms:created>
  <dcterms:modified xsi:type="dcterms:W3CDTF">2026-04-01T08:20:31Z</dcterms:modified>
</cp:coreProperties>
</file>