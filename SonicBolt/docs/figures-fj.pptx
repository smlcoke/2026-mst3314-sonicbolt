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3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2556</TotalTime>
  <Words>9280</Words>
  <Application>Microsoft Office PowerPoint</Application>
  <PresentationFormat>宽屏</PresentationFormat>
  <Paragraphs>1981</Paragraphs>
  <Slides>64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526</cp:revision>
  <dcterms:created xsi:type="dcterms:W3CDTF">2026-03-04T04:19:03Z</dcterms:created>
  <dcterms:modified xsi:type="dcterms:W3CDTF">2026-04-08T15:38:26Z</dcterms:modified>
</cp:coreProperties>
</file>