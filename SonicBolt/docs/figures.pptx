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9" r:id="rId4"/>
    <p:sldId id="260" r:id="rId5"/>
    <p:sldId id="264" r:id="rId6"/>
    <p:sldId id="261" r:id="rId7"/>
    <p:sldId id="262" r:id="rId8"/>
    <p:sldId id="263" r:id="rId9"/>
    <p:sldId id="265" r:id="rId10"/>
    <p:sldId id="270" r:id="rId11"/>
    <p:sldId id="267" r:id="rId12"/>
    <p:sldId id="266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91" r:id="rId25"/>
    <p:sldId id="282" r:id="rId26"/>
    <p:sldId id="284" r:id="rId27"/>
    <p:sldId id="283" r:id="rId28"/>
    <p:sldId id="285" r:id="rId29"/>
    <p:sldId id="286" r:id="rId30"/>
    <p:sldId id="287" r:id="rId31"/>
    <p:sldId id="288" r:id="rId32"/>
    <p:sldId id="290" r:id="rId33"/>
    <p:sldId id="292" r:id="rId34"/>
    <p:sldId id="293" r:id="rId35"/>
    <p:sldId id="294" r:id="rId36"/>
    <p:sldId id="295" r:id="rId37"/>
    <p:sldId id="296" r:id="rId38"/>
    <p:sldId id="299" r:id="rId39"/>
    <p:sldId id="300" r:id="rId40"/>
    <p:sldId id="303" r:id="rId41"/>
    <p:sldId id="302" r:id="rId4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ine Buffer" id="{9EFF237C-55E1-40EB-9FCF-31880776475C}">
          <p14:sldIdLst>
            <p14:sldId id="256"/>
            <p14:sldId id="257"/>
            <p14:sldId id="259"/>
          </p14:sldIdLst>
        </p14:section>
        <p14:section name="Conv1-demo3" id="{9E2183DF-6FFD-4A9D-ACFD-39D410F5F99A}">
          <p14:sldIdLst>
            <p14:sldId id="260"/>
            <p14:sldId id="264"/>
            <p14:sldId id="261"/>
            <p14:sldId id="262"/>
            <p14:sldId id="263"/>
          </p14:sldIdLst>
        </p14:section>
        <p14:section name="MiniCNN" id="{BD89A922-CDE3-4331-A784-366741475946}">
          <p14:sldIdLst>
            <p14:sldId id="265"/>
            <p14:sldId id="270"/>
            <p14:sldId id="267"/>
            <p14:sldId id="266"/>
            <p14:sldId id="271"/>
            <p14:sldId id="272"/>
            <p14:sldId id="273"/>
            <p14:sldId id="274"/>
          </p14:sldIdLst>
        </p14:section>
        <p14:section name="SonicBolt v1" id="{AC20D1EF-D56C-4801-B226-B4F25FC59884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SonicBolt v2 mini" id="{FB7ED345-779A-4E52-B934-C6349AA566C8}">
          <p14:sldIdLst>
            <p14:sldId id="291"/>
            <p14:sldId id="282"/>
            <p14:sldId id="284"/>
            <p14:sldId id="283"/>
            <p14:sldId id="285"/>
            <p14:sldId id="286"/>
            <p14:sldId id="287"/>
            <p14:sldId id="288"/>
            <p14:sldId id="290"/>
            <p14:sldId id="292"/>
          </p14:sldIdLst>
        </p14:section>
        <p14:section name="SonicBolt v2" id="{A4D07D7E-D6F1-4920-A2C2-06569C55A482}">
          <p14:sldIdLst>
            <p14:sldId id="293"/>
            <p14:sldId id="294"/>
            <p14:sldId id="295"/>
            <p14:sldId id="296"/>
            <p14:sldId id="299"/>
            <p14:sldId id="300"/>
            <p14:sldId id="303"/>
            <p14:sldId id="3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36ECAD-1984-422A-AAC4-7AC2546F8D90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6BB9A7-35F7-464F-9BC7-0C36A7003C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22682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252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E5BAD-4621-F677-822F-55CE42601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0023369-4D33-30D8-0DA9-855696DE3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3FDB36-67B9-ADBC-0768-43B4BF02D6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24CF35-FC90-23AA-74BB-A3599CE2E3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99973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097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5432D-DB50-65BA-886D-18547D65C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8882EDD-5F88-7847-C770-E02D7B6240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EB47943-77B3-EC59-A7FA-1A861A53F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FF80CF-A01D-64BE-9CE4-67781A61C9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36965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CDE01-A515-697B-0F05-361B4CF1C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C82E4EB-9E1A-729F-EE50-656DE5BBC0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1223115-AB65-7348-3F69-D1065E53DB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8DC08BC-B48B-0A89-FC63-268957E18C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81188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654B1-163A-C0E4-CF33-497CED376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1439DFC-60DE-D858-2BB0-1E7ACD1588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B674DF-975C-C83E-0E3A-C087150BBD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160EDF9-B772-A93E-955B-48D568B96C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4136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D62E5-1F25-1382-B8DA-FBC981261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C6F9571-A944-5533-EA44-A2203B05D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A5D5ADB-525B-F010-DAD3-B3A63D9084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1EA039-DE16-B2C6-AE02-89E09CF5CB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71260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46116-57CC-B2C1-1301-27B6B9C60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D8FD0FB-861D-64D2-E338-0DB87C1992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2836DD4-C935-FA9C-7D8E-01B3133A62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496C386-BE56-3415-DDCC-05FCFF5C45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10462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5EF71-1B74-8A59-EC54-8F8892606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BB86689-010B-6097-E26D-6E76299AF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3E258B-E5FE-53E8-DE58-674ADB2B1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B05BEB3-AECA-64C4-F60C-A1FBDC8D8E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30603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B6E3-064A-AB57-04F9-0FF699DB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750BE30-667C-E281-BB4D-AF9C5B0BA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D5963A3-1B84-8894-2FDA-EB88B503D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438C1C2-424E-CB22-4A21-2F1C94BF5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45764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D17CD-BC70-37BF-9131-DA1832238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0F161B2-AE2F-2B05-1CD8-20D11DF94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E12E717-B1B3-9F8F-6025-BF76E6AC44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7E4C5CA-6452-597F-2CD9-5E5699F660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42532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6D0D4-0154-0348-4368-EF233F253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20DC80B-5BA6-45D9-09F4-EDDAFCE8C8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073F48F-1950-F6A9-FD72-D1263A0233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9407F0B-A01D-F19B-989E-E175FD6670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9817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0D14-D8CC-C8F2-9829-CFECF28FE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32151A-5994-E057-0EF3-16BDD82B8B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D45B65-C6A3-3842-38F0-88B3BB30F6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1B42FC3-5049-A26B-CB51-9198DA1A3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9997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D974FC-D026-2CFE-B240-153BEA7AB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FF2EFB2-CE78-3785-62CE-96A16E5523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8" indent="0" algn="ctr">
              <a:buNone/>
              <a:defRPr sz="2000"/>
            </a:lvl2pPr>
            <a:lvl3pPr marL="914375" indent="0" algn="ctr">
              <a:buNone/>
              <a:defRPr sz="1800"/>
            </a:lvl3pPr>
            <a:lvl4pPr marL="1371563" indent="0" algn="ctr">
              <a:buNone/>
              <a:defRPr sz="1600"/>
            </a:lvl4pPr>
            <a:lvl5pPr marL="1828750" indent="0" algn="ctr">
              <a:buNone/>
              <a:defRPr sz="1600"/>
            </a:lvl5pPr>
            <a:lvl6pPr marL="2285938" indent="0" algn="ctr">
              <a:buNone/>
              <a:defRPr sz="1600"/>
            </a:lvl6pPr>
            <a:lvl7pPr marL="2743125" indent="0" algn="ctr">
              <a:buNone/>
              <a:defRPr sz="1600"/>
            </a:lvl7pPr>
            <a:lvl8pPr marL="3200312" indent="0" algn="ctr">
              <a:buNone/>
              <a:defRPr sz="1600"/>
            </a:lvl8pPr>
            <a:lvl9pPr marL="3657499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FB2236-5AB8-A002-EC63-29C523DAE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A39F98-6AD0-4226-DBDD-16B1650A2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C69E72-EB63-8620-78B7-821603C49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802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230CE9-E0F6-D5F8-378A-825EA9973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9B61F1-32C2-648D-95CC-581BE3537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405C9F1-3A22-B047-41E7-24E1B9686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D5C3A3-512A-DB21-FAEE-003A58B82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7B2027-AA8D-D016-3324-2E0E0E5D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4917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D33E4B-E30E-4DB3-C7E8-C19EDFE17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66B7A5F-F442-4C2B-9347-DCB9EAD7AD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3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2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9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2CE1A55-54B6-A18E-D69E-1D93C21E0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9C5822-C4B2-E771-3AE1-2F1379366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9E63D9-6936-7194-D4D6-0DEBB2837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6638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FF6060-B004-B092-9F6A-E63F3AC2A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9A8517-F918-3A5C-FBCA-671EAB10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C8A58DE-B60D-70B2-8B6C-31D69B3FEC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838EE3E-5AE1-B50F-27D0-7826E9027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F09A92-BCC1-6C5B-D0E4-5E3DD9BDC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A81C87C-A77A-C646-02D9-DD0E955A4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111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C7479D-8F1C-6342-66AE-A5386F0EB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60CFF45-0EE6-0AB7-DBF3-F4A18310C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25A39F4-8984-88D3-6135-37B9679725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35AD0D1-CEA3-72DD-7F5E-C13852E8C2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1416F-E113-709B-F964-A031A70B0B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E6DB80D-CF7D-8915-303C-F07E82159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2570BCD-1F53-605B-0633-47EF4A17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55AC9A5-ADDD-90A8-1856-0086FB2BB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3113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ACA165-0D94-2F95-6590-98D476F86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44489C7-9810-DE9C-976A-A01C02CEA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A3808DD-558B-2380-3DCA-19C1CBD4B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7EEF2E8-2C68-2D69-27DD-51B4E8AEC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2417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273F69D-F9ED-E640-5F5B-4F7D3A67B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E759400-F038-24FE-7CC9-F9FD61B5E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971A94B-A5FF-5ED2-4E70-9A4AD380D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5808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FDA7ED-EF9D-E8D2-E703-480253798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9A9DB2-C673-F5D7-C6BD-61F82CE73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3D1F6F4-874A-E3F0-9191-B722B36078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FDEA9E0-C61B-AEAF-26DA-3581ABF83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E51017-5B36-EAB9-2DDA-0B45AAAC1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6924C8D-5926-B69B-C501-2BA327C78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3493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D03515-B5A5-C732-01FE-11CA78C28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CC2C5C-F63E-5D25-64A5-CB3A665FFC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8" indent="0">
              <a:buNone/>
              <a:defRPr sz="2800"/>
            </a:lvl2pPr>
            <a:lvl3pPr marL="914375" indent="0">
              <a:buNone/>
              <a:defRPr sz="2400"/>
            </a:lvl3pPr>
            <a:lvl4pPr marL="1371563" indent="0">
              <a:buNone/>
              <a:defRPr sz="2000"/>
            </a:lvl4pPr>
            <a:lvl5pPr marL="1828750" indent="0">
              <a:buNone/>
              <a:defRPr sz="2000"/>
            </a:lvl5pPr>
            <a:lvl6pPr marL="2285938" indent="0">
              <a:buNone/>
              <a:defRPr sz="2000"/>
            </a:lvl6pPr>
            <a:lvl7pPr marL="2743125" indent="0">
              <a:buNone/>
              <a:defRPr sz="2000"/>
            </a:lvl7pPr>
            <a:lvl8pPr marL="3200312" indent="0">
              <a:buNone/>
              <a:defRPr sz="2000"/>
            </a:lvl8pPr>
            <a:lvl9pPr marL="3657499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D3A6711-7A86-E4DB-C14F-91BB01B3B0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C9E71F-7C8E-0A0C-76BB-EFC45B1DD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653875-C2F4-4891-8430-8C808DF7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82586E-7445-A6AB-1846-EE9E500DA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1637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AECF5B-773D-7232-ACB0-61548AE50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AE7F3BC-B26A-DDFD-2F14-5FE920E042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F1BD01-DAD5-CB8C-A063-3D905B4D1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E8662F3-C442-27C2-B83C-D878AD0C8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85B1C0-C20D-F75C-2DEE-77056C051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3955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A426FDB-C09D-54F3-ECD0-E210248447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5B37C97-69F2-046E-B04C-BE5BB1008F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102C82-0802-AB5D-1F03-965727D7D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68FDCB-1B68-ECA4-150A-453A7A570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CF50C8-9248-B788-E51B-DCDE55153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604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D3E522A-ECD5-BAB4-9FC3-488A62F0F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0E87307-FF30-6A29-2965-DBE3B9A316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1E66FB-4F3B-7FA1-D701-8A774D028C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E38E33-F347-4BFC-89F7-CACEB8BEBB89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79964D-F840-FB8F-6A81-12938A8BD7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842BDCF-4F5A-3762-0F9A-E0879AF5FE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149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75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5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69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5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4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18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0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93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3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3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2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12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99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C6BDFD8-1E7C-AC38-6D4C-234FDE3DB5C2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1788021-37FF-6CFD-A652-56B0829FAF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654107"/>
              </p:ext>
            </p:extLst>
          </p:nvPr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49697BE4-189E-5027-FE99-B264C70D094B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7E271E8B-7A0A-8C85-8A6B-A059ED07C0AF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1412B52-6C39-A753-0C5A-460F81C5D64B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0109C0D-CAA6-896E-4230-B5F82D722A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7685604"/>
              </p:ext>
            </p:extLst>
          </p:nvPr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09706124-D912-4F0C-29D9-A7B4456E82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474107"/>
              </p:ext>
            </p:extLst>
          </p:nvPr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63E61D57-1522-55E8-E13C-695FC8A893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5362164"/>
              </p:ext>
            </p:extLst>
          </p:nvPr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4C2AD2CB-2BEF-042B-ACC8-437E9D95923D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6FAE00D4-4D38-5665-810E-288F6FB6F35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6954ACD2-956F-1211-25F3-7AB446B6B8E4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5542AD96-7ACB-C437-A61A-FD86FFD3A61E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284704DD-4E94-01E6-B3A9-5C5CA35408FC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6F2ED93B-71C1-7146-05BD-00D75573DEF3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B7ED8FFB-80ED-9825-980A-954214D65183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BFF0DC85-A3B1-2DF0-1277-28475E665148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7E76AAD2-A5F7-E6AE-AB19-F5DB77F56475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CCB671D9-75EC-7DF2-F531-538698145C87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D32DDC59-8ACC-09A5-5D0B-9A85CF462341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CC1CE12B-2D35-B23E-E0A3-509473A8D3BD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EA7AEB9F-89A3-CA59-6286-8EE2E9ACF3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5500983"/>
              </p:ext>
            </p:extLst>
          </p:nvPr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380F581B-FBE9-DBE8-D839-B6CED2403443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5BC0DE1-8EB9-53A9-4F23-50343E7AC259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261CB94F-3AE7-56CF-2B6C-26970CCB5E18}"/>
              </a:ext>
            </a:extLst>
          </p:cNvPr>
          <p:cNvSpPr txBox="1"/>
          <p:nvPr/>
        </p:nvSpPr>
        <p:spPr>
          <a:xfrm>
            <a:off x="708486" y="30572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EBCCF21B-A5C8-AA37-3A19-2B8F042A6843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F620F98-D8A8-63EE-23C4-579C97089E10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3677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72FA9-2CCE-F595-F3F5-AA228785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69995A2-53E7-7D55-B7F8-5CBBEDEF5186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499E2EB-BF7B-8832-52E8-0C9BD6532D0E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402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6A7ECB94-8739-AC75-F0ED-2E465CCE9D62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C56D5555-FE77-4433-9A8E-A049098CF8A6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FA26C917-7220-8881-47BD-B51CB2C1A7FF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8FE668D-F308-96C2-0365-3E31B03B2378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42030456-3866-9EA7-9F93-3B62DA294E24}"/>
              </a:ext>
            </a:extLst>
          </p:cNvPr>
          <p:cNvGraphicFramePr>
            <a:graphicFrameLocks noGrp="1"/>
          </p:cNvGraphicFramePr>
          <p:nvPr/>
        </p:nvGraphicFramePr>
        <p:xfrm>
          <a:off x="4296001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D99CAD2-A934-D2A4-40FB-B6007C83B419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53B5F19-4478-3EFE-B4E4-807030AA16F9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880171DB-C5A5-247F-B40B-51432C977EB0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55D25149-A288-7652-E0DD-F389DFE695AB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1F645379-060A-A815-FBB8-4FD3C3BAAEE1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58FDB289-13D5-9F94-FFB6-696BD833E835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1A1908F8-34EA-F10D-8B14-91BAC4127514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3DB96D0C-77DC-9F88-BF8F-CEBDB459ED3D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C22409B4-4C10-4DFD-B752-1046B7292539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4D7277DC-2441-AA76-FC78-5C0C3AFC5651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CA8959-A1F9-D60C-0F97-2480108D02B2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6D2CA198-070A-AB0B-67A8-DE9B0BF98C75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8A9A2419-7DFA-2C2C-F515-23C308074B13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71195670-C552-DE6F-3A81-44B9F872893F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523CB5BA-4143-ECF4-3C1C-C234FA70775E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35BC33C-B5E2-12EA-08CF-0D47E6C1EF98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6E581D5-A4E1-B825-5370-DFA83F334758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98A333A8-2884-6DBE-A901-80E54900D28E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F70BB49E-D7C9-32A9-AE25-71E540FADD56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6C483A88-7872-74BE-BD89-16DE86C3ACC2}"/>
              </a:ext>
            </a:extLst>
          </p:cNvPr>
          <p:cNvSpPr/>
          <p:nvPr/>
        </p:nvSpPr>
        <p:spPr>
          <a:xfrm>
            <a:off x="3970616" y="348225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0073829-68CA-9AA8-6F00-439837276998}"/>
              </a:ext>
            </a:extLst>
          </p:cNvPr>
          <p:cNvSpPr/>
          <p:nvPr/>
        </p:nvSpPr>
        <p:spPr>
          <a:xfrm>
            <a:off x="304800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2BD5A8C-EDFE-43B2-1719-AF7C9440C700}"/>
              </a:ext>
            </a:extLst>
          </p:cNvPr>
          <p:cNvSpPr/>
          <p:nvPr/>
        </p:nvSpPr>
        <p:spPr>
          <a:xfrm>
            <a:off x="425584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3C67889-4983-302D-E2ED-B24AD7562B48}"/>
              </a:ext>
            </a:extLst>
          </p:cNvPr>
          <p:cNvSpPr/>
          <p:nvPr/>
        </p:nvSpPr>
        <p:spPr>
          <a:xfrm>
            <a:off x="811472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255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CAF70-0521-7B7E-E4B6-0F2452DD4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3984276A-AE4B-6C53-C242-5F605271EAA5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5C34F13F-1509-66A2-5825-21EBC3008EB8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402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388FFF59-C12C-B4B5-0FAC-0D7CA8E171BC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DCB9940-DF71-BD28-F743-87AEFA2CEE60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0F4B94E-B063-CA03-AEB9-39C6AF1252E9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350EE982-E792-2CF1-D641-47E00C2FFA4D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2E6347A6-ED46-3097-945A-947FEF18D1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463882"/>
              </p:ext>
            </p:extLst>
          </p:nvPr>
        </p:nvGraphicFramePr>
        <p:xfrm>
          <a:off x="4296001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9A82C49A-7D07-DAC2-76A8-575E135906B0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161DEA8-00ED-88FC-269D-D53A076E0C11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4FA3B524-B4F6-692C-03B9-8DA5B73E2AC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BA8E9B99-4AAE-860C-C647-207318AEE105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21C64EDE-F3E7-EA8D-3B5F-29B4F5C892BD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D9BAEAD7-DB32-312D-B5B0-13258C0F2352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7F3A76B-0198-C7EB-FBC5-80AC6F62306F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81CCB0C1-ABB1-A01C-9BF0-E55B68702410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ABB40678-9B06-FB26-0578-07295E5151F7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A8BE7ED8-3BAE-77A3-824D-2C704C89B03E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74B84D1C-B2FA-CA96-23C6-25370AD71A90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2BC76279-F3CC-2A7A-EE0F-513E28B60D9A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B31782BA-0071-125C-39E9-18F462264A78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83B3A415-198B-CF71-84E6-93516C4046FC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1F7B46AA-E966-D729-8836-D9A8C6F6AF02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6D4A293-7017-BB5C-7DF8-B288FE78144B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95A2AD9-15E0-0EC0-5E15-E1F618207CB7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1429960A-AEDE-4CD7-BD11-DB83D693665B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4AE4135-1595-C63A-3A54-98A14D90E552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23B77491-DF80-78C8-7CB4-C07A647DC81B}"/>
              </a:ext>
            </a:extLst>
          </p:cNvPr>
          <p:cNvSpPr/>
          <p:nvPr/>
        </p:nvSpPr>
        <p:spPr>
          <a:xfrm>
            <a:off x="4315014" y="328126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AA8BD430-F097-1E36-C29D-F24911499D9A}"/>
              </a:ext>
            </a:extLst>
          </p:cNvPr>
          <p:cNvSpPr/>
          <p:nvPr/>
        </p:nvSpPr>
        <p:spPr>
          <a:xfrm>
            <a:off x="708486" y="6039193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5FDB856-2189-70F8-810D-8BF86C7479D9}"/>
              </a:ext>
            </a:extLst>
          </p:cNvPr>
          <p:cNvSpPr/>
          <p:nvPr/>
        </p:nvSpPr>
        <p:spPr>
          <a:xfrm>
            <a:off x="456736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A9B304B-6188-EB4A-C21C-C31C0691A4DE}"/>
              </a:ext>
            </a:extLst>
          </p:cNvPr>
          <p:cNvSpPr/>
          <p:nvPr/>
        </p:nvSpPr>
        <p:spPr>
          <a:xfrm>
            <a:off x="844018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5111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0B49-BEF4-F4EA-EF7F-F63011B3E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矩形 127">
            <a:extLst>
              <a:ext uri="{FF2B5EF4-FFF2-40B4-BE49-F238E27FC236}">
                <a16:creationId xmlns:a16="http://schemas.microsoft.com/office/drawing/2014/main" id="{F2E197A3-C348-9E98-FCB2-683E8DA4D299}"/>
              </a:ext>
            </a:extLst>
          </p:cNvPr>
          <p:cNvSpPr/>
          <p:nvPr/>
        </p:nvSpPr>
        <p:spPr>
          <a:xfrm>
            <a:off x="3525368" y="4432168"/>
            <a:ext cx="4946912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C4017B7-CE32-A4D9-AE4C-C04E08CA247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75AD5F-EF72-5340-C7B8-9E9E76F3E82F}"/>
              </a:ext>
            </a:extLst>
          </p:cNvPr>
          <p:cNvSpPr txBox="1"/>
          <p:nvPr/>
        </p:nvSpPr>
        <p:spPr>
          <a:xfrm>
            <a:off x="644326" y="4856575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写入行缓存：</a:t>
            </a: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93B59D3-1784-D6A3-124C-0F7DB2BA81B6}"/>
              </a:ext>
            </a:extLst>
          </p:cNvPr>
          <p:cNvCxnSpPr>
            <a:cxnSpLocks/>
          </p:cNvCxnSpPr>
          <p:nvPr/>
        </p:nvCxnSpPr>
        <p:spPr>
          <a:xfrm>
            <a:off x="2696884" y="52513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0F7BDC9-DFBD-4651-2FDF-72285C1DBCEF}"/>
              </a:ext>
            </a:extLst>
          </p:cNvPr>
          <p:cNvCxnSpPr>
            <a:cxnSpLocks/>
          </p:cNvCxnSpPr>
          <p:nvPr/>
        </p:nvCxnSpPr>
        <p:spPr>
          <a:xfrm>
            <a:off x="3525368" y="466369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C7C7A49-BF6C-8F2C-D465-1ED9C1A5C21D}"/>
              </a:ext>
            </a:extLst>
          </p:cNvPr>
          <p:cNvCxnSpPr>
            <a:cxnSpLocks/>
          </p:cNvCxnSpPr>
          <p:nvPr/>
        </p:nvCxnSpPr>
        <p:spPr>
          <a:xfrm>
            <a:off x="3525369" y="468036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980E40B-93B8-1812-2A52-5DFD1D3A3F36}"/>
              </a:ext>
            </a:extLst>
          </p:cNvPr>
          <p:cNvCxnSpPr>
            <a:cxnSpLocks/>
          </p:cNvCxnSpPr>
          <p:nvPr/>
        </p:nvCxnSpPr>
        <p:spPr>
          <a:xfrm>
            <a:off x="4353853" y="46636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636251BF-12E9-0F22-9F74-1773100DD2D0}"/>
              </a:ext>
            </a:extLst>
          </p:cNvPr>
          <p:cNvCxnSpPr>
            <a:cxnSpLocks/>
          </p:cNvCxnSpPr>
          <p:nvPr/>
        </p:nvCxnSpPr>
        <p:spPr>
          <a:xfrm>
            <a:off x="4349472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0E9E8890-48B8-6268-54CD-B0E416B896D1}"/>
              </a:ext>
            </a:extLst>
          </p:cNvPr>
          <p:cNvCxnSpPr>
            <a:cxnSpLocks/>
          </p:cNvCxnSpPr>
          <p:nvPr/>
        </p:nvCxnSpPr>
        <p:spPr>
          <a:xfrm>
            <a:off x="5177956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5B88A9F-AE83-7957-F736-F58CB4B60AE5}"/>
              </a:ext>
            </a:extLst>
          </p:cNvPr>
          <p:cNvCxnSpPr>
            <a:cxnSpLocks/>
          </p:cNvCxnSpPr>
          <p:nvPr/>
        </p:nvCxnSpPr>
        <p:spPr>
          <a:xfrm>
            <a:off x="5177957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671402D1-DC5F-CD5A-3361-131FE8B718B6}"/>
              </a:ext>
            </a:extLst>
          </p:cNvPr>
          <p:cNvCxnSpPr>
            <a:cxnSpLocks/>
          </p:cNvCxnSpPr>
          <p:nvPr/>
        </p:nvCxnSpPr>
        <p:spPr>
          <a:xfrm>
            <a:off x="6006441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EB4D9310-3370-395B-98F7-7DBEA9F00F8C}"/>
              </a:ext>
            </a:extLst>
          </p:cNvPr>
          <p:cNvCxnSpPr>
            <a:cxnSpLocks/>
          </p:cNvCxnSpPr>
          <p:nvPr/>
        </p:nvCxnSpPr>
        <p:spPr>
          <a:xfrm>
            <a:off x="6006821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D50E67E8-A84D-BE65-C66F-52598AE24B65}"/>
              </a:ext>
            </a:extLst>
          </p:cNvPr>
          <p:cNvCxnSpPr>
            <a:cxnSpLocks/>
          </p:cNvCxnSpPr>
          <p:nvPr/>
        </p:nvCxnSpPr>
        <p:spPr>
          <a:xfrm>
            <a:off x="6835305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1F1B322-55C1-C473-343A-42CEBB132052}"/>
              </a:ext>
            </a:extLst>
          </p:cNvPr>
          <p:cNvCxnSpPr>
            <a:cxnSpLocks/>
          </p:cNvCxnSpPr>
          <p:nvPr/>
        </p:nvCxnSpPr>
        <p:spPr>
          <a:xfrm>
            <a:off x="6835306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C9F55A68-3376-4F99-51FB-6DFF3C20EB7C}"/>
              </a:ext>
            </a:extLst>
          </p:cNvPr>
          <p:cNvCxnSpPr>
            <a:cxnSpLocks/>
          </p:cNvCxnSpPr>
          <p:nvPr/>
        </p:nvCxnSpPr>
        <p:spPr>
          <a:xfrm>
            <a:off x="7663790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ABDA08FF-576F-12D3-BAD2-5A63AFFF097A}"/>
              </a:ext>
            </a:extLst>
          </p:cNvPr>
          <p:cNvCxnSpPr>
            <a:cxnSpLocks/>
          </p:cNvCxnSpPr>
          <p:nvPr/>
        </p:nvCxnSpPr>
        <p:spPr>
          <a:xfrm>
            <a:off x="7659409" y="525718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EE7FB187-0193-ECB1-F582-52B7D8C459D0}"/>
              </a:ext>
            </a:extLst>
          </p:cNvPr>
          <p:cNvCxnSpPr>
            <a:cxnSpLocks/>
          </p:cNvCxnSpPr>
          <p:nvPr/>
        </p:nvCxnSpPr>
        <p:spPr>
          <a:xfrm>
            <a:off x="8487893" y="466957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EABFD9E0-246C-FC54-0E57-F0C39A75BF9F}"/>
              </a:ext>
            </a:extLst>
          </p:cNvPr>
          <p:cNvCxnSpPr>
            <a:cxnSpLocks/>
          </p:cNvCxnSpPr>
          <p:nvPr/>
        </p:nvCxnSpPr>
        <p:spPr>
          <a:xfrm>
            <a:off x="8487894" y="468624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1348E67-FFFC-5DBA-466B-1939F6E7F9CF}"/>
              </a:ext>
            </a:extLst>
          </p:cNvPr>
          <p:cNvCxnSpPr>
            <a:cxnSpLocks/>
          </p:cNvCxnSpPr>
          <p:nvPr/>
        </p:nvCxnSpPr>
        <p:spPr>
          <a:xfrm>
            <a:off x="9316378" y="466957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6A5D38BB-E42A-43CF-0528-6D658CCF48A2}"/>
              </a:ext>
            </a:extLst>
          </p:cNvPr>
          <p:cNvCxnSpPr>
            <a:cxnSpLocks/>
          </p:cNvCxnSpPr>
          <p:nvPr/>
        </p:nvCxnSpPr>
        <p:spPr>
          <a:xfrm>
            <a:off x="3525368" y="468036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A6DF2D19-005E-29A9-7B41-133957825D92}"/>
              </a:ext>
            </a:extLst>
          </p:cNvPr>
          <p:cNvSpPr txBox="1"/>
          <p:nvPr/>
        </p:nvSpPr>
        <p:spPr>
          <a:xfrm>
            <a:off x="2485447" y="5701359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C7F0CD1-C9EC-3363-6467-816008F34D07}"/>
              </a:ext>
            </a:extLst>
          </p:cNvPr>
          <p:cNvCxnSpPr>
            <a:cxnSpLocks/>
          </p:cNvCxnSpPr>
          <p:nvPr/>
        </p:nvCxnSpPr>
        <p:spPr>
          <a:xfrm>
            <a:off x="4363703" y="4286895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E9BA36EA-AD5A-C808-7EFE-AF706F338978}"/>
              </a:ext>
            </a:extLst>
          </p:cNvPr>
          <p:cNvSpPr txBox="1"/>
          <p:nvPr/>
        </p:nvSpPr>
        <p:spPr>
          <a:xfrm>
            <a:off x="3545210" y="3609282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016E073E-E5C5-3F4B-7B5F-AD8EA2AA7B7D}"/>
              </a:ext>
            </a:extLst>
          </p:cNvPr>
          <p:cNvCxnSpPr>
            <a:cxnSpLocks/>
          </p:cNvCxnSpPr>
          <p:nvPr/>
        </p:nvCxnSpPr>
        <p:spPr>
          <a:xfrm>
            <a:off x="6006441" y="4253911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CBCBE3C6-9FE7-6CBC-09C3-1B78D21C4612}"/>
              </a:ext>
            </a:extLst>
          </p:cNvPr>
          <p:cNvSpPr txBox="1"/>
          <p:nvPr/>
        </p:nvSpPr>
        <p:spPr>
          <a:xfrm>
            <a:off x="5525629" y="3391975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5217ED5-FFD1-8F27-0CD0-53E2368978FE}"/>
              </a:ext>
            </a:extLst>
          </p:cNvPr>
          <p:cNvCxnSpPr>
            <a:cxnSpLocks/>
          </p:cNvCxnSpPr>
          <p:nvPr/>
        </p:nvCxnSpPr>
        <p:spPr>
          <a:xfrm>
            <a:off x="6835305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2BE9E190-2D1E-0267-5779-4757301BC55B}"/>
              </a:ext>
            </a:extLst>
          </p:cNvPr>
          <p:cNvSpPr txBox="1"/>
          <p:nvPr/>
        </p:nvSpPr>
        <p:spPr>
          <a:xfrm>
            <a:off x="6018517" y="5712830"/>
            <a:ext cx="178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DB951CC0-3AF7-2E0A-3B45-91DE7E70933E}"/>
              </a:ext>
            </a:extLst>
          </p:cNvPr>
          <p:cNvSpPr txBox="1"/>
          <p:nvPr/>
        </p:nvSpPr>
        <p:spPr>
          <a:xfrm>
            <a:off x="7127438" y="3709268"/>
            <a:ext cx="1689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回收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3C51BD3C-B123-F749-FFA0-CA88A69173C4}"/>
              </a:ext>
            </a:extLst>
          </p:cNvPr>
          <p:cNvCxnSpPr>
            <a:cxnSpLocks/>
          </p:cNvCxnSpPr>
          <p:nvPr/>
        </p:nvCxnSpPr>
        <p:spPr>
          <a:xfrm>
            <a:off x="7659408" y="4251177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5CDFC7DD-BACA-658B-DEDE-82B02D9B7D22}"/>
              </a:ext>
            </a:extLst>
          </p:cNvPr>
          <p:cNvCxnSpPr>
            <a:cxnSpLocks/>
          </p:cNvCxnSpPr>
          <p:nvPr/>
        </p:nvCxnSpPr>
        <p:spPr>
          <a:xfrm>
            <a:off x="8487893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F6A8FCCB-E636-A1A8-96A1-19F50730678B}"/>
              </a:ext>
            </a:extLst>
          </p:cNvPr>
          <p:cNvSpPr txBox="1"/>
          <p:nvPr/>
        </p:nvSpPr>
        <p:spPr>
          <a:xfrm>
            <a:off x="7706484" y="5675516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8B9DB040-DC5D-4EA9-F935-2B6B419F2F49}"/>
              </a:ext>
            </a:extLst>
          </p:cNvPr>
          <p:cNvSpPr txBox="1"/>
          <p:nvPr/>
        </p:nvSpPr>
        <p:spPr>
          <a:xfrm>
            <a:off x="2096888" y="6392339"/>
            <a:ext cx="8215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疑惑：数据读取有点慢，平均每三个时钟周期才能读取一行数据，能否加速？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8D0199BF-0385-F215-CDF5-71625BFFD2AF}"/>
              </a:ext>
            </a:extLst>
          </p:cNvPr>
          <p:cNvSpPr/>
          <p:nvPr/>
        </p:nvSpPr>
        <p:spPr>
          <a:xfrm>
            <a:off x="2168824" y="6392339"/>
            <a:ext cx="7734795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65A99B2B-9A32-D336-BC7D-A8935FD431B2}"/>
              </a:ext>
            </a:extLst>
          </p:cNvPr>
          <p:cNvSpPr txBox="1"/>
          <p:nvPr/>
        </p:nvSpPr>
        <p:spPr>
          <a:xfrm>
            <a:off x="740072" y="1799711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写入模型参数：</a:t>
            </a:r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FA2DC77D-26DF-ADB6-3BE5-B64146D73AED}"/>
              </a:ext>
            </a:extLst>
          </p:cNvPr>
          <p:cNvCxnSpPr>
            <a:cxnSpLocks/>
          </p:cNvCxnSpPr>
          <p:nvPr/>
        </p:nvCxnSpPr>
        <p:spPr>
          <a:xfrm>
            <a:off x="2696885" y="231541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09BA264E-774A-23E0-3D5E-EAFB37B7424A}"/>
              </a:ext>
            </a:extLst>
          </p:cNvPr>
          <p:cNvCxnSpPr>
            <a:cxnSpLocks/>
          </p:cNvCxnSpPr>
          <p:nvPr/>
        </p:nvCxnSpPr>
        <p:spPr>
          <a:xfrm>
            <a:off x="3525369" y="1727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16E11C-B18A-17BD-1E1A-59D81FC450C7}"/>
              </a:ext>
            </a:extLst>
          </p:cNvPr>
          <p:cNvCxnSpPr>
            <a:cxnSpLocks/>
          </p:cNvCxnSpPr>
          <p:nvPr/>
        </p:nvCxnSpPr>
        <p:spPr>
          <a:xfrm>
            <a:off x="3525370" y="1744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1C06E541-F77F-C78A-4A11-848877AE18EF}"/>
              </a:ext>
            </a:extLst>
          </p:cNvPr>
          <p:cNvCxnSpPr>
            <a:cxnSpLocks/>
          </p:cNvCxnSpPr>
          <p:nvPr/>
        </p:nvCxnSpPr>
        <p:spPr>
          <a:xfrm>
            <a:off x="4353854" y="172780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57CD4A80-705E-658E-5F90-FAED26C17FD5}"/>
              </a:ext>
            </a:extLst>
          </p:cNvPr>
          <p:cNvCxnSpPr>
            <a:cxnSpLocks/>
          </p:cNvCxnSpPr>
          <p:nvPr/>
        </p:nvCxnSpPr>
        <p:spPr>
          <a:xfrm>
            <a:off x="4349473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3BA60728-C68E-4F86-75CA-0A2557594024}"/>
              </a:ext>
            </a:extLst>
          </p:cNvPr>
          <p:cNvCxnSpPr>
            <a:cxnSpLocks/>
          </p:cNvCxnSpPr>
          <p:nvPr/>
        </p:nvCxnSpPr>
        <p:spPr>
          <a:xfrm>
            <a:off x="5177957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1C37110C-6FE8-31F8-B38B-80072B2AE2CE}"/>
              </a:ext>
            </a:extLst>
          </p:cNvPr>
          <p:cNvCxnSpPr>
            <a:cxnSpLocks/>
          </p:cNvCxnSpPr>
          <p:nvPr/>
        </p:nvCxnSpPr>
        <p:spPr>
          <a:xfrm>
            <a:off x="5177958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E46C82B3-A9F3-6957-406B-484567468ED3}"/>
              </a:ext>
            </a:extLst>
          </p:cNvPr>
          <p:cNvCxnSpPr>
            <a:cxnSpLocks/>
          </p:cNvCxnSpPr>
          <p:nvPr/>
        </p:nvCxnSpPr>
        <p:spPr>
          <a:xfrm>
            <a:off x="6006442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33B6485A-CBA8-4870-7E36-5C864A809C02}"/>
              </a:ext>
            </a:extLst>
          </p:cNvPr>
          <p:cNvCxnSpPr>
            <a:cxnSpLocks/>
          </p:cNvCxnSpPr>
          <p:nvPr/>
        </p:nvCxnSpPr>
        <p:spPr>
          <a:xfrm>
            <a:off x="6006822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95F9290C-D8DA-31B8-7E24-E0E9FF217266}"/>
              </a:ext>
            </a:extLst>
          </p:cNvPr>
          <p:cNvCxnSpPr>
            <a:cxnSpLocks/>
          </p:cNvCxnSpPr>
          <p:nvPr/>
        </p:nvCxnSpPr>
        <p:spPr>
          <a:xfrm>
            <a:off x="6835306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F1457E22-7654-0D01-5610-9694DDCC7317}"/>
              </a:ext>
            </a:extLst>
          </p:cNvPr>
          <p:cNvCxnSpPr>
            <a:cxnSpLocks/>
          </p:cNvCxnSpPr>
          <p:nvPr/>
        </p:nvCxnSpPr>
        <p:spPr>
          <a:xfrm>
            <a:off x="6835307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7E1EFC27-D8D4-3AF3-3255-EE41B6D1E2E3}"/>
              </a:ext>
            </a:extLst>
          </p:cNvPr>
          <p:cNvCxnSpPr>
            <a:cxnSpLocks/>
          </p:cNvCxnSpPr>
          <p:nvPr/>
        </p:nvCxnSpPr>
        <p:spPr>
          <a:xfrm>
            <a:off x="7663791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6B9BF251-1081-E8E3-CE1C-87A5F4133666}"/>
              </a:ext>
            </a:extLst>
          </p:cNvPr>
          <p:cNvCxnSpPr>
            <a:cxnSpLocks/>
          </p:cNvCxnSpPr>
          <p:nvPr/>
        </p:nvCxnSpPr>
        <p:spPr>
          <a:xfrm>
            <a:off x="7659410" y="232129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8750F551-306B-0884-CCE4-8CA7D6B86310}"/>
              </a:ext>
            </a:extLst>
          </p:cNvPr>
          <p:cNvCxnSpPr>
            <a:cxnSpLocks/>
          </p:cNvCxnSpPr>
          <p:nvPr/>
        </p:nvCxnSpPr>
        <p:spPr>
          <a:xfrm>
            <a:off x="8487894" y="173368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31BCDA8D-EFE2-6EF0-D74B-FAC64DE8FB53}"/>
              </a:ext>
            </a:extLst>
          </p:cNvPr>
          <p:cNvCxnSpPr>
            <a:cxnSpLocks/>
          </p:cNvCxnSpPr>
          <p:nvPr/>
        </p:nvCxnSpPr>
        <p:spPr>
          <a:xfrm>
            <a:off x="8487895" y="1750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4A4318F3-85B4-CEAF-7B67-9577B578BBC4}"/>
              </a:ext>
            </a:extLst>
          </p:cNvPr>
          <p:cNvCxnSpPr>
            <a:cxnSpLocks/>
          </p:cNvCxnSpPr>
          <p:nvPr/>
        </p:nvCxnSpPr>
        <p:spPr>
          <a:xfrm>
            <a:off x="9316379" y="173368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A8B5AB9C-ABBE-3BDE-C48C-9386CACA187B}"/>
              </a:ext>
            </a:extLst>
          </p:cNvPr>
          <p:cNvCxnSpPr>
            <a:cxnSpLocks/>
          </p:cNvCxnSpPr>
          <p:nvPr/>
        </p:nvCxnSpPr>
        <p:spPr>
          <a:xfrm>
            <a:off x="3525369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8715C080-961E-8810-E6C1-2FDD40BBB511}"/>
              </a:ext>
            </a:extLst>
          </p:cNvPr>
          <p:cNvSpPr txBox="1"/>
          <p:nvPr/>
        </p:nvSpPr>
        <p:spPr>
          <a:xfrm>
            <a:off x="2884605" y="2711711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进入参数加载状态</a:t>
            </a:r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7D7C00CF-53AF-0A32-60A5-5B7CC11812D8}"/>
              </a:ext>
            </a:extLst>
          </p:cNvPr>
          <p:cNvCxnSpPr>
            <a:cxnSpLocks/>
          </p:cNvCxnSpPr>
          <p:nvPr/>
        </p:nvCxnSpPr>
        <p:spPr>
          <a:xfrm>
            <a:off x="4349472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1BD69658-8C60-DD27-1228-5D6B25898CEA}"/>
              </a:ext>
            </a:extLst>
          </p:cNvPr>
          <p:cNvSpPr txBox="1"/>
          <p:nvPr/>
        </p:nvSpPr>
        <p:spPr>
          <a:xfrm>
            <a:off x="3536744" y="524113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9141DEB-BB43-6269-F83C-A637D725660D}"/>
              </a:ext>
            </a:extLst>
          </p:cNvPr>
          <p:cNvCxnSpPr>
            <a:cxnSpLocks/>
          </p:cNvCxnSpPr>
          <p:nvPr/>
        </p:nvCxnSpPr>
        <p:spPr>
          <a:xfrm>
            <a:off x="6006442" y="1317508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DBE9C445-B632-7C11-4B37-20CE2B880C5E}"/>
              </a:ext>
            </a:extLst>
          </p:cNvPr>
          <p:cNvSpPr txBox="1"/>
          <p:nvPr/>
        </p:nvSpPr>
        <p:spPr>
          <a:xfrm>
            <a:off x="5396643" y="471613"/>
            <a:ext cx="13987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1B26A1A9-C6AA-CF30-51E7-98A4DA9BA72C}"/>
              </a:ext>
            </a:extLst>
          </p:cNvPr>
          <p:cNvCxnSpPr>
            <a:cxnSpLocks/>
          </p:cNvCxnSpPr>
          <p:nvPr/>
        </p:nvCxnSpPr>
        <p:spPr>
          <a:xfrm>
            <a:off x="6835306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文本框 108">
            <a:extLst>
              <a:ext uri="{FF2B5EF4-FFF2-40B4-BE49-F238E27FC236}">
                <a16:creationId xmlns:a16="http://schemas.microsoft.com/office/drawing/2014/main" id="{DC5B5A26-46A5-4179-5B22-6450A3FA1D9A}"/>
              </a:ext>
            </a:extLst>
          </p:cNvPr>
          <p:cNvSpPr txBox="1"/>
          <p:nvPr/>
        </p:nvSpPr>
        <p:spPr>
          <a:xfrm>
            <a:off x="6455771" y="2658898"/>
            <a:ext cx="950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写入参数</a:t>
            </a:r>
          </a:p>
        </p:txBody>
      </p: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5C9D5596-309A-7F67-147E-FB91C15D87FE}"/>
              </a:ext>
            </a:extLst>
          </p:cNvPr>
          <p:cNvCxnSpPr>
            <a:cxnSpLocks/>
          </p:cNvCxnSpPr>
          <p:nvPr/>
        </p:nvCxnSpPr>
        <p:spPr>
          <a:xfrm>
            <a:off x="7659409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文本框 110">
            <a:extLst>
              <a:ext uri="{FF2B5EF4-FFF2-40B4-BE49-F238E27FC236}">
                <a16:creationId xmlns:a16="http://schemas.microsoft.com/office/drawing/2014/main" id="{7B7B4B1B-6039-4A4C-E026-6A57451AE471}"/>
              </a:ext>
            </a:extLst>
          </p:cNvPr>
          <p:cNvSpPr txBox="1"/>
          <p:nvPr/>
        </p:nvSpPr>
        <p:spPr>
          <a:xfrm>
            <a:off x="6835307" y="526560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55A2CE30-719B-D87F-54C3-6DB41651BB3D}"/>
              </a:ext>
            </a:extLst>
          </p:cNvPr>
          <p:cNvCxnSpPr>
            <a:cxnSpLocks/>
          </p:cNvCxnSpPr>
          <p:nvPr/>
        </p:nvCxnSpPr>
        <p:spPr>
          <a:xfrm>
            <a:off x="5181992" y="172780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5610DB2E-B8A5-82C6-6167-A576FCA71BC0}"/>
              </a:ext>
            </a:extLst>
          </p:cNvPr>
          <p:cNvSpPr txBox="1"/>
          <p:nvPr/>
        </p:nvSpPr>
        <p:spPr>
          <a:xfrm>
            <a:off x="4798422" y="2770928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FCCC32E2-94FC-006F-4F86-D3464055A432}"/>
              </a:ext>
            </a:extLst>
          </p:cNvPr>
          <p:cNvCxnSpPr>
            <a:cxnSpLocks/>
          </p:cNvCxnSpPr>
          <p:nvPr/>
        </p:nvCxnSpPr>
        <p:spPr>
          <a:xfrm>
            <a:off x="5176016" y="4680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B5DE786F-0C18-C91D-CE98-10D2FA53EC3F}"/>
              </a:ext>
            </a:extLst>
          </p:cNvPr>
          <p:cNvSpPr txBox="1"/>
          <p:nvPr/>
        </p:nvSpPr>
        <p:spPr>
          <a:xfrm>
            <a:off x="4792446" y="572360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EFC86C8A-AB03-5BD8-9DD8-B4D778AB8DB1}"/>
              </a:ext>
            </a:extLst>
          </p:cNvPr>
          <p:cNvCxnSpPr>
            <a:cxnSpLocks/>
          </p:cNvCxnSpPr>
          <p:nvPr/>
        </p:nvCxnSpPr>
        <p:spPr>
          <a:xfrm>
            <a:off x="8496690" y="177448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A5074CD-13C6-8D79-211E-84FE362D286F}"/>
              </a:ext>
            </a:extLst>
          </p:cNvPr>
          <p:cNvSpPr txBox="1"/>
          <p:nvPr/>
        </p:nvSpPr>
        <p:spPr>
          <a:xfrm>
            <a:off x="8113120" y="281761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236326DD-B57A-0916-5187-F437C1E156E2}"/>
              </a:ext>
            </a:extLst>
          </p:cNvPr>
          <p:cNvCxnSpPr>
            <a:cxnSpLocks/>
          </p:cNvCxnSpPr>
          <p:nvPr/>
        </p:nvCxnSpPr>
        <p:spPr>
          <a:xfrm flipV="1">
            <a:off x="6572251" y="307182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162FAC69-01DC-8851-37F5-0A02F54EB871}"/>
              </a:ext>
            </a:extLst>
          </p:cNvPr>
          <p:cNvSpPr txBox="1"/>
          <p:nvPr/>
        </p:nvSpPr>
        <p:spPr>
          <a:xfrm>
            <a:off x="9063681" y="48551"/>
            <a:ext cx="28876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一次发送一个卷积核和一个偏置，总共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77×8+16=632 bits</a:t>
            </a: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CC1931A1-5E22-4F02-4782-39FE1820B784}"/>
              </a:ext>
            </a:extLst>
          </p:cNvPr>
          <p:cNvCxnSpPr>
            <a:cxnSpLocks/>
          </p:cNvCxnSpPr>
          <p:nvPr/>
        </p:nvCxnSpPr>
        <p:spPr>
          <a:xfrm flipV="1">
            <a:off x="6705993" y="3288056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A606BF3-CF79-E324-FFF1-5890439BD61E}"/>
              </a:ext>
            </a:extLst>
          </p:cNvPr>
          <p:cNvSpPr txBox="1"/>
          <p:nvPr/>
        </p:nvSpPr>
        <p:spPr>
          <a:xfrm>
            <a:off x="9149406" y="2805752"/>
            <a:ext cx="28876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一次发送一行输入，总共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10×8=80 bits</a:t>
            </a:r>
          </a:p>
        </p:txBody>
      </p:sp>
      <p:sp>
        <p:nvSpPr>
          <p:cNvPr id="124" name="矩形: 圆角 123">
            <a:extLst>
              <a:ext uri="{FF2B5EF4-FFF2-40B4-BE49-F238E27FC236}">
                <a16:creationId xmlns:a16="http://schemas.microsoft.com/office/drawing/2014/main" id="{11929FE9-C3A5-40D0-357D-E369B73C29F1}"/>
              </a:ext>
            </a:extLst>
          </p:cNvPr>
          <p:cNvSpPr/>
          <p:nvPr/>
        </p:nvSpPr>
        <p:spPr>
          <a:xfrm>
            <a:off x="9935069" y="1768478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BAB827D4-D628-63D5-D687-3DC57166F92F}"/>
              </a:ext>
            </a:extLst>
          </p:cNvPr>
          <p:cNvSpPr txBox="1"/>
          <p:nvPr/>
        </p:nvSpPr>
        <p:spPr>
          <a:xfrm>
            <a:off x="9935069" y="1871449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两个周期写入一次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6" name="矩形: 圆角 125">
            <a:extLst>
              <a:ext uri="{FF2B5EF4-FFF2-40B4-BE49-F238E27FC236}">
                <a16:creationId xmlns:a16="http://schemas.microsoft.com/office/drawing/2014/main" id="{35E72228-E211-D1AF-AE97-9B60E7AC5A0D}"/>
              </a:ext>
            </a:extLst>
          </p:cNvPr>
          <p:cNvSpPr/>
          <p:nvPr/>
        </p:nvSpPr>
        <p:spPr>
          <a:xfrm>
            <a:off x="9935069" y="4626922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BA5A6B77-3EC6-E435-80F1-51AA0909D577}"/>
              </a:ext>
            </a:extLst>
          </p:cNvPr>
          <p:cNvSpPr txBox="1"/>
          <p:nvPr/>
        </p:nvSpPr>
        <p:spPr>
          <a:xfrm>
            <a:off x="9935069" y="4729893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三个周期写入一次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4C961E87-2578-CE26-D717-46740BB59C96}"/>
              </a:ext>
            </a:extLst>
          </p:cNvPr>
          <p:cNvSpPr/>
          <p:nvPr/>
        </p:nvSpPr>
        <p:spPr>
          <a:xfrm>
            <a:off x="4369469" y="1472302"/>
            <a:ext cx="3281145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81DDAD4F-2BDC-7D05-B78A-A3BFD6596335}"/>
              </a:ext>
            </a:extLst>
          </p:cNvPr>
          <p:cNvCxnSpPr/>
          <p:nvPr/>
        </p:nvCxnSpPr>
        <p:spPr>
          <a:xfrm>
            <a:off x="8736806" y="5557838"/>
            <a:ext cx="1770706" cy="271462"/>
          </a:xfrm>
          <a:prstGeom prst="straightConnector1">
            <a:avLst/>
          </a:prstGeom>
          <a:ln w="158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文本框 131">
            <a:extLst>
              <a:ext uri="{FF2B5EF4-FFF2-40B4-BE49-F238E27FC236}">
                <a16:creationId xmlns:a16="http://schemas.microsoft.com/office/drawing/2014/main" id="{36237794-5058-2753-F523-8752BDDD220C}"/>
              </a:ext>
            </a:extLst>
          </p:cNvPr>
          <p:cNvSpPr txBox="1"/>
          <p:nvPr/>
        </p:nvSpPr>
        <p:spPr>
          <a:xfrm>
            <a:off x="10593239" y="5600490"/>
            <a:ext cx="12005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Next state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设置上升沿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矩形: 圆角 132">
            <a:extLst>
              <a:ext uri="{FF2B5EF4-FFF2-40B4-BE49-F238E27FC236}">
                <a16:creationId xmlns:a16="http://schemas.microsoft.com/office/drawing/2014/main" id="{A540A923-5911-9D9B-BAE8-62864287196B}"/>
              </a:ext>
            </a:extLst>
          </p:cNvPr>
          <p:cNvSpPr/>
          <p:nvPr/>
        </p:nvSpPr>
        <p:spPr>
          <a:xfrm>
            <a:off x="10572340" y="5619411"/>
            <a:ext cx="1243274" cy="546931"/>
          </a:xfrm>
          <a:prstGeom prst="roundRect">
            <a:avLst/>
          </a:prstGeom>
          <a:solidFill>
            <a:srgbClr val="FF0000">
              <a:alpha val="40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1384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5785B-7DD8-BC94-9CE9-EBE5D720B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65DE5B8C-F918-DBE0-FB0A-924C75065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994" y="1130738"/>
            <a:ext cx="6202609" cy="178164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A874614-F16D-9628-F5EF-5573AF746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284" y="1215492"/>
            <a:ext cx="5529717" cy="1674198"/>
          </a:xfrm>
          <a:prstGeom prst="rect">
            <a:avLst/>
          </a:prstGeom>
        </p:spPr>
      </p:pic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5AD68DA-668D-DED1-34B7-04275A2AF129}"/>
              </a:ext>
            </a:extLst>
          </p:cNvPr>
          <p:cNvSpPr/>
          <p:nvPr/>
        </p:nvSpPr>
        <p:spPr>
          <a:xfrm>
            <a:off x="6448843" y="893907"/>
            <a:ext cx="5825454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81F0DC9-4A6A-860A-2CF7-FE60A6092F06}"/>
              </a:ext>
            </a:extLst>
          </p:cNvPr>
          <p:cNvSpPr/>
          <p:nvPr/>
        </p:nvSpPr>
        <p:spPr>
          <a:xfrm>
            <a:off x="-47994" y="971550"/>
            <a:ext cx="6352628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028B9B7-9218-2B72-D73E-AB4C9374BA4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DD36A75-D8FE-FDBC-51B5-68EED987FFCD}"/>
              </a:ext>
            </a:extLst>
          </p:cNvPr>
          <p:cNvSpPr txBox="1"/>
          <p:nvPr/>
        </p:nvSpPr>
        <p:spPr>
          <a:xfrm>
            <a:off x="1029131" y="3936323"/>
            <a:ext cx="10250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两种写入模式不同，本质原因在于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wgt_req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不同，前者让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主动连续发送数据，后者让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必须听从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的请求才能发送数据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A74D5BE-687E-06BA-518D-191B4780E61E}"/>
              </a:ext>
            </a:extLst>
          </p:cNvPr>
          <p:cNvSpPr txBox="1"/>
          <p:nvPr/>
        </p:nvSpPr>
        <p:spPr>
          <a:xfrm>
            <a:off x="2089324" y="3169369"/>
            <a:ext cx="22222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Weight &amp; Bias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3384EE0-B08A-A87E-6DFC-46A459D08BE1}"/>
              </a:ext>
            </a:extLst>
          </p:cNvPr>
          <p:cNvSpPr txBox="1"/>
          <p:nvPr/>
        </p:nvSpPr>
        <p:spPr>
          <a:xfrm>
            <a:off x="8953358" y="3121536"/>
            <a:ext cx="17919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Line Buffer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84A7FB1-18A2-38C6-0190-274766C374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5458" y="4805479"/>
            <a:ext cx="5934217" cy="616616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CA362125-E96E-B4CE-1498-C13512BCB1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5458" y="5727262"/>
            <a:ext cx="7612998" cy="64576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3B200C53-8028-5713-B730-02ECC4680ADF}"/>
              </a:ext>
            </a:extLst>
          </p:cNvPr>
          <p:cNvSpPr txBox="1"/>
          <p:nvPr/>
        </p:nvSpPr>
        <p:spPr>
          <a:xfrm>
            <a:off x="1131144" y="4944510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权重请求信号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0A4B252-3582-CC37-A49B-A0E0955AD2D2}"/>
              </a:ext>
            </a:extLst>
          </p:cNvPr>
          <p:cNvSpPr txBox="1"/>
          <p:nvPr/>
        </p:nvSpPr>
        <p:spPr>
          <a:xfrm>
            <a:off x="1131143" y="5880869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输入请求信号</a:t>
            </a:r>
          </a:p>
        </p:txBody>
      </p:sp>
    </p:spTree>
    <p:extLst>
      <p:ext uri="{BB962C8B-B14F-4D97-AF65-F5344CB8AC3E}">
        <p14:creationId xmlns:p14="http://schemas.microsoft.com/office/powerpoint/2010/main" val="1534926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0B85D-A4F8-D249-7B98-A6D731E71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9228D176-4226-5ACC-23D8-C88BCBE03BE8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B235037-5A90-33F7-3B1F-F4101589006C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17C51E8-9F69-28F3-6F40-CF867918946C}"/>
              </a:ext>
            </a:extLst>
          </p:cNvPr>
          <p:cNvCxnSpPr>
            <a:cxnSpLocks/>
          </p:cNvCxnSpPr>
          <p:nvPr/>
        </p:nvCxnSpPr>
        <p:spPr>
          <a:xfrm>
            <a:off x="1239763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2EEB3BB-723F-8F50-F49F-4CC65A844F4A}"/>
              </a:ext>
            </a:extLst>
          </p:cNvPr>
          <p:cNvCxnSpPr>
            <a:cxnSpLocks/>
          </p:cNvCxnSpPr>
          <p:nvPr/>
        </p:nvCxnSpPr>
        <p:spPr>
          <a:xfrm>
            <a:off x="2068248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44A17CB8-D463-DD70-39B8-4ED753F33AEC}"/>
              </a:ext>
            </a:extLst>
          </p:cNvPr>
          <p:cNvCxnSpPr>
            <a:cxnSpLocks/>
          </p:cNvCxnSpPr>
          <p:nvPr/>
        </p:nvCxnSpPr>
        <p:spPr>
          <a:xfrm>
            <a:off x="2068249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A18509A-2EF7-4EE1-0DDF-CC0537193DD7}"/>
              </a:ext>
            </a:extLst>
          </p:cNvPr>
          <p:cNvCxnSpPr>
            <a:cxnSpLocks/>
          </p:cNvCxnSpPr>
          <p:nvPr/>
        </p:nvCxnSpPr>
        <p:spPr>
          <a:xfrm>
            <a:off x="2896733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2C5F61A-8C24-A2AE-B2E0-C90368AAC21D}"/>
              </a:ext>
            </a:extLst>
          </p:cNvPr>
          <p:cNvCxnSpPr>
            <a:cxnSpLocks/>
          </p:cNvCxnSpPr>
          <p:nvPr/>
        </p:nvCxnSpPr>
        <p:spPr>
          <a:xfrm>
            <a:off x="2892352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FCFB100-722E-A1C6-9590-A55876B71088}"/>
              </a:ext>
            </a:extLst>
          </p:cNvPr>
          <p:cNvCxnSpPr>
            <a:cxnSpLocks/>
          </p:cNvCxnSpPr>
          <p:nvPr/>
        </p:nvCxnSpPr>
        <p:spPr>
          <a:xfrm>
            <a:off x="3720836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F4EAA52-B79D-22F1-DE44-A82E1DF4B06F}"/>
              </a:ext>
            </a:extLst>
          </p:cNvPr>
          <p:cNvCxnSpPr>
            <a:cxnSpLocks/>
          </p:cNvCxnSpPr>
          <p:nvPr/>
        </p:nvCxnSpPr>
        <p:spPr>
          <a:xfrm>
            <a:off x="3720837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9409F956-682A-0F24-384E-61A122051A75}"/>
              </a:ext>
            </a:extLst>
          </p:cNvPr>
          <p:cNvCxnSpPr>
            <a:cxnSpLocks/>
          </p:cNvCxnSpPr>
          <p:nvPr/>
        </p:nvCxnSpPr>
        <p:spPr>
          <a:xfrm>
            <a:off x="4549321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63D00F0-F89B-6F4B-7AF3-D3BF71BBD178}"/>
              </a:ext>
            </a:extLst>
          </p:cNvPr>
          <p:cNvCxnSpPr>
            <a:cxnSpLocks/>
          </p:cNvCxnSpPr>
          <p:nvPr/>
        </p:nvCxnSpPr>
        <p:spPr>
          <a:xfrm>
            <a:off x="4549701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3DD06E0-62C2-AE95-4EA9-720F26E52964}"/>
              </a:ext>
            </a:extLst>
          </p:cNvPr>
          <p:cNvCxnSpPr>
            <a:cxnSpLocks/>
          </p:cNvCxnSpPr>
          <p:nvPr/>
        </p:nvCxnSpPr>
        <p:spPr>
          <a:xfrm>
            <a:off x="5378185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7DAA13-9931-B48A-50A5-FD696BA80BE1}"/>
              </a:ext>
            </a:extLst>
          </p:cNvPr>
          <p:cNvCxnSpPr>
            <a:cxnSpLocks/>
          </p:cNvCxnSpPr>
          <p:nvPr/>
        </p:nvCxnSpPr>
        <p:spPr>
          <a:xfrm>
            <a:off x="5378186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518FB91-1770-597E-AAC3-F817DC45B469}"/>
              </a:ext>
            </a:extLst>
          </p:cNvPr>
          <p:cNvCxnSpPr>
            <a:cxnSpLocks/>
          </p:cNvCxnSpPr>
          <p:nvPr/>
        </p:nvCxnSpPr>
        <p:spPr>
          <a:xfrm>
            <a:off x="6206670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3FEF128-2E71-B89F-40B4-02D22D3B3EEE}"/>
              </a:ext>
            </a:extLst>
          </p:cNvPr>
          <p:cNvCxnSpPr>
            <a:cxnSpLocks/>
          </p:cNvCxnSpPr>
          <p:nvPr/>
        </p:nvCxnSpPr>
        <p:spPr>
          <a:xfrm>
            <a:off x="6202289" y="273244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6180E94-B67C-5D7D-2DB5-FEF02798867F}"/>
              </a:ext>
            </a:extLst>
          </p:cNvPr>
          <p:cNvCxnSpPr>
            <a:cxnSpLocks/>
          </p:cNvCxnSpPr>
          <p:nvPr/>
        </p:nvCxnSpPr>
        <p:spPr>
          <a:xfrm>
            <a:off x="7030773" y="21448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BA9D401-E038-6862-34E6-ED4A3A8BB8DD}"/>
              </a:ext>
            </a:extLst>
          </p:cNvPr>
          <p:cNvCxnSpPr>
            <a:cxnSpLocks/>
          </p:cNvCxnSpPr>
          <p:nvPr/>
        </p:nvCxnSpPr>
        <p:spPr>
          <a:xfrm>
            <a:off x="7030774" y="21615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A973C86-B70D-8DBD-9756-0C871A9F8672}"/>
              </a:ext>
            </a:extLst>
          </p:cNvPr>
          <p:cNvCxnSpPr>
            <a:cxnSpLocks/>
          </p:cNvCxnSpPr>
          <p:nvPr/>
        </p:nvCxnSpPr>
        <p:spPr>
          <a:xfrm>
            <a:off x="7859258" y="214483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9C57C4D-F454-6411-7D05-88ACDBE3D18B}"/>
              </a:ext>
            </a:extLst>
          </p:cNvPr>
          <p:cNvCxnSpPr>
            <a:cxnSpLocks/>
          </p:cNvCxnSpPr>
          <p:nvPr/>
        </p:nvCxnSpPr>
        <p:spPr>
          <a:xfrm>
            <a:off x="7864401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57DB092-0D44-BE77-A286-137474A2F727}"/>
              </a:ext>
            </a:extLst>
          </p:cNvPr>
          <p:cNvCxnSpPr>
            <a:cxnSpLocks/>
          </p:cNvCxnSpPr>
          <p:nvPr/>
        </p:nvCxnSpPr>
        <p:spPr>
          <a:xfrm>
            <a:off x="8692885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2E10546-A376-D2ED-4398-B8850BE85DDC}"/>
              </a:ext>
            </a:extLst>
          </p:cNvPr>
          <p:cNvCxnSpPr>
            <a:cxnSpLocks/>
          </p:cNvCxnSpPr>
          <p:nvPr/>
        </p:nvCxnSpPr>
        <p:spPr>
          <a:xfrm>
            <a:off x="8692886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E230A24-2AC7-6E0C-64EF-118EFEADEB62}"/>
              </a:ext>
            </a:extLst>
          </p:cNvPr>
          <p:cNvCxnSpPr>
            <a:cxnSpLocks/>
          </p:cNvCxnSpPr>
          <p:nvPr/>
        </p:nvCxnSpPr>
        <p:spPr>
          <a:xfrm>
            <a:off x="9521370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A9530B37-4EE7-1534-2E74-BD0D7D92DDD7}"/>
              </a:ext>
            </a:extLst>
          </p:cNvPr>
          <p:cNvCxnSpPr>
            <a:cxnSpLocks/>
          </p:cNvCxnSpPr>
          <p:nvPr/>
        </p:nvCxnSpPr>
        <p:spPr>
          <a:xfrm>
            <a:off x="9514607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1AFE6CC-D02A-45FA-D038-621E9A0EA266}"/>
              </a:ext>
            </a:extLst>
          </p:cNvPr>
          <p:cNvCxnSpPr>
            <a:cxnSpLocks/>
          </p:cNvCxnSpPr>
          <p:nvPr/>
        </p:nvCxnSpPr>
        <p:spPr>
          <a:xfrm>
            <a:off x="10343091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49CFC54-8D05-7E86-78DA-1CEAD1FB6A77}"/>
              </a:ext>
            </a:extLst>
          </p:cNvPr>
          <p:cNvCxnSpPr>
            <a:cxnSpLocks/>
          </p:cNvCxnSpPr>
          <p:nvPr/>
        </p:nvCxnSpPr>
        <p:spPr>
          <a:xfrm>
            <a:off x="10343092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8DB46A2E-DF0E-B07C-6629-243FAF50E7ED}"/>
              </a:ext>
            </a:extLst>
          </p:cNvPr>
          <p:cNvCxnSpPr>
            <a:cxnSpLocks/>
          </p:cNvCxnSpPr>
          <p:nvPr/>
        </p:nvCxnSpPr>
        <p:spPr>
          <a:xfrm>
            <a:off x="11171576" y="21389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AFE263C-C55D-FEAE-9C9D-350A5BA8EFD5}"/>
              </a:ext>
            </a:extLst>
          </p:cNvPr>
          <p:cNvCxnSpPr>
            <a:cxnSpLocks/>
          </p:cNvCxnSpPr>
          <p:nvPr/>
        </p:nvCxnSpPr>
        <p:spPr>
          <a:xfrm>
            <a:off x="2068248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95E9C073-8F35-D923-E9F9-33EE7DDDB88D}"/>
              </a:ext>
            </a:extLst>
          </p:cNvPr>
          <p:cNvSpPr txBox="1"/>
          <p:nvPr/>
        </p:nvSpPr>
        <p:spPr>
          <a:xfrm>
            <a:off x="1416110" y="3090446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E099AE7-40A6-49F7-6142-8901CCDC9CDA}"/>
              </a:ext>
            </a:extLst>
          </p:cNvPr>
          <p:cNvSpPr/>
          <p:nvPr/>
        </p:nvSpPr>
        <p:spPr>
          <a:xfrm>
            <a:off x="2135981" y="200440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77A621C5-5B7B-1B62-B37D-A9A1F8C9CF3D}"/>
              </a:ext>
            </a:extLst>
          </p:cNvPr>
          <p:cNvSpPr txBox="1"/>
          <p:nvPr/>
        </p:nvSpPr>
        <p:spPr>
          <a:xfrm>
            <a:off x="3897183" y="164067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C7F2F57-FE46-9CE2-040E-B4031B465302}"/>
              </a:ext>
            </a:extLst>
          </p:cNvPr>
          <p:cNvSpPr/>
          <p:nvPr/>
        </p:nvSpPr>
        <p:spPr>
          <a:xfrm>
            <a:off x="3800038" y="2002931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F0138B0F-09ED-93C5-DC42-02F6874DB2AD}"/>
              </a:ext>
            </a:extLst>
          </p:cNvPr>
          <p:cNvSpPr/>
          <p:nvPr/>
        </p:nvSpPr>
        <p:spPr>
          <a:xfrm>
            <a:off x="5435778" y="200293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C1709091-7A13-919A-9AB9-99B072853184}"/>
              </a:ext>
            </a:extLst>
          </p:cNvPr>
          <p:cNvSpPr/>
          <p:nvPr/>
        </p:nvSpPr>
        <p:spPr>
          <a:xfrm>
            <a:off x="7118439" y="2002931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F31CAA0C-43F3-CF80-4CF7-75FBBAFBEBDE}"/>
              </a:ext>
            </a:extLst>
          </p:cNvPr>
          <p:cNvSpPr/>
          <p:nvPr/>
        </p:nvSpPr>
        <p:spPr>
          <a:xfrm>
            <a:off x="8786446" y="2002931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A21FB8CF-3222-C5C9-9921-2FD50E8D30BE}"/>
              </a:ext>
            </a:extLst>
          </p:cNvPr>
          <p:cNvCxnSpPr>
            <a:cxnSpLocks/>
          </p:cNvCxnSpPr>
          <p:nvPr/>
        </p:nvCxnSpPr>
        <p:spPr>
          <a:xfrm>
            <a:off x="11171576" y="27265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6AB11180-9D9B-75FD-0C5E-F696F2778DBC}"/>
              </a:ext>
            </a:extLst>
          </p:cNvPr>
          <p:cNvCxnSpPr>
            <a:cxnSpLocks/>
          </p:cNvCxnSpPr>
          <p:nvPr/>
        </p:nvCxnSpPr>
        <p:spPr>
          <a:xfrm>
            <a:off x="12000061" y="21389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矩形 95">
            <a:extLst>
              <a:ext uri="{FF2B5EF4-FFF2-40B4-BE49-F238E27FC236}">
                <a16:creationId xmlns:a16="http://schemas.microsoft.com/office/drawing/2014/main" id="{32ABA534-591E-6FE6-8A92-8B86B71EA8AD}"/>
              </a:ext>
            </a:extLst>
          </p:cNvPr>
          <p:cNvSpPr/>
          <p:nvPr/>
        </p:nvSpPr>
        <p:spPr>
          <a:xfrm>
            <a:off x="10399171" y="2002931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A09AF35E-AC9C-04D2-BB17-F0B8F61D3A72}"/>
              </a:ext>
            </a:extLst>
          </p:cNvPr>
          <p:cNvSpPr txBox="1"/>
          <p:nvPr/>
        </p:nvSpPr>
        <p:spPr>
          <a:xfrm>
            <a:off x="2237507" y="163945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E016C8E-5D83-F5DC-4643-2B98165D484C}"/>
              </a:ext>
            </a:extLst>
          </p:cNvPr>
          <p:cNvSpPr txBox="1"/>
          <p:nvPr/>
        </p:nvSpPr>
        <p:spPr>
          <a:xfrm>
            <a:off x="5469246" y="1647789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D479AFCB-6DF2-26A1-198A-0D12846AD9D8}"/>
              </a:ext>
            </a:extLst>
          </p:cNvPr>
          <p:cNvSpPr txBox="1"/>
          <p:nvPr/>
        </p:nvSpPr>
        <p:spPr>
          <a:xfrm>
            <a:off x="7128922" y="1629893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FD43EC7F-C1C5-2D1F-BDD1-725EDB0AD8AD}"/>
              </a:ext>
            </a:extLst>
          </p:cNvPr>
          <p:cNvSpPr txBox="1"/>
          <p:nvPr/>
        </p:nvSpPr>
        <p:spPr>
          <a:xfrm>
            <a:off x="8710090" y="1622784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35BA9C9-0731-4BC9-1308-EC00684B3DE7}"/>
              </a:ext>
            </a:extLst>
          </p:cNvPr>
          <p:cNvSpPr txBox="1"/>
          <p:nvPr/>
        </p:nvSpPr>
        <p:spPr>
          <a:xfrm>
            <a:off x="10343092" y="1622785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31CADC7-5171-A12C-A943-200B9BDB177A}"/>
              </a:ext>
            </a:extLst>
          </p:cNvPr>
          <p:cNvCxnSpPr>
            <a:cxnSpLocks/>
          </p:cNvCxnSpPr>
          <p:nvPr/>
        </p:nvCxnSpPr>
        <p:spPr>
          <a:xfrm>
            <a:off x="12006146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文本框 120">
            <a:extLst>
              <a:ext uri="{FF2B5EF4-FFF2-40B4-BE49-F238E27FC236}">
                <a16:creationId xmlns:a16="http://schemas.microsoft.com/office/drawing/2014/main" id="{33B97305-150D-D658-9783-7B590B0BF0C3}"/>
              </a:ext>
            </a:extLst>
          </p:cNvPr>
          <p:cNvSpPr txBox="1"/>
          <p:nvPr/>
        </p:nvSpPr>
        <p:spPr>
          <a:xfrm>
            <a:off x="10757333" y="309044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D68B4300-0879-606D-9EE8-7939EA1A0317}"/>
              </a:ext>
            </a:extLst>
          </p:cNvPr>
          <p:cNvCxnSpPr>
            <a:cxnSpLocks/>
          </p:cNvCxnSpPr>
          <p:nvPr/>
        </p:nvCxnSpPr>
        <p:spPr>
          <a:xfrm>
            <a:off x="1270568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1F00FC30-EF2C-353E-8A73-3D4C49CDE917}"/>
              </a:ext>
            </a:extLst>
          </p:cNvPr>
          <p:cNvCxnSpPr>
            <a:cxnSpLocks/>
          </p:cNvCxnSpPr>
          <p:nvPr/>
        </p:nvCxnSpPr>
        <p:spPr>
          <a:xfrm>
            <a:off x="2099053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5522496E-C926-5E99-D638-823ED75DE450}"/>
              </a:ext>
            </a:extLst>
          </p:cNvPr>
          <p:cNvCxnSpPr>
            <a:cxnSpLocks/>
          </p:cNvCxnSpPr>
          <p:nvPr/>
        </p:nvCxnSpPr>
        <p:spPr>
          <a:xfrm>
            <a:off x="2099054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21297235-73B9-690F-5918-4B8E0A75107B}"/>
              </a:ext>
            </a:extLst>
          </p:cNvPr>
          <p:cNvCxnSpPr>
            <a:cxnSpLocks/>
          </p:cNvCxnSpPr>
          <p:nvPr/>
        </p:nvCxnSpPr>
        <p:spPr>
          <a:xfrm>
            <a:off x="2927538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C0C0A022-4528-CC0A-F966-D5A7A8A347CD}"/>
              </a:ext>
            </a:extLst>
          </p:cNvPr>
          <p:cNvCxnSpPr>
            <a:cxnSpLocks/>
          </p:cNvCxnSpPr>
          <p:nvPr/>
        </p:nvCxnSpPr>
        <p:spPr>
          <a:xfrm>
            <a:off x="2923157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14F49C-F430-4E2D-3AE1-6BFE8A0E867F}"/>
              </a:ext>
            </a:extLst>
          </p:cNvPr>
          <p:cNvCxnSpPr>
            <a:cxnSpLocks/>
          </p:cNvCxnSpPr>
          <p:nvPr/>
        </p:nvCxnSpPr>
        <p:spPr>
          <a:xfrm>
            <a:off x="3751641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5DCFA043-A2D1-9CB1-1C79-6C372C55A615}"/>
              </a:ext>
            </a:extLst>
          </p:cNvPr>
          <p:cNvCxnSpPr>
            <a:cxnSpLocks/>
          </p:cNvCxnSpPr>
          <p:nvPr/>
        </p:nvCxnSpPr>
        <p:spPr>
          <a:xfrm>
            <a:off x="3751642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05128E56-BE1E-E8AF-B270-0501D6896AAB}"/>
              </a:ext>
            </a:extLst>
          </p:cNvPr>
          <p:cNvCxnSpPr>
            <a:cxnSpLocks/>
          </p:cNvCxnSpPr>
          <p:nvPr/>
        </p:nvCxnSpPr>
        <p:spPr>
          <a:xfrm>
            <a:off x="4580126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15CDEA8E-7F84-0B5C-E186-E9470E56D3A3}"/>
              </a:ext>
            </a:extLst>
          </p:cNvPr>
          <p:cNvCxnSpPr>
            <a:cxnSpLocks/>
          </p:cNvCxnSpPr>
          <p:nvPr/>
        </p:nvCxnSpPr>
        <p:spPr>
          <a:xfrm>
            <a:off x="4580506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CE0A476-5EFC-7A2D-6162-51CAFC8C8682}"/>
              </a:ext>
            </a:extLst>
          </p:cNvPr>
          <p:cNvCxnSpPr>
            <a:cxnSpLocks/>
          </p:cNvCxnSpPr>
          <p:nvPr/>
        </p:nvCxnSpPr>
        <p:spPr>
          <a:xfrm>
            <a:off x="5408990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719EF35E-EF2D-FA56-EA43-3C281098F232}"/>
              </a:ext>
            </a:extLst>
          </p:cNvPr>
          <p:cNvCxnSpPr>
            <a:cxnSpLocks/>
          </p:cNvCxnSpPr>
          <p:nvPr/>
        </p:nvCxnSpPr>
        <p:spPr>
          <a:xfrm>
            <a:off x="5408991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20AF9DEB-318D-2FBD-A0AA-384466C5725A}"/>
              </a:ext>
            </a:extLst>
          </p:cNvPr>
          <p:cNvCxnSpPr>
            <a:cxnSpLocks/>
          </p:cNvCxnSpPr>
          <p:nvPr/>
        </p:nvCxnSpPr>
        <p:spPr>
          <a:xfrm>
            <a:off x="6237475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83C26505-AE68-8504-3798-935C35D7CDF8}"/>
              </a:ext>
            </a:extLst>
          </p:cNvPr>
          <p:cNvCxnSpPr>
            <a:cxnSpLocks/>
          </p:cNvCxnSpPr>
          <p:nvPr/>
        </p:nvCxnSpPr>
        <p:spPr>
          <a:xfrm>
            <a:off x="6233094" y="52733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A5E7F2C6-6640-3484-F8B6-C21799C8A9A1}"/>
              </a:ext>
            </a:extLst>
          </p:cNvPr>
          <p:cNvCxnSpPr>
            <a:cxnSpLocks/>
          </p:cNvCxnSpPr>
          <p:nvPr/>
        </p:nvCxnSpPr>
        <p:spPr>
          <a:xfrm>
            <a:off x="7061578" y="46857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A0A2EF89-C264-F43F-4CBA-959745217FD9}"/>
              </a:ext>
            </a:extLst>
          </p:cNvPr>
          <p:cNvCxnSpPr>
            <a:cxnSpLocks/>
          </p:cNvCxnSpPr>
          <p:nvPr/>
        </p:nvCxnSpPr>
        <p:spPr>
          <a:xfrm>
            <a:off x="7061579" y="47023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747187DC-BDCE-DE41-B159-2C3E64155F1E}"/>
              </a:ext>
            </a:extLst>
          </p:cNvPr>
          <p:cNvCxnSpPr>
            <a:cxnSpLocks/>
          </p:cNvCxnSpPr>
          <p:nvPr/>
        </p:nvCxnSpPr>
        <p:spPr>
          <a:xfrm>
            <a:off x="7890063" y="468571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345B7B44-DF7D-B6E7-54BD-E705D71AF0B9}"/>
              </a:ext>
            </a:extLst>
          </p:cNvPr>
          <p:cNvCxnSpPr>
            <a:cxnSpLocks/>
          </p:cNvCxnSpPr>
          <p:nvPr/>
        </p:nvCxnSpPr>
        <p:spPr>
          <a:xfrm>
            <a:off x="7895206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E8466424-9885-E645-149C-6AC4FF43CB37}"/>
              </a:ext>
            </a:extLst>
          </p:cNvPr>
          <p:cNvCxnSpPr>
            <a:cxnSpLocks/>
          </p:cNvCxnSpPr>
          <p:nvPr/>
        </p:nvCxnSpPr>
        <p:spPr>
          <a:xfrm>
            <a:off x="8723690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36958037-C609-D504-4961-3ABB52710C5B}"/>
              </a:ext>
            </a:extLst>
          </p:cNvPr>
          <p:cNvCxnSpPr>
            <a:cxnSpLocks/>
          </p:cNvCxnSpPr>
          <p:nvPr/>
        </p:nvCxnSpPr>
        <p:spPr>
          <a:xfrm>
            <a:off x="8723691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F506087C-4445-A77F-9262-D5980C28B43D}"/>
              </a:ext>
            </a:extLst>
          </p:cNvPr>
          <p:cNvCxnSpPr>
            <a:cxnSpLocks/>
          </p:cNvCxnSpPr>
          <p:nvPr/>
        </p:nvCxnSpPr>
        <p:spPr>
          <a:xfrm>
            <a:off x="9552175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2D4A27CD-572B-0E87-1441-448686626829}"/>
              </a:ext>
            </a:extLst>
          </p:cNvPr>
          <p:cNvCxnSpPr>
            <a:cxnSpLocks/>
          </p:cNvCxnSpPr>
          <p:nvPr/>
        </p:nvCxnSpPr>
        <p:spPr>
          <a:xfrm>
            <a:off x="9545412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42065392-9A49-ED2F-E0E4-C91EF1C40798}"/>
              </a:ext>
            </a:extLst>
          </p:cNvPr>
          <p:cNvCxnSpPr>
            <a:cxnSpLocks/>
          </p:cNvCxnSpPr>
          <p:nvPr/>
        </p:nvCxnSpPr>
        <p:spPr>
          <a:xfrm>
            <a:off x="10373896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84A4EDC6-031B-0EE3-AD53-1C49DF6AE1F6}"/>
              </a:ext>
            </a:extLst>
          </p:cNvPr>
          <p:cNvCxnSpPr>
            <a:cxnSpLocks/>
          </p:cNvCxnSpPr>
          <p:nvPr/>
        </p:nvCxnSpPr>
        <p:spPr>
          <a:xfrm>
            <a:off x="10373897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接连接符 150">
            <a:extLst>
              <a:ext uri="{FF2B5EF4-FFF2-40B4-BE49-F238E27FC236}">
                <a16:creationId xmlns:a16="http://schemas.microsoft.com/office/drawing/2014/main" id="{BA38FB96-7002-CC79-6E4D-62F9A991C332}"/>
              </a:ext>
            </a:extLst>
          </p:cNvPr>
          <p:cNvCxnSpPr>
            <a:cxnSpLocks/>
          </p:cNvCxnSpPr>
          <p:nvPr/>
        </p:nvCxnSpPr>
        <p:spPr>
          <a:xfrm>
            <a:off x="11202381" y="467982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C25E1874-E996-58A4-47FF-A6672C1E4BCF}"/>
              </a:ext>
            </a:extLst>
          </p:cNvPr>
          <p:cNvCxnSpPr>
            <a:cxnSpLocks/>
          </p:cNvCxnSpPr>
          <p:nvPr/>
        </p:nvCxnSpPr>
        <p:spPr>
          <a:xfrm>
            <a:off x="2099053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文本框 152">
            <a:extLst>
              <a:ext uri="{FF2B5EF4-FFF2-40B4-BE49-F238E27FC236}">
                <a16:creationId xmlns:a16="http://schemas.microsoft.com/office/drawing/2014/main" id="{79B1748D-684A-C926-EB3A-5EB059D4CB6F}"/>
              </a:ext>
            </a:extLst>
          </p:cNvPr>
          <p:cNvSpPr txBox="1"/>
          <p:nvPr/>
        </p:nvSpPr>
        <p:spPr>
          <a:xfrm>
            <a:off x="1416110" y="5660904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96333136-CA39-C46E-9287-65F1806CADC8}"/>
              </a:ext>
            </a:extLst>
          </p:cNvPr>
          <p:cNvCxnSpPr>
            <a:cxnSpLocks/>
          </p:cNvCxnSpPr>
          <p:nvPr/>
        </p:nvCxnSpPr>
        <p:spPr>
          <a:xfrm>
            <a:off x="11202381" y="526743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E255E6D1-B0A2-78C5-64C9-3924D1040F8E}"/>
              </a:ext>
            </a:extLst>
          </p:cNvPr>
          <p:cNvCxnSpPr>
            <a:cxnSpLocks/>
          </p:cNvCxnSpPr>
          <p:nvPr/>
        </p:nvCxnSpPr>
        <p:spPr>
          <a:xfrm>
            <a:off x="12030866" y="467982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CFBF66C6-DF3F-33BE-0759-40CDE63C53BD}"/>
              </a:ext>
            </a:extLst>
          </p:cNvPr>
          <p:cNvCxnSpPr>
            <a:cxnSpLocks/>
          </p:cNvCxnSpPr>
          <p:nvPr/>
        </p:nvCxnSpPr>
        <p:spPr>
          <a:xfrm>
            <a:off x="1203695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文本框 162">
            <a:extLst>
              <a:ext uri="{FF2B5EF4-FFF2-40B4-BE49-F238E27FC236}">
                <a16:creationId xmlns:a16="http://schemas.microsoft.com/office/drawing/2014/main" id="{B059390C-A6AD-25F6-CE36-FA83378D8B70}"/>
              </a:ext>
            </a:extLst>
          </p:cNvPr>
          <p:cNvSpPr txBox="1"/>
          <p:nvPr/>
        </p:nvSpPr>
        <p:spPr>
          <a:xfrm>
            <a:off x="3021977" y="5630669"/>
            <a:ext cx="15581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SRAM: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1A576A1E-1309-A310-E727-EEE558C961BB}"/>
              </a:ext>
            </a:extLst>
          </p:cNvPr>
          <p:cNvCxnSpPr>
            <a:cxnSpLocks/>
          </p:cNvCxnSpPr>
          <p:nvPr/>
        </p:nvCxnSpPr>
        <p:spPr>
          <a:xfrm>
            <a:off x="375164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连接符 164">
            <a:extLst>
              <a:ext uri="{FF2B5EF4-FFF2-40B4-BE49-F238E27FC236}">
                <a16:creationId xmlns:a16="http://schemas.microsoft.com/office/drawing/2014/main" id="{A3C91C51-0845-FCD7-3780-0C50F585C286}"/>
              </a:ext>
            </a:extLst>
          </p:cNvPr>
          <p:cNvCxnSpPr>
            <a:cxnSpLocks/>
          </p:cNvCxnSpPr>
          <p:nvPr/>
        </p:nvCxnSpPr>
        <p:spPr>
          <a:xfrm>
            <a:off x="4580126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文本框 165">
            <a:extLst>
              <a:ext uri="{FF2B5EF4-FFF2-40B4-BE49-F238E27FC236}">
                <a16:creationId xmlns:a16="http://schemas.microsoft.com/office/drawing/2014/main" id="{466A6592-E88C-2769-EE9E-5508AF591A60}"/>
              </a:ext>
            </a:extLst>
          </p:cNvPr>
          <p:cNvSpPr txBox="1"/>
          <p:nvPr/>
        </p:nvSpPr>
        <p:spPr>
          <a:xfrm>
            <a:off x="3829596" y="3705266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6CE91110-5BF0-6DA8-9FD6-BE79ABA28CB9}"/>
              </a:ext>
            </a:extLst>
          </p:cNvPr>
          <p:cNvCxnSpPr>
            <a:cxnSpLocks/>
          </p:cNvCxnSpPr>
          <p:nvPr/>
        </p:nvCxnSpPr>
        <p:spPr>
          <a:xfrm>
            <a:off x="6233093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3BC12C01-EAFB-BAD6-1EA8-538151A89FBE}"/>
              </a:ext>
            </a:extLst>
          </p:cNvPr>
          <p:cNvSpPr txBox="1"/>
          <p:nvPr/>
        </p:nvSpPr>
        <p:spPr>
          <a:xfrm>
            <a:off x="5598229" y="3434803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FB1F18FE-46B8-1930-86B0-F2BA2704408F}"/>
              </a:ext>
            </a:extLst>
          </p:cNvPr>
          <p:cNvCxnSpPr>
            <a:cxnSpLocks/>
          </p:cNvCxnSpPr>
          <p:nvPr/>
        </p:nvCxnSpPr>
        <p:spPr>
          <a:xfrm>
            <a:off x="7061578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4475B431-A528-A441-DD1F-723CEA7E21FC}"/>
              </a:ext>
            </a:extLst>
          </p:cNvPr>
          <p:cNvSpPr txBox="1"/>
          <p:nvPr/>
        </p:nvSpPr>
        <p:spPr>
          <a:xfrm>
            <a:off x="6018517" y="5712830"/>
            <a:ext cx="17829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2D76EEE5-960D-CA20-AEEA-29A3BD7E1EC8}"/>
              </a:ext>
            </a:extLst>
          </p:cNvPr>
          <p:cNvCxnSpPr>
            <a:cxnSpLocks/>
          </p:cNvCxnSpPr>
          <p:nvPr/>
        </p:nvCxnSpPr>
        <p:spPr>
          <a:xfrm>
            <a:off x="8723690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文本框 171">
            <a:extLst>
              <a:ext uri="{FF2B5EF4-FFF2-40B4-BE49-F238E27FC236}">
                <a16:creationId xmlns:a16="http://schemas.microsoft.com/office/drawing/2014/main" id="{2CBAA12D-AC22-538F-2727-21EE810DFA4B}"/>
              </a:ext>
            </a:extLst>
          </p:cNvPr>
          <p:cNvSpPr txBox="1"/>
          <p:nvPr/>
        </p:nvSpPr>
        <p:spPr>
          <a:xfrm>
            <a:off x="8042989" y="5707612"/>
            <a:ext cx="17829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恢复计算</a:t>
            </a:r>
          </a:p>
        </p:txBody>
      </p:sp>
    </p:spTree>
    <p:extLst>
      <p:ext uri="{BB962C8B-B14F-4D97-AF65-F5344CB8AC3E}">
        <p14:creationId xmlns:p14="http://schemas.microsoft.com/office/powerpoint/2010/main" val="1578860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5CFE3-D194-4545-7519-D5FD5D585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DD8A759D-203D-2AD5-DE1A-3312B24D7522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6934DB7-B1CC-B643-C171-EF89611F5485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7485429-45D5-4D4B-671E-DCADFF6D9D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19" y="2079559"/>
            <a:ext cx="12044363" cy="2298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922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F04F3-F545-08FF-3A8F-9C225264E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121E2862-FB66-B2A5-5E68-4EE080DF147A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8A42888-8D77-33B3-578A-3B607B084C77}"/>
              </a:ext>
            </a:extLst>
          </p:cNvPr>
          <p:cNvCxnSpPr>
            <a:cxnSpLocks/>
          </p:cNvCxnSpPr>
          <p:nvPr/>
        </p:nvCxnSpPr>
        <p:spPr>
          <a:xfrm>
            <a:off x="618257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53ED950-64A1-834F-4E00-C53F91C3E34A}"/>
              </a:ext>
            </a:extLst>
          </p:cNvPr>
          <p:cNvCxnSpPr>
            <a:cxnSpLocks/>
          </p:cNvCxnSpPr>
          <p:nvPr/>
        </p:nvCxnSpPr>
        <p:spPr>
          <a:xfrm>
            <a:off x="1446742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C015317-3A46-963B-B9F5-2EDD927BF6CE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52FA640-F6C2-BE25-2B1B-0843A9E4E604}"/>
              </a:ext>
            </a:extLst>
          </p:cNvPr>
          <p:cNvCxnSpPr>
            <a:cxnSpLocks/>
          </p:cNvCxnSpPr>
          <p:nvPr/>
        </p:nvCxnSpPr>
        <p:spPr>
          <a:xfrm>
            <a:off x="2275227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6D4029B-BB57-B11B-FCED-40C145BB302E}"/>
              </a:ext>
            </a:extLst>
          </p:cNvPr>
          <p:cNvCxnSpPr>
            <a:cxnSpLocks/>
          </p:cNvCxnSpPr>
          <p:nvPr/>
        </p:nvCxnSpPr>
        <p:spPr>
          <a:xfrm>
            <a:off x="2270846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D265617-AE0E-BF6E-FAEB-850D23F4601C}"/>
              </a:ext>
            </a:extLst>
          </p:cNvPr>
          <p:cNvCxnSpPr>
            <a:cxnSpLocks/>
          </p:cNvCxnSpPr>
          <p:nvPr/>
        </p:nvCxnSpPr>
        <p:spPr>
          <a:xfrm>
            <a:off x="3099330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1AA2187-BE1C-0DCD-F899-588C4546A9A5}"/>
              </a:ext>
            </a:extLst>
          </p:cNvPr>
          <p:cNvCxnSpPr>
            <a:cxnSpLocks/>
          </p:cNvCxnSpPr>
          <p:nvPr/>
        </p:nvCxnSpPr>
        <p:spPr>
          <a:xfrm>
            <a:off x="3099331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697AC50-CC6A-EF3C-43DE-5D88C777722B}"/>
              </a:ext>
            </a:extLst>
          </p:cNvPr>
          <p:cNvCxnSpPr>
            <a:cxnSpLocks/>
          </p:cNvCxnSpPr>
          <p:nvPr/>
        </p:nvCxnSpPr>
        <p:spPr>
          <a:xfrm>
            <a:off x="3927815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23396F-459C-DA0B-306B-1EC3D0CFD675}"/>
              </a:ext>
            </a:extLst>
          </p:cNvPr>
          <p:cNvCxnSpPr>
            <a:cxnSpLocks/>
          </p:cNvCxnSpPr>
          <p:nvPr/>
        </p:nvCxnSpPr>
        <p:spPr>
          <a:xfrm>
            <a:off x="3928195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6F6618D-0F79-1796-0DD7-6E90EEA6A7D7}"/>
              </a:ext>
            </a:extLst>
          </p:cNvPr>
          <p:cNvCxnSpPr>
            <a:cxnSpLocks/>
          </p:cNvCxnSpPr>
          <p:nvPr/>
        </p:nvCxnSpPr>
        <p:spPr>
          <a:xfrm>
            <a:off x="4756679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6FBCCC-11EB-9406-15CA-28382FC2AB10}"/>
              </a:ext>
            </a:extLst>
          </p:cNvPr>
          <p:cNvCxnSpPr>
            <a:cxnSpLocks/>
          </p:cNvCxnSpPr>
          <p:nvPr/>
        </p:nvCxnSpPr>
        <p:spPr>
          <a:xfrm>
            <a:off x="4756680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B465F33-044D-42F2-2D60-611A32CA05A9}"/>
              </a:ext>
            </a:extLst>
          </p:cNvPr>
          <p:cNvCxnSpPr>
            <a:cxnSpLocks/>
          </p:cNvCxnSpPr>
          <p:nvPr/>
        </p:nvCxnSpPr>
        <p:spPr>
          <a:xfrm>
            <a:off x="5585164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394644-1BE0-CD77-86E1-2D080F87299D}"/>
              </a:ext>
            </a:extLst>
          </p:cNvPr>
          <p:cNvCxnSpPr>
            <a:cxnSpLocks/>
          </p:cNvCxnSpPr>
          <p:nvPr/>
        </p:nvCxnSpPr>
        <p:spPr>
          <a:xfrm>
            <a:off x="5580783" y="266100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95FE191F-4887-C7E1-BEFD-3A52D1966CF6}"/>
              </a:ext>
            </a:extLst>
          </p:cNvPr>
          <p:cNvCxnSpPr>
            <a:cxnSpLocks/>
          </p:cNvCxnSpPr>
          <p:nvPr/>
        </p:nvCxnSpPr>
        <p:spPr>
          <a:xfrm>
            <a:off x="6409267" y="207339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BD877B7-51F7-01F3-0A16-66638557C4A3}"/>
              </a:ext>
            </a:extLst>
          </p:cNvPr>
          <p:cNvCxnSpPr>
            <a:cxnSpLocks/>
          </p:cNvCxnSpPr>
          <p:nvPr/>
        </p:nvCxnSpPr>
        <p:spPr>
          <a:xfrm>
            <a:off x="6409268" y="209006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C5EBC961-E08E-298F-BD93-D9F30F0A8F89}"/>
              </a:ext>
            </a:extLst>
          </p:cNvPr>
          <p:cNvCxnSpPr>
            <a:cxnSpLocks/>
          </p:cNvCxnSpPr>
          <p:nvPr/>
        </p:nvCxnSpPr>
        <p:spPr>
          <a:xfrm>
            <a:off x="7237752" y="207339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F286A1AB-DA48-3572-F334-BFA936257AC8}"/>
              </a:ext>
            </a:extLst>
          </p:cNvPr>
          <p:cNvCxnSpPr>
            <a:cxnSpLocks/>
          </p:cNvCxnSpPr>
          <p:nvPr/>
        </p:nvCxnSpPr>
        <p:spPr>
          <a:xfrm>
            <a:off x="7242895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3D15B3A-F7A0-D4A4-7689-6AC9AAD7D513}"/>
              </a:ext>
            </a:extLst>
          </p:cNvPr>
          <p:cNvCxnSpPr>
            <a:cxnSpLocks/>
          </p:cNvCxnSpPr>
          <p:nvPr/>
        </p:nvCxnSpPr>
        <p:spPr>
          <a:xfrm>
            <a:off x="8071379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DEC3218-D83F-F2C8-C319-9C9FB0E4609C}"/>
              </a:ext>
            </a:extLst>
          </p:cNvPr>
          <p:cNvCxnSpPr>
            <a:cxnSpLocks/>
          </p:cNvCxnSpPr>
          <p:nvPr/>
        </p:nvCxnSpPr>
        <p:spPr>
          <a:xfrm>
            <a:off x="8071380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8259124-2ACB-F89A-5F62-2C02EF5698F7}"/>
              </a:ext>
            </a:extLst>
          </p:cNvPr>
          <p:cNvCxnSpPr>
            <a:cxnSpLocks/>
          </p:cNvCxnSpPr>
          <p:nvPr/>
        </p:nvCxnSpPr>
        <p:spPr>
          <a:xfrm>
            <a:off x="8899864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E920F1B-A94D-22CA-E06E-4C3CFE23CE42}"/>
              </a:ext>
            </a:extLst>
          </p:cNvPr>
          <p:cNvCxnSpPr>
            <a:cxnSpLocks/>
          </p:cNvCxnSpPr>
          <p:nvPr/>
        </p:nvCxnSpPr>
        <p:spPr>
          <a:xfrm>
            <a:off x="8893101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9B1E3545-EDDA-7A4D-529E-160FBC7F9AED}"/>
              </a:ext>
            </a:extLst>
          </p:cNvPr>
          <p:cNvCxnSpPr>
            <a:cxnSpLocks/>
          </p:cNvCxnSpPr>
          <p:nvPr/>
        </p:nvCxnSpPr>
        <p:spPr>
          <a:xfrm>
            <a:off x="9721585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C38095C-7C60-3A79-6B80-32FB91DFC8AD}"/>
              </a:ext>
            </a:extLst>
          </p:cNvPr>
          <p:cNvCxnSpPr>
            <a:cxnSpLocks/>
          </p:cNvCxnSpPr>
          <p:nvPr/>
        </p:nvCxnSpPr>
        <p:spPr>
          <a:xfrm>
            <a:off x="9721586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75C972C-9B40-BC7C-458D-40A450C6E0ED}"/>
              </a:ext>
            </a:extLst>
          </p:cNvPr>
          <p:cNvCxnSpPr>
            <a:cxnSpLocks/>
          </p:cNvCxnSpPr>
          <p:nvPr/>
        </p:nvCxnSpPr>
        <p:spPr>
          <a:xfrm>
            <a:off x="10550070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EAE28D1-383F-82F0-0298-2398CCE51460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E90F809-596D-929C-A2FE-72822F206180}"/>
              </a:ext>
            </a:extLst>
          </p:cNvPr>
          <p:cNvSpPr txBox="1"/>
          <p:nvPr/>
        </p:nvSpPr>
        <p:spPr>
          <a:xfrm>
            <a:off x="517426" y="3015793"/>
            <a:ext cx="238392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此时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不再拉高，因为已经到了最后一行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DRAIN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A38FB66-46F8-9B5B-87E0-7816CD1861BA}"/>
              </a:ext>
            </a:extLst>
          </p:cNvPr>
          <p:cNvSpPr/>
          <p:nvPr/>
        </p:nvSpPr>
        <p:spPr>
          <a:xfrm>
            <a:off x="1514475" y="1932965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1B176A61-4FC8-B832-C4A7-383B9D030ED0}"/>
              </a:ext>
            </a:extLst>
          </p:cNvPr>
          <p:cNvSpPr txBox="1"/>
          <p:nvPr/>
        </p:nvSpPr>
        <p:spPr>
          <a:xfrm>
            <a:off x="3275677" y="156923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1EE0FE4-BEA9-6441-B1AC-EBD40CC62B44}"/>
              </a:ext>
            </a:extLst>
          </p:cNvPr>
          <p:cNvSpPr/>
          <p:nvPr/>
        </p:nvSpPr>
        <p:spPr>
          <a:xfrm>
            <a:off x="3178532" y="1931494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D289837-E8B9-FA21-B4E4-18ED02737386}"/>
              </a:ext>
            </a:extLst>
          </p:cNvPr>
          <p:cNvSpPr/>
          <p:nvPr/>
        </p:nvSpPr>
        <p:spPr>
          <a:xfrm>
            <a:off x="4814272" y="1931494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B78B5D7-6D3A-7E24-2957-B40E1BE25FB9}"/>
              </a:ext>
            </a:extLst>
          </p:cNvPr>
          <p:cNvSpPr/>
          <p:nvPr/>
        </p:nvSpPr>
        <p:spPr>
          <a:xfrm>
            <a:off x="6496933" y="1931494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45839CE-C414-75BB-B81A-3BC461F22230}"/>
              </a:ext>
            </a:extLst>
          </p:cNvPr>
          <p:cNvSpPr/>
          <p:nvPr/>
        </p:nvSpPr>
        <p:spPr>
          <a:xfrm>
            <a:off x="8164940" y="1931494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F6FF25A-41FF-79D6-0AEE-C5A0627C0582}"/>
              </a:ext>
            </a:extLst>
          </p:cNvPr>
          <p:cNvCxnSpPr>
            <a:cxnSpLocks/>
          </p:cNvCxnSpPr>
          <p:nvPr/>
        </p:nvCxnSpPr>
        <p:spPr>
          <a:xfrm>
            <a:off x="10550071" y="26551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085A4C45-F5FA-52D7-FFC2-00AA96EBD702}"/>
              </a:ext>
            </a:extLst>
          </p:cNvPr>
          <p:cNvCxnSpPr>
            <a:cxnSpLocks/>
          </p:cNvCxnSpPr>
          <p:nvPr/>
        </p:nvCxnSpPr>
        <p:spPr>
          <a:xfrm>
            <a:off x="11378555" y="20675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矩形 38">
            <a:extLst>
              <a:ext uri="{FF2B5EF4-FFF2-40B4-BE49-F238E27FC236}">
                <a16:creationId xmlns:a16="http://schemas.microsoft.com/office/drawing/2014/main" id="{32E6D9F6-5902-1FA0-ED24-DD13DDBBA165}"/>
              </a:ext>
            </a:extLst>
          </p:cNvPr>
          <p:cNvSpPr/>
          <p:nvPr/>
        </p:nvSpPr>
        <p:spPr>
          <a:xfrm>
            <a:off x="9777665" y="1931494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0981AB0-2442-112F-9C59-DFCF53AE2A98}"/>
              </a:ext>
            </a:extLst>
          </p:cNvPr>
          <p:cNvSpPr txBox="1"/>
          <p:nvPr/>
        </p:nvSpPr>
        <p:spPr>
          <a:xfrm>
            <a:off x="1616001" y="156801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51A6037-8090-9B6F-5E43-B6DE4ACEB2B3}"/>
              </a:ext>
            </a:extLst>
          </p:cNvPr>
          <p:cNvSpPr txBox="1"/>
          <p:nvPr/>
        </p:nvSpPr>
        <p:spPr>
          <a:xfrm>
            <a:off x="4847739" y="1576352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B4F0A03-7D92-B283-4A55-E2A5B2D00581}"/>
              </a:ext>
            </a:extLst>
          </p:cNvPr>
          <p:cNvSpPr txBox="1"/>
          <p:nvPr/>
        </p:nvSpPr>
        <p:spPr>
          <a:xfrm>
            <a:off x="6507416" y="1558456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44549418-9AA1-3C33-E25C-701AC257426C}"/>
              </a:ext>
            </a:extLst>
          </p:cNvPr>
          <p:cNvSpPr txBox="1"/>
          <p:nvPr/>
        </p:nvSpPr>
        <p:spPr>
          <a:xfrm>
            <a:off x="8088583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EB7C21C-B618-EF63-37ED-4420C383C00A}"/>
              </a:ext>
            </a:extLst>
          </p:cNvPr>
          <p:cNvSpPr txBox="1"/>
          <p:nvPr/>
        </p:nvSpPr>
        <p:spPr>
          <a:xfrm>
            <a:off x="9721585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93B3FA1-2749-E268-29C2-7F578FC0D766}"/>
              </a:ext>
            </a:extLst>
          </p:cNvPr>
          <p:cNvCxnSpPr>
            <a:cxnSpLocks/>
          </p:cNvCxnSpPr>
          <p:nvPr/>
        </p:nvCxnSpPr>
        <p:spPr>
          <a:xfrm>
            <a:off x="1138464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DDAC5BBC-502C-00E1-4C83-2A97794E8BC7}"/>
              </a:ext>
            </a:extLst>
          </p:cNvPr>
          <p:cNvSpPr txBox="1"/>
          <p:nvPr/>
        </p:nvSpPr>
        <p:spPr>
          <a:xfrm>
            <a:off x="10531329" y="3082788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输出最后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7A78FA0A-4740-EB44-5DCB-95C43DF5B7C7}"/>
              </a:ext>
            </a:extLst>
          </p:cNvPr>
          <p:cNvCxnSpPr>
            <a:cxnSpLocks/>
          </p:cNvCxnSpPr>
          <p:nvPr/>
        </p:nvCxnSpPr>
        <p:spPr>
          <a:xfrm>
            <a:off x="309933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CC0766F6-F148-A214-BB23-42CCA1D5ED0D}"/>
              </a:ext>
            </a:extLst>
          </p:cNvPr>
          <p:cNvSpPr txBox="1"/>
          <p:nvPr/>
        </p:nvSpPr>
        <p:spPr>
          <a:xfrm>
            <a:off x="2816300" y="3082789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进入漏水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(DRAIN)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状态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开始漏水计数</a:t>
            </a: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D9D484E8-9447-45C9-ABA8-64C7EFDD9954}"/>
              </a:ext>
            </a:extLst>
          </p:cNvPr>
          <p:cNvCxnSpPr>
            <a:cxnSpLocks/>
          </p:cNvCxnSpPr>
          <p:nvPr/>
        </p:nvCxnSpPr>
        <p:spPr>
          <a:xfrm>
            <a:off x="4756679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F5519522-5177-25D8-BA50-FE9A4FB731ED}"/>
              </a:ext>
            </a:extLst>
          </p:cNvPr>
          <p:cNvSpPr txBox="1"/>
          <p:nvPr/>
        </p:nvSpPr>
        <p:spPr>
          <a:xfrm>
            <a:off x="4401282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7A6ED51B-137A-B96C-9ED4-4BEB7E52870F}"/>
              </a:ext>
            </a:extLst>
          </p:cNvPr>
          <p:cNvCxnSpPr>
            <a:cxnSpLocks/>
          </p:cNvCxnSpPr>
          <p:nvPr/>
        </p:nvCxnSpPr>
        <p:spPr>
          <a:xfrm>
            <a:off x="639416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A5AA5CED-72BF-AF6D-7A17-70D8EB3B1C40}"/>
              </a:ext>
            </a:extLst>
          </p:cNvPr>
          <p:cNvSpPr txBox="1"/>
          <p:nvPr/>
        </p:nvSpPr>
        <p:spPr>
          <a:xfrm>
            <a:off x="6038768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2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B6D9259-6460-7CF3-8DE1-3C3AC1CFFEC8}"/>
              </a:ext>
            </a:extLst>
          </p:cNvPr>
          <p:cNvCxnSpPr>
            <a:cxnSpLocks/>
          </p:cNvCxnSpPr>
          <p:nvPr/>
        </p:nvCxnSpPr>
        <p:spPr>
          <a:xfrm>
            <a:off x="805317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5AC9A7D5-86C2-3FD2-8B1F-3C63DA2F1697}"/>
              </a:ext>
            </a:extLst>
          </p:cNvPr>
          <p:cNvSpPr txBox="1"/>
          <p:nvPr/>
        </p:nvSpPr>
        <p:spPr>
          <a:xfrm>
            <a:off x="7697779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ABE4FA13-5DE6-B679-189F-3D3EE5F243D7}"/>
              </a:ext>
            </a:extLst>
          </p:cNvPr>
          <p:cNvCxnSpPr>
            <a:cxnSpLocks/>
          </p:cNvCxnSpPr>
          <p:nvPr/>
        </p:nvCxnSpPr>
        <p:spPr>
          <a:xfrm>
            <a:off x="9711347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4616EFFE-6B42-37F2-3925-A03FB3EFB4ED}"/>
              </a:ext>
            </a:extLst>
          </p:cNvPr>
          <p:cNvSpPr txBox="1"/>
          <p:nvPr/>
        </p:nvSpPr>
        <p:spPr>
          <a:xfrm>
            <a:off x="9355951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4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82E0F5B9-DF21-8934-4EF6-26B549FAE90F}"/>
              </a:ext>
            </a:extLst>
          </p:cNvPr>
          <p:cNvCxnSpPr>
            <a:cxnSpLocks/>
          </p:cNvCxnSpPr>
          <p:nvPr/>
        </p:nvCxnSpPr>
        <p:spPr>
          <a:xfrm>
            <a:off x="9721585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E74FF396-35E7-43FF-FA97-FB47A39B9716}"/>
              </a:ext>
            </a:extLst>
          </p:cNvPr>
          <p:cNvSpPr txBox="1"/>
          <p:nvPr/>
        </p:nvSpPr>
        <p:spPr>
          <a:xfrm>
            <a:off x="7999732" y="3117417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漏水计数器计数完毕，设置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9F527B34-CBCA-6EE1-9378-4E2384EDBFFA}"/>
              </a:ext>
            </a:extLst>
          </p:cNvPr>
          <p:cNvSpPr/>
          <p:nvPr/>
        </p:nvSpPr>
        <p:spPr>
          <a:xfrm>
            <a:off x="3874006" y="5236869"/>
            <a:ext cx="4730126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结论：漏水计数器计数峰值</a:t>
            </a:r>
            <a:r>
              <a:rPr lang="en-US" altLang="zh-CN" dirty="0">
                <a:solidFill>
                  <a:schemeClr val="tx1"/>
                </a:solidFill>
              </a:rPr>
              <a:t>=</a:t>
            </a:r>
            <a:r>
              <a:rPr lang="zh-CN" altLang="en-US" dirty="0">
                <a:solidFill>
                  <a:schemeClr val="tx1"/>
                </a:solidFill>
              </a:rPr>
              <a:t>流水线深度</a:t>
            </a:r>
            <a:r>
              <a:rPr lang="en-US" altLang="zh-CN" dirty="0">
                <a:solidFill>
                  <a:schemeClr val="tx1"/>
                </a:solidFill>
              </a:rPr>
              <a:t>-1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5B16404C-84E9-2EC5-D381-EBDDE63AA5FB}"/>
              </a:ext>
            </a:extLst>
          </p:cNvPr>
          <p:cNvSpPr txBox="1"/>
          <p:nvPr/>
        </p:nvSpPr>
        <p:spPr>
          <a:xfrm>
            <a:off x="596769" y="1063592"/>
            <a:ext cx="709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漏水：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B01FF3C5-3E98-E5C5-5E2B-97E888C6B899}"/>
              </a:ext>
            </a:extLst>
          </p:cNvPr>
          <p:cNvSpPr txBox="1"/>
          <p:nvPr/>
        </p:nvSpPr>
        <p:spPr>
          <a:xfrm>
            <a:off x="10531329" y="3375175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D2954D8-1A6F-4639-7AB7-2A0C68A3185A}"/>
              </a:ext>
            </a:extLst>
          </p:cNvPr>
          <p:cNvSpPr txBox="1"/>
          <p:nvPr/>
        </p:nvSpPr>
        <p:spPr>
          <a:xfrm>
            <a:off x="10550070" y="462200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IDLE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20261604-8C51-3A0B-B473-CAD4366DB546}"/>
              </a:ext>
            </a:extLst>
          </p:cNvPr>
          <p:cNvCxnSpPr/>
          <p:nvPr/>
        </p:nvCxnSpPr>
        <p:spPr>
          <a:xfrm>
            <a:off x="11101388" y="3713729"/>
            <a:ext cx="0" cy="908277"/>
          </a:xfrm>
          <a:prstGeom prst="straightConnector1">
            <a:avLst/>
          </a:prstGeom>
          <a:ln w="2222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96CC6D3B-8D0A-104F-AB5D-29A63475783A}"/>
              </a:ext>
            </a:extLst>
          </p:cNvPr>
          <p:cNvSpPr txBox="1"/>
          <p:nvPr/>
        </p:nvSpPr>
        <p:spPr>
          <a:xfrm>
            <a:off x="9740768" y="3969901"/>
            <a:ext cx="14508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00B0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下一个周期</a:t>
            </a:r>
          </a:p>
        </p:txBody>
      </p:sp>
    </p:spTree>
    <p:extLst>
      <p:ext uri="{BB962C8B-B14F-4D97-AF65-F5344CB8AC3E}">
        <p14:creationId xmlns:p14="http://schemas.microsoft.com/office/powerpoint/2010/main" val="3630301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CB0D53-CA5C-1B91-D57B-AD15FBF3AC0C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架构分析：数据流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015093A-CA17-7525-F7C9-F8F2A9AC50CC}"/>
              </a:ext>
            </a:extLst>
          </p:cNvPr>
          <p:cNvSpPr txBox="1"/>
          <p:nvPr/>
        </p:nvSpPr>
        <p:spPr>
          <a:xfrm>
            <a:off x="773249" y="1337847"/>
            <a:ext cx="5130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(1) Conv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86E36B-A2C7-56D9-ED8D-4F1597ACEE4A}"/>
              </a:ext>
            </a:extLst>
          </p:cNvPr>
          <p:cNvSpPr txBox="1"/>
          <p:nvPr/>
        </p:nvSpPr>
        <p:spPr>
          <a:xfrm>
            <a:off x="773248" y="1851951"/>
            <a:ext cx="5322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(2)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58142F4-F5DE-59CB-F36F-55624C53FCB0}"/>
              </a:ext>
            </a:extLst>
          </p:cNvPr>
          <p:cNvSpPr txBox="1"/>
          <p:nvPr/>
        </p:nvSpPr>
        <p:spPr>
          <a:xfrm>
            <a:off x="773248" y="2366055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(3)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B53480-76B1-C5AD-AE94-87AFB956049E}"/>
              </a:ext>
            </a:extLst>
          </p:cNvPr>
          <p:cNvSpPr txBox="1"/>
          <p:nvPr/>
        </p:nvSpPr>
        <p:spPr>
          <a:xfrm>
            <a:off x="773249" y="3394263"/>
            <a:ext cx="10850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(5)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代表当前在处理哪一个通道、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代表当前在处理的属于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输出的九个元素中的哪一个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FA77CCC-3596-9D36-84E4-797D265CEFB2}"/>
              </a:ext>
            </a:extLst>
          </p:cNvPr>
          <p:cNvSpPr txBox="1"/>
          <p:nvPr/>
        </p:nvSpPr>
        <p:spPr>
          <a:xfrm>
            <a:off x="773249" y="3937948"/>
            <a:ext cx="10850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(6)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内部例化：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a.  8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用于读权重，每个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 bits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，一个次刚好读出一个卷积核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b. 1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用于读偏置，带宽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32 bits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4C6EE7B-8996-5468-164C-C1C73A77E955}"/>
              </a:ext>
            </a:extLst>
          </p:cNvPr>
          <p:cNvSpPr txBox="1"/>
          <p:nvPr/>
        </p:nvSpPr>
        <p:spPr>
          <a:xfrm>
            <a:off x="773248" y="2880159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(4)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1×1×1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，九个元素中的一个</a:t>
            </a:r>
          </a:p>
        </p:txBody>
      </p:sp>
    </p:spTree>
    <p:extLst>
      <p:ext uri="{BB962C8B-B14F-4D97-AF65-F5344CB8AC3E}">
        <p14:creationId xmlns:p14="http://schemas.microsoft.com/office/powerpoint/2010/main" val="343596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3A83A-8900-214C-86AF-A32308959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DA6A5EBF-22DC-B3BE-0173-E475D83241E9}"/>
              </a:ext>
            </a:extLst>
          </p:cNvPr>
          <p:cNvSpPr/>
          <p:nvPr/>
        </p:nvSpPr>
        <p:spPr>
          <a:xfrm>
            <a:off x="7969209" y="2646558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2C18E31-5FFD-7F82-777F-23E20D8AF9D4}"/>
              </a:ext>
            </a:extLst>
          </p:cNvPr>
          <p:cNvSpPr txBox="1"/>
          <p:nvPr/>
        </p:nvSpPr>
        <p:spPr>
          <a:xfrm>
            <a:off x="540046" y="362078"/>
            <a:ext cx="59169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3395E005-4B9F-4C96-3729-4E29324BDC31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19A93E9-628D-7388-9B4A-C0F1F6BB1DDF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4EFA1BA-72F8-D16C-7833-A46E750D1C1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02B6455F-7C21-2778-E8B2-C70CE1C3A17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16CEFB8-36C6-1863-1EAE-D6C0351E36C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EEEA9382-C64E-56FD-429D-0A2BA571715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89DD0B-26A3-0EA8-43C5-50B950FC843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FE3D10E-4DC3-8954-ED75-15D74DCB914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DDCC71F-34E9-7FAF-3277-B2CF698D0C2B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E61AFE4-35C3-E25E-FD6B-F10467E3D6B6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0BDDA81-8AC2-9009-B72A-CD14EF8C8AB2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D33BAC5-60A1-9296-9BDE-5322C6C91EA8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86B68D6-8FE3-40BD-0394-EE5F3FD25355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7A18F4D-A1ED-BF8D-7729-8646BF61482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4139165-5E04-C38B-CF33-7C848D36859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209978A-492B-E067-EDC2-3E47FC14F6E8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5B0A99E-B6A2-3668-1F07-D1CB7CA2502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9DE30D5-1C5C-5B43-E594-F24B7048156A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EE30D94-3051-832F-0107-77822EDF8C79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9701A3E-572C-44B0-F527-D389376F79A6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E72DECF-B5F0-E25E-10D6-1ED8F055392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ED419F1-6051-B8D6-4EF9-D938B8497C92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F7A8021-0776-94DF-D62C-92BC3C7B3AC4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7F06211-8B9F-D838-BC15-C81CDA199EA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457B3718-2B23-E10E-1DC4-ACF8F7BADF6D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799ACFA-E39B-3F92-DA15-34929CCDE7E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53C82679-1439-3C79-CB58-59E5F49DB785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C742B30B-767D-974F-2641-002C24032A5F}"/>
              </a:ext>
            </a:extLst>
          </p:cNvPr>
          <p:cNvCxnSpPr>
            <a:cxnSpLocks/>
          </p:cNvCxnSpPr>
          <p:nvPr/>
        </p:nvCxnSpPr>
        <p:spPr>
          <a:xfrm>
            <a:off x="587572" y="2513062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54783D3E-1154-F984-B3A3-C2D5C4F197E8}"/>
              </a:ext>
            </a:extLst>
          </p:cNvPr>
          <p:cNvSpPr txBox="1"/>
          <p:nvPr/>
        </p:nvSpPr>
        <p:spPr>
          <a:xfrm>
            <a:off x="325026" y="2049981"/>
            <a:ext cx="6094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rst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5D0C3552-D59A-F15A-A8EB-CDF48DDE16EF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36B92595-6909-E111-79CE-7B3E4F16C1FD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D2BAE70B-820F-B532-AD0D-11656A1BC993}"/>
              </a:ext>
            </a:extLst>
          </p:cNvPr>
          <p:cNvSpPr txBox="1"/>
          <p:nvPr/>
        </p:nvSpPr>
        <p:spPr>
          <a:xfrm>
            <a:off x="729750" y="3909176"/>
            <a:ext cx="176797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select_weight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组合逻辑时间内组织出数据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957B30A-6EAF-FC3E-1374-83E6CC15FE3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3C2A2F7-0F97-5858-5F25-DE1F02BBCD7C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D3E4845-DCAF-302E-C4DD-D8F3118F21C5}"/>
              </a:ext>
            </a:extLst>
          </p:cNvPr>
          <p:cNvSpPr txBox="1"/>
          <p:nvPr/>
        </p:nvSpPr>
        <p:spPr>
          <a:xfrm>
            <a:off x="4764317" y="1536979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3588D1D-5A30-F50C-C188-4428AB026C55}"/>
              </a:ext>
            </a:extLst>
          </p:cNvPr>
          <p:cNvSpPr txBox="1"/>
          <p:nvPr/>
        </p:nvSpPr>
        <p:spPr>
          <a:xfrm>
            <a:off x="6487717" y="1538450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46CFFAD8-9C29-89A9-5FE4-0103BE5A7CB9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0374B845-990F-596E-E38F-C97F1519F073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B1094654-C2E4-1B37-8A04-25038732C1E1}"/>
              </a:ext>
            </a:extLst>
          </p:cNvPr>
          <p:cNvSpPr txBox="1"/>
          <p:nvPr/>
        </p:nvSpPr>
        <p:spPr>
          <a:xfrm>
            <a:off x="810277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A824C455-4C98-AB90-75D1-2F08ABAB5451}"/>
              </a:ext>
            </a:extLst>
          </p:cNvPr>
          <p:cNvSpPr txBox="1"/>
          <p:nvPr/>
        </p:nvSpPr>
        <p:spPr>
          <a:xfrm>
            <a:off x="977282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8E8DDA44-2746-74D4-770F-E78DB4F98C15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F69E8B1-7E3A-8BB8-5959-FB0B864461D3}"/>
              </a:ext>
            </a:extLst>
          </p:cNvPr>
          <p:cNvSpPr/>
          <p:nvPr/>
        </p:nvSpPr>
        <p:spPr>
          <a:xfrm rot="16200000">
            <a:off x="9485181" y="2191202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AA71FB9-184B-8C84-017B-EFE1BFB5F447}"/>
              </a:ext>
            </a:extLst>
          </p:cNvPr>
          <p:cNvSpPr txBox="1"/>
          <p:nvPr/>
        </p:nvSpPr>
        <p:spPr>
          <a:xfrm>
            <a:off x="8138918" y="4128378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56641D-3FE7-B5E6-965D-6B97AD7356EA}"/>
              </a:ext>
            </a:extLst>
          </p:cNvPr>
          <p:cNvSpPr txBox="1"/>
          <p:nvPr/>
        </p:nvSpPr>
        <p:spPr>
          <a:xfrm>
            <a:off x="3007601" y="1534038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4C446AB-60E9-AC3E-5B7F-6428FE0E272A}"/>
              </a:ext>
            </a:extLst>
          </p:cNvPr>
          <p:cNvSpPr/>
          <p:nvPr/>
        </p:nvSpPr>
        <p:spPr>
          <a:xfrm>
            <a:off x="9760580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09900D5-DBB4-1EC6-67B8-3011F6A29A24}"/>
              </a:ext>
            </a:extLst>
          </p:cNvPr>
          <p:cNvSpPr txBox="1"/>
          <p:nvPr/>
        </p:nvSpPr>
        <p:spPr>
          <a:xfrm>
            <a:off x="1337551" y="1543842"/>
            <a:ext cx="17567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EC22C74-2B01-E3EC-3116-D45D6F3F656E}"/>
              </a:ext>
            </a:extLst>
          </p:cNvPr>
          <p:cNvSpPr txBox="1"/>
          <p:nvPr/>
        </p:nvSpPr>
        <p:spPr>
          <a:xfrm>
            <a:off x="1024256" y="5664925"/>
            <a:ext cx="574444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下属所有子模块全部并行！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也就是说每个周期都在同时参与运算，但是我们只要保障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同步读取就行，事实上也确实如此。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模块内部通过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信号以及他们的附属信号确保同步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900540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9780-B53D-465D-CEF7-88429CEDC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3851ACAE-36A3-AD1C-36FA-3FF3AA4C7DC0}"/>
              </a:ext>
            </a:extLst>
          </p:cNvPr>
          <p:cNvSpPr/>
          <p:nvPr/>
        </p:nvSpPr>
        <p:spPr>
          <a:xfrm>
            <a:off x="5203422" y="3194296"/>
            <a:ext cx="592212" cy="2744859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97DACD53-5D10-5007-324F-9F883D9203B9}"/>
              </a:ext>
            </a:extLst>
          </p:cNvPr>
          <p:cNvSpPr/>
          <p:nvPr/>
        </p:nvSpPr>
        <p:spPr>
          <a:xfrm>
            <a:off x="5203422" y="881388"/>
            <a:ext cx="592212" cy="2378866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C5DAFA-F20E-7340-F48A-D42DAF3EBF3E}"/>
              </a:ext>
            </a:extLst>
          </p:cNvPr>
          <p:cNvSpPr txBox="1"/>
          <p:nvPr/>
        </p:nvSpPr>
        <p:spPr>
          <a:xfrm>
            <a:off x="540046" y="362078"/>
            <a:ext cx="53227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22B0877A-93EF-EBA3-B208-A0B393E684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1652926"/>
              </p:ext>
            </p:extLst>
          </p:nvPr>
        </p:nvGraphicFramePr>
        <p:xfrm>
          <a:off x="609054" y="1018351"/>
          <a:ext cx="3600000" cy="51226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641004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26081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341795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716491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2440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6600215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832092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5653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1287540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4921277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893462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726910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965549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74282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37092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653509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79941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5488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00999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823155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19734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12252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0739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2448124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68737229-B1D8-8C67-6E4E-37913838E48E}"/>
              </a:ext>
            </a:extLst>
          </p:cNvPr>
          <p:cNvSpPr txBox="1"/>
          <p:nvPr/>
        </p:nvSpPr>
        <p:spPr>
          <a:xfrm>
            <a:off x="567684" y="6234369"/>
            <a:ext cx="36827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65472CD-8F34-876C-E7BE-DBBE91D2B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543366"/>
              </p:ext>
            </p:extLst>
          </p:nvPr>
        </p:nvGraphicFramePr>
        <p:xfrm>
          <a:off x="5317636" y="1001650"/>
          <a:ext cx="36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30361183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77623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406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272247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8721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87713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1144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694492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3422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859957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25013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2350769"/>
                  </a:ext>
                </a:extLst>
              </a:tr>
            </a:tbl>
          </a:graphicData>
        </a:graphic>
      </p:graphicFrame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85A4C021-84CE-95AE-C2D8-3A9F76D500A2}"/>
              </a:ext>
            </a:extLst>
          </p:cNvPr>
          <p:cNvCxnSpPr>
            <a:cxnSpLocks/>
          </p:cNvCxnSpPr>
          <p:nvPr/>
        </p:nvCxnSpPr>
        <p:spPr>
          <a:xfrm>
            <a:off x="5795633" y="1165698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4F6A0B-A05E-754F-1426-4F1539D45143}"/>
              </a:ext>
            </a:extLst>
          </p:cNvPr>
          <p:cNvSpPr txBox="1"/>
          <p:nvPr/>
        </p:nvSpPr>
        <p:spPr>
          <a:xfrm>
            <a:off x="6270221" y="1001649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F28D5A78-2952-A926-90DE-E170378885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3326"/>
              </p:ext>
            </p:extLst>
          </p:nvPr>
        </p:nvGraphicFramePr>
        <p:xfrm>
          <a:off x="5317636" y="5453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9F0D3E6-9A70-E993-8507-405367A17171}"/>
              </a:ext>
            </a:extLst>
          </p:cNvPr>
          <p:cNvCxnSpPr>
            <a:cxnSpLocks/>
          </p:cNvCxnSpPr>
          <p:nvPr/>
        </p:nvCxnSpPr>
        <p:spPr>
          <a:xfrm>
            <a:off x="5795633" y="5644394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53C4B550-0039-AA0D-35F2-2130EBB2DFBD}"/>
              </a:ext>
            </a:extLst>
          </p:cNvPr>
          <p:cNvSpPr txBox="1"/>
          <p:nvPr/>
        </p:nvSpPr>
        <p:spPr>
          <a:xfrm>
            <a:off x="6270221" y="5480345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FBDD8A4B-B2A8-3DA2-C692-4F42B20D03AC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5795633" y="2070820"/>
            <a:ext cx="379338" cy="0"/>
          </a:xfrm>
          <a:prstGeom prst="straightConnector1">
            <a:avLst/>
          </a:prstGeom>
          <a:ln w="25400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CD0D5191-9F93-8959-F822-2D8F56ED3981}"/>
              </a:ext>
            </a:extLst>
          </p:cNvPr>
          <p:cNvSpPr txBox="1"/>
          <p:nvPr/>
        </p:nvSpPr>
        <p:spPr>
          <a:xfrm>
            <a:off x="6270221" y="1901543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0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2A857D1C-D70C-2BDA-FA5E-964F5CF71BDC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5795633" y="4566726"/>
            <a:ext cx="353938" cy="0"/>
          </a:xfrm>
          <a:prstGeom prst="straightConnector1">
            <a:avLst/>
          </a:prstGeom>
          <a:ln w="25400"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BCDC7EC8-23B9-1FE7-329C-9BADDE6A2101}"/>
              </a:ext>
            </a:extLst>
          </p:cNvPr>
          <p:cNvSpPr txBox="1"/>
          <p:nvPr/>
        </p:nvSpPr>
        <p:spPr>
          <a:xfrm>
            <a:off x="6267568" y="4397448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D6A9CE3-079C-30D8-0F40-E8666EA8A934}"/>
              </a:ext>
            </a:extLst>
          </p:cNvPr>
          <p:cNvSpPr txBox="1"/>
          <p:nvPr/>
        </p:nvSpPr>
        <p:spPr>
          <a:xfrm>
            <a:off x="7095721" y="29844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75913A3-7100-5EC2-FCE9-DAA16625AC4A}"/>
              </a:ext>
            </a:extLst>
          </p:cNvPr>
          <p:cNvSpPr txBox="1"/>
          <p:nvPr/>
        </p:nvSpPr>
        <p:spPr>
          <a:xfrm>
            <a:off x="6978246" y="2845940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B738EDB6-E89D-FB8B-E30E-A6144FB3C1F8}"/>
              </a:ext>
            </a:extLst>
          </p:cNvPr>
          <p:cNvSpPr txBox="1"/>
          <p:nvPr/>
        </p:nvSpPr>
        <p:spPr>
          <a:xfrm>
            <a:off x="4606855" y="6234370"/>
            <a:ext cx="30854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E7043BB2-190E-83E3-28C3-A038E530E4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137205"/>
              </p:ext>
            </p:extLst>
          </p:nvPr>
        </p:nvGraphicFramePr>
        <p:xfrm>
          <a:off x="8747281" y="291321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62791F76-A555-4047-E08F-EA955C48AE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741040"/>
              </p:ext>
            </p:extLst>
          </p:nvPr>
        </p:nvGraphicFramePr>
        <p:xfrm>
          <a:off x="9672347" y="291321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69" name="文本框 68">
            <a:extLst>
              <a:ext uri="{FF2B5EF4-FFF2-40B4-BE49-F238E27FC236}">
                <a16:creationId xmlns:a16="http://schemas.microsoft.com/office/drawing/2014/main" id="{0D2D22E0-0858-5CD0-8F8D-B280D39A4AF4}"/>
              </a:ext>
            </a:extLst>
          </p:cNvPr>
          <p:cNvSpPr txBox="1"/>
          <p:nvPr/>
        </p:nvSpPr>
        <p:spPr>
          <a:xfrm>
            <a:off x="8927282" y="2337617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528E52D2-4386-3539-5CC4-2C58DC8EF45C}"/>
              </a:ext>
            </a:extLst>
          </p:cNvPr>
          <p:cNvSpPr/>
          <p:nvPr/>
        </p:nvSpPr>
        <p:spPr>
          <a:xfrm>
            <a:off x="8493290" y="2855386"/>
            <a:ext cx="1743074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C5423ADC-70B0-F10D-6E23-D114167856ED}"/>
              </a:ext>
            </a:extLst>
          </p:cNvPr>
          <p:cNvSpPr txBox="1"/>
          <p:nvPr/>
        </p:nvSpPr>
        <p:spPr>
          <a:xfrm>
            <a:off x="8438545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DFFAAA4-407F-A5EA-0CE8-B57D137091B1}"/>
              </a:ext>
            </a:extLst>
          </p:cNvPr>
          <p:cNvSpPr txBox="1"/>
          <p:nvPr/>
        </p:nvSpPr>
        <p:spPr>
          <a:xfrm>
            <a:off x="9449279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C2DFD776-94CC-9F74-4D5F-3AF19CD3A63F}"/>
              </a:ext>
            </a:extLst>
          </p:cNvPr>
          <p:cNvSpPr txBox="1"/>
          <p:nvPr/>
        </p:nvSpPr>
        <p:spPr>
          <a:xfrm>
            <a:off x="8164222" y="6273226"/>
            <a:ext cx="3016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7E46E86B-C9B3-D56B-2BDD-29FF4CA21D40}"/>
              </a:ext>
            </a:extLst>
          </p:cNvPr>
          <p:cNvCxnSpPr/>
          <p:nvPr/>
        </p:nvCxnSpPr>
        <p:spPr>
          <a:xfrm>
            <a:off x="4505255" y="1001649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CED9F0E-BC91-EBDE-8DF2-BD2891E127E4}"/>
              </a:ext>
            </a:extLst>
          </p:cNvPr>
          <p:cNvCxnSpPr/>
          <p:nvPr/>
        </p:nvCxnSpPr>
        <p:spPr>
          <a:xfrm>
            <a:off x="8048220" y="1043495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0597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B2BD4-66ED-9338-6DE6-5C0CA0FA9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092A4AB9-2D4D-2E7F-DACE-893C1E28FACF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DF173FD-D5CA-8D76-4E94-1A8B0400379D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1C5F5F8E-E8ED-3C3F-8BC7-87943D58B1C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5E14B85-29D5-BD4E-7DF9-D4D24C0C5CED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82EB657-3355-7BDA-1AE9-4D5986BACC9B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B02B302-4C3C-2AFD-3D6C-5642F06FB1C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FFA4BAD-317F-AA07-F9AE-0EB21169DE09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265EB63-366F-5A0C-F37D-FCFDF66E0A2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67916EC-4547-44CF-E0B8-728BE53E00D3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C8C6D5-9435-0B6E-2E03-52D20F2AA336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4A095D-7120-FAE6-5D73-A765DE806A13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D085F9-B161-CD6A-0E53-6F927B9DB1F5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A8A3284-55A5-1433-9E59-58D277D04A1E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5915B5-BD46-AC41-7D86-D851F91BB716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E7DBC6-1018-67C1-BC6F-842867A00FCD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DF6F230-4F07-631A-A047-75612747AFFD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DF07FB9-918C-0318-B829-1FC088F8DDD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BBFE028-560D-E74E-566B-2D999395BC1F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3C0A116-0D98-921D-A6C4-35B7DB0EF3A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8B414CD-FBDA-F5E3-16F6-719607592934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E01E2CED-D1D9-6A9B-F333-9CA9CE8F58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EA80CC5-B68D-52C4-6883-38C705DA1D72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2776E0D-2964-DD71-5B44-6EA667762507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539D7927-A827-14E7-5E6E-7F1430CAE12F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6270ECE-CAC1-FCD7-C9F7-71A824F60843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6E2A2A5D-EF01-39AC-3783-51618C6735E8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B1AB098D-87F7-DD81-FD00-A49116BB1EEF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5BE540D7-9C1F-2E0F-A649-60F5CFF46E4B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9AFD52D-1A9D-7742-50AC-F1864D3684E6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61458C95-9FA6-CBC8-9827-3304254685EA}"/>
              </a:ext>
            </a:extLst>
          </p:cNvPr>
          <p:cNvSpPr txBox="1"/>
          <p:nvPr/>
        </p:nvSpPr>
        <p:spPr>
          <a:xfrm>
            <a:off x="66967" y="1319711"/>
            <a:ext cx="134909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的计算完毕，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 data group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准备好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1168E27-8CA3-50A4-DEEC-6D4112AE0B5D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2ADB00B-2991-3E5F-9546-EAF8591908D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16B2C7B3-502C-FFCC-6490-E117C4AFF676}"/>
              </a:ext>
            </a:extLst>
          </p:cNvPr>
          <p:cNvSpPr txBox="1"/>
          <p:nvPr/>
        </p:nvSpPr>
        <p:spPr>
          <a:xfrm>
            <a:off x="729750" y="3909176"/>
            <a:ext cx="17679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输送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select_bias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FD8A74C6-736C-E233-1D15-09036436E1A9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DEF8F64-F6A3-1D71-86DB-361A8D922281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F4ABA80-FEBE-31D9-8B6F-ECF3EC9B10BC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C026F8A1-3ACA-AE2F-CF7A-DDD0BE5E55F8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BF86C288-55E4-B378-93C0-C5D4084BC40F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5DB4F97A-2C12-C36C-97A0-81D422E4BB66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39B49A1-1437-474B-AE3B-BEABD7DEBCBF}"/>
              </a:ext>
            </a:extLst>
          </p:cNvPr>
          <p:cNvSpPr txBox="1"/>
          <p:nvPr/>
        </p:nvSpPr>
        <p:spPr>
          <a:xfrm>
            <a:off x="647682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EB63FE1-C53A-E64F-EFE4-B10DFA20904C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39A8FEC1-476A-3DA4-D3BA-3202AB9CEDC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703F2A9-3E8A-F1AF-2479-3600799E50D7}"/>
              </a:ext>
            </a:extLst>
          </p:cNvPr>
          <p:cNvSpPr txBox="1"/>
          <p:nvPr/>
        </p:nvSpPr>
        <p:spPr>
          <a:xfrm>
            <a:off x="4884948" y="4108757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762290-E969-4393-4B2B-7131789F2EF3}"/>
              </a:ext>
            </a:extLst>
          </p:cNvPr>
          <p:cNvSpPr txBox="1"/>
          <p:nvPr/>
        </p:nvSpPr>
        <p:spPr>
          <a:xfrm>
            <a:off x="1405135" y="1617276"/>
            <a:ext cx="175671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C47CD3D-AA5A-341B-21E1-29DBEA0F5B71}"/>
              </a:ext>
            </a:extLst>
          </p:cNvPr>
          <p:cNvSpPr/>
          <p:nvPr/>
        </p:nvSpPr>
        <p:spPr>
          <a:xfrm>
            <a:off x="176127" y="5068947"/>
            <a:ext cx="1959018" cy="994179"/>
          </a:xfrm>
          <a:prstGeom prst="roundRect">
            <a:avLst/>
          </a:prstGeom>
          <a:solidFill>
            <a:srgbClr val="00B050">
              <a:alpha val="19000"/>
            </a:srgbClr>
          </a:solidFill>
          <a:ln w="222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EFB3809-C74D-B44C-7AF5-9739813EB03D}"/>
              </a:ext>
            </a:extLst>
          </p:cNvPr>
          <p:cNvSpPr txBox="1"/>
          <p:nvPr/>
        </p:nvSpPr>
        <p:spPr>
          <a:xfrm>
            <a:off x="294917" y="5027427"/>
            <a:ext cx="19590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这里为什么要在输入端准备好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？因为要确保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匹配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DA89CAE-F3EC-8E5F-3851-50FE547037A9}"/>
              </a:ext>
            </a:extLst>
          </p:cNvPr>
          <p:cNvSpPr txBox="1"/>
          <p:nvPr/>
        </p:nvSpPr>
        <p:spPr>
          <a:xfrm>
            <a:off x="3126262" y="3757086"/>
            <a:ext cx="15997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这里的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分别是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Data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17EF064-8128-B58E-D9A4-729FB6B7C1C4}"/>
              </a:ext>
            </a:extLst>
          </p:cNvPr>
          <p:cNvSpPr txBox="1"/>
          <p:nvPr/>
        </p:nvSpPr>
        <p:spPr>
          <a:xfrm>
            <a:off x="8198793" y="15761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将结果打到寄存器（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组）、同时读取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PWC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该通道的权重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28295C5-8477-B7A3-A5A7-E33B4F47B21D}"/>
              </a:ext>
            </a:extLst>
          </p:cNvPr>
          <p:cNvSpPr txBox="1"/>
          <p:nvPr/>
        </p:nvSpPr>
        <p:spPr>
          <a:xfrm>
            <a:off x="8158620" y="4078453"/>
            <a:ext cx="370835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的卷积核形状是：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32, 32, 1, 1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，每个周期会读出一个输出通道需要用到的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通道权重（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INT 8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这样，读完所有卷积核需要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填满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个通道也需要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个周期，可以实现无停顿流水。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只是每个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要重新读一遍权重。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，下一个时钟上升沿，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加载，之后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 MAC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组合逻辑计算</a:t>
            </a:r>
          </a:p>
        </p:txBody>
      </p:sp>
    </p:spTree>
    <p:extLst>
      <p:ext uri="{BB962C8B-B14F-4D97-AF65-F5344CB8AC3E}">
        <p14:creationId xmlns:p14="http://schemas.microsoft.com/office/powerpoint/2010/main" val="15021335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A9A30-010D-3393-F91B-8AA6E1CE6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3D5CC81D-6D6C-22E2-1184-E5DAB56F1324}"/>
              </a:ext>
            </a:extLst>
          </p:cNvPr>
          <p:cNvSpPr/>
          <p:nvPr/>
        </p:nvSpPr>
        <p:spPr>
          <a:xfrm>
            <a:off x="7419330" y="2822306"/>
            <a:ext cx="2780217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B4D842C-9B37-122A-7728-87B651124A4D}"/>
              </a:ext>
            </a:extLst>
          </p:cNvPr>
          <p:cNvSpPr txBox="1"/>
          <p:nvPr/>
        </p:nvSpPr>
        <p:spPr>
          <a:xfrm>
            <a:off x="540046" y="362078"/>
            <a:ext cx="5810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8E21C8FF-1E32-F1B1-E11E-03B1FF5EA826}"/>
              </a:ext>
            </a:extLst>
          </p:cNvPr>
          <p:cNvCxnSpPr>
            <a:cxnSpLocks/>
          </p:cNvCxnSpPr>
          <p:nvPr/>
        </p:nvCxnSpPr>
        <p:spPr>
          <a:xfrm>
            <a:off x="5658994" y="1778171"/>
            <a:ext cx="0" cy="3301659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1AEC4BA-A3AC-8051-4187-DF407D564E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9937270"/>
              </p:ext>
            </p:extLst>
          </p:nvPr>
        </p:nvGraphicFramePr>
        <p:xfrm>
          <a:off x="1439653" y="2489202"/>
          <a:ext cx="144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6799329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422458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05348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3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34386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740040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89988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928496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4D97C915-C53C-B1E5-A315-7AA1E1057894}"/>
              </a:ext>
            </a:extLst>
          </p:cNvPr>
          <p:cNvSpPr txBox="1"/>
          <p:nvPr/>
        </p:nvSpPr>
        <p:spPr>
          <a:xfrm>
            <a:off x="796865" y="4194012"/>
            <a:ext cx="33180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76EC261C-884C-C0AB-6CAC-474E46E3E2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0763649"/>
              </p:ext>
            </p:extLst>
          </p:nvPr>
        </p:nvGraphicFramePr>
        <p:xfrm>
          <a:off x="7673322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E178EC64-4DC6-78B3-8753-6E40DF5C18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3478700"/>
              </p:ext>
            </p:extLst>
          </p:nvPr>
        </p:nvGraphicFramePr>
        <p:xfrm>
          <a:off x="8598388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324F946A-ACE6-C6DE-D041-AB81DC46D92B}"/>
              </a:ext>
            </a:extLst>
          </p:cNvPr>
          <p:cNvSpPr txBox="1"/>
          <p:nvPr/>
        </p:nvSpPr>
        <p:spPr>
          <a:xfrm>
            <a:off x="8375319" y="2304536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7BDD07B-9550-5EBC-B9E6-93B64FBEB0DC}"/>
              </a:ext>
            </a:extLst>
          </p:cNvPr>
          <p:cNvSpPr txBox="1"/>
          <p:nvPr/>
        </p:nvSpPr>
        <p:spPr>
          <a:xfrm>
            <a:off x="7364585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A05BADF-F1D3-3267-0A1A-B2B2D2BB4C8C}"/>
              </a:ext>
            </a:extLst>
          </p:cNvPr>
          <p:cNvSpPr txBox="1"/>
          <p:nvPr/>
        </p:nvSpPr>
        <p:spPr>
          <a:xfrm>
            <a:off x="8375319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FB20398-C9DE-C8C3-15A2-F150F69107C1}"/>
              </a:ext>
            </a:extLst>
          </p:cNvPr>
          <p:cNvSpPr txBox="1"/>
          <p:nvPr/>
        </p:nvSpPr>
        <p:spPr>
          <a:xfrm>
            <a:off x="3702828" y="2992234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DA5D6CEE-933B-125C-1B5A-9AC94AA477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07558"/>
              </p:ext>
            </p:extLst>
          </p:nvPr>
        </p:nvGraphicFramePr>
        <p:xfrm>
          <a:off x="9523454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860787721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959072"/>
                  </a:ext>
                </a:extLst>
              </a:tr>
            </a:tbl>
          </a:graphicData>
        </a:graphic>
      </p:graphicFrame>
      <p:sp>
        <p:nvSpPr>
          <p:cNvPr id="25" name="文本框 24">
            <a:extLst>
              <a:ext uri="{FF2B5EF4-FFF2-40B4-BE49-F238E27FC236}">
                <a16:creationId xmlns:a16="http://schemas.microsoft.com/office/drawing/2014/main" id="{A5CC8DDD-B6AD-FBFE-08DD-167D9D7779AB}"/>
              </a:ext>
            </a:extLst>
          </p:cNvPr>
          <p:cNvSpPr txBox="1"/>
          <p:nvPr/>
        </p:nvSpPr>
        <p:spPr>
          <a:xfrm>
            <a:off x="9460909" y="3361565"/>
            <a:ext cx="6726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794F122-F422-54A2-E8C2-F08AE569B593}"/>
              </a:ext>
            </a:extLst>
          </p:cNvPr>
          <p:cNvSpPr txBox="1"/>
          <p:nvPr/>
        </p:nvSpPr>
        <p:spPr>
          <a:xfrm>
            <a:off x="7348561" y="4194013"/>
            <a:ext cx="32196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09502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6E27F-EF3E-D61D-2A97-EA453F331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8C782743-C9F9-C4BD-E82C-9AC79C6587FB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EA08C28-3896-7634-F878-D4D2984A9B24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D2BB4E4-7E16-79FD-70E0-F241052526A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AEB5444-6FA3-74FE-DD9B-6BDDF66B09E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F671D9D0-4ED2-9B45-5A83-AC6B6E74A75A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84B3A2C-B590-B377-3E3D-439F04C4E44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9B64FC3-BFF5-DF5A-5590-E41D91DD1E9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1F7229C-147D-1451-B313-8128BECA651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C6441C-A362-FC13-1FD1-D693ACE349E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047E59-2BD5-925A-1380-B5EB9CE58DCA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1E9D269-003F-0599-0DB5-5273670F1746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27C0443E-A266-522F-F987-B51B3E064CEF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DE3F463-65AE-F41C-B223-0E6E5F1AF7D6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F7238A-11B1-8F6B-81C4-40250D591C14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4F25ACD9-600F-CEEF-65F6-EB3EEBBCBDBB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E4DEE265-8D02-F21D-689A-69E32B89F0C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D0AD030-D04A-6B53-435E-A34481B033E0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731CC15-1C16-7544-7053-48594074F3E0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369E8AE-C8F1-412D-18C1-A0CF6390BE9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DE46715-CC38-0B41-BE88-B882FF12DA22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F7B18E5-FF45-3C73-6F85-0A884FCDBF87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BA357F2-6B67-DA00-746F-9C71639977A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89E64FF-D5F9-5E24-8AA3-A9A183D2C0A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C398AD75-BB59-B236-F2DF-E76431D0BB06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48DA946-86A8-1FEE-56BB-9AA2A974F87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D2211BF8-353F-AF8D-129D-EDE9AA6DF166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52443F7A-6AFC-834D-DB63-936CAA8E09A1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4B1684B4-36A8-F77D-FE7E-5145C10E6934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F73B332-7FA6-696E-9729-97B9E81B1632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F849F7A1-7AB4-C456-018E-7E3E6DC254B9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300E2637-BF5F-170A-49DD-4D99245D2D31}"/>
              </a:ext>
            </a:extLst>
          </p:cNvPr>
          <p:cNvSpPr txBox="1"/>
          <p:nvPr/>
        </p:nvSpPr>
        <p:spPr>
          <a:xfrm>
            <a:off x="729750" y="3909176"/>
            <a:ext cx="176797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，该上升沿加载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 0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之后整个时钟周期，组合逻辑吸收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，传播计算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CE8124F1-D5BB-D611-000C-06336767E2F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B03E45EF-AEAB-EA8D-44EF-4F73CC871008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CA48E6A-FCD5-5B2E-1250-27F75084075F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8DF3FFB-3D15-7F5E-F738-F422755C6426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8EAEF18-59FE-C622-A509-E11458B9319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4932699-0233-E1F6-143B-C7A9CC2CEA6F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09CF11E2-F58A-21F1-355D-7A44A6A16250}"/>
              </a:ext>
            </a:extLst>
          </p:cNvPr>
          <p:cNvSpPr txBox="1"/>
          <p:nvPr/>
        </p:nvSpPr>
        <p:spPr>
          <a:xfrm>
            <a:off x="6476818" y="1582974"/>
            <a:ext cx="226828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54B9D27-B6E8-BB6F-04E4-FF480664F97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A9AFDDC-1DF1-406B-FBE5-05E5893DFE84}"/>
              </a:ext>
            </a:extLst>
          </p:cNvPr>
          <p:cNvSpPr txBox="1"/>
          <p:nvPr/>
        </p:nvSpPr>
        <p:spPr>
          <a:xfrm>
            <a:off x="4884948" y="4108757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AA35C24-1B3E-C266-D797-38AEAA1C5862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Bias,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路并行计算，每路八组并行计算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MAC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7B156B-936A-F56F-0E90-8C64C49DD9E0}"/>
              </a:ext>
            </a:extLst>
          </p:cNvPr>
          <p:cNvSpPr txBox="1"/>
          <p:nvPr/>
        </p:nvSpPr>
        <p:spPr>
          <a:xfrm>
            <a:off x="21353" y="1469767"/>
            <a:ext cx="12501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，所有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数据加载完毕</a:t>
            </a:r>
          </a:p>
        </p:txBody>
      </p:sp>
      <p:sp>
        <p:nvSpPr>
          <p:cNvPr id="32" name="左大括号 31">
            <a:extLst>
              <a:ext uri="{FF2B5EF4-FFF2-40B4-BE49-F238E27FC236}">
                <a16:creationId xmlns:a16="http://schemas.microsoft.com/office/drawing/2014/main" id="{9B6D7268-1D1A-F7E7-B6E0-0EF2FEC464CF}"/>
              </a:ext>
            </a:extLst>
          </p:cNvPr>
          <p:cNvSpPr/>
          <p:nvPr/>
        </p:nvSpPr>
        <p:spPr>
          <a:xfrm rot="16200000">
            <a:off x="2950350" y="2138923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684401C-7AF6-2DD5-9948-2464C26B57EA}"/>
              </a:ext>
            </a:extLst>
          </p:cNvPr>
          <p:cNvSpPr txBox="1"/>
          <p:nvPr/>
        </p:nvSpPr>
        <p:spPr>
          <a:xfrm>
            <a:off x="2418972" y="4000773"/>
            <a:ext cx="148575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54017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B1786-943D-24D8-D4DE-E0C48B05B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101CAC0-350D-1038-A4A4-D7E4B5790C9C}"/>
              </a:ext>
            </a:extLst>
          </p:cNvPr>
          <p:cNvSpPr txBox="1"/>
          <p:nvPr/>
        </p:nvSpPr>
        <p:spPr>
          <a:xfrm>
            <a:off x="540045" y="362078"/>
            <a:ext cx="108078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PostProcess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MaxPool+FC+Resc+Sigmoid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4819B9F-7103-6CB1-BB3B-24417FACCA74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277068A-4516-B16A-2F4B-E15D25C63F59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9FEE1FB-ADC7-A450-EF3E-94F142500881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642368A-5841-9813-B20B-D680854813E8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84946AD-7593-A18C-0D84-AE0B14632EB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3D59C65-1E71-3675-BFBE-842E7692E8BA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9E0E9F6-13FF-5BA7-9AA8-93173DC778E4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830CF6D-9C96-5128-0B2E-AF7FB6DC7198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ED44E86-5690-72A6-CDBD-7480E14869C8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6EEF4F2-4809-B137-EF34-9F320A50727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D62EB60-CE43-BD58-8C23-131193C109C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C2CEEF4-7909-6DC8-DCC3-81A546041B4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487025B-3890-2EAD-E1CC-D144FBD8B4A3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845691EF-B313-7B71-C6AA-1D6B174C48D3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7F346EF-0238-B653-05DA-2DBD4B53B8D5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6D48D80-B2A6-2223-D85C-A09F94BC933F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19BC7807-C25D-4AED-E54B-5D8B2A39AE79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620D71E-1615-7690-B7AD-7AF7A12CB78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D9D31D6-349D-75A2-F601-BF1316D6BCBF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9C0CE6E-DA88-CC64-BEA2-001CA44FD6FB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E39EB53-40BB-99CD-958D-AFEED7760113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26A6E470-098C-944A-4570-48F9AD4EB62B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16870742-EBDB-F517-90C0-58E5DFDF733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785297FE-24EE-3F9D-F7C4-A223C967011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4F150734-27CB-3208-A976-22C57A31BAAB}"/>
              </a:ext>
            </a:extLst>
          </p:cNvPr>
          <p:cNvSpPr/>
          <p:nvPr/>
        </p:nvSpPr>
        <p:spPr>
          <a:xfrm>
            <a:off x="3141082" y="2780318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12FC1A8-2648-1E77-515E-A8C2CBC95790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矩阵乘法，与权重相乘后加到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data_out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9116B551-8129-80F8-45A3-6F89356BAA09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B0F12A23-EA05-5B0C-05D6-4657ED418653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4908E43-862D-7B38-562D-FC3BEADD4606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MaxPool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(4, 4)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CA0272-C214-3D40-8251-B55E8DDEE931}"/>
              </a:ext>
            </a:extLst>
          </p:cNvPr>
          <p:cNvSpPr txBox="1"/>
          <p:nvPr/>
        </p:nvSpPr>
        <p:spPr>
          <a:xfrm>
            <a:off x="4412325" y="28375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F35FCF3-9DAE-5147-B448-C96CE6DF153F}"/>
              </a:ext>
            </a:extLst>
          </p:cNvPr>
          <p:cNvSpPr/>
          <p:nvPr/>
        </p:nvSpPr>
        <p:spPr>
          <a:xfrm>
            <a:off x="4927451" y="2779545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72F8404-53B5-8767-AF17-09D54464159D}"/>
              </a:ext>
            </a:extLst>
          </p:cNvPr>
          <p:cNvSpPr txBox="1"/>
          <p:nvPr/>
        </p:nvSpPr>
        <p:spPr>
          <a:xfrm>
            <a:off x="3753971" y="3660743"/>
            <a:ext cx="19440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共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9×32=288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</a:t>
            </a:r>
          </a:p>
        </p:txBody>
      </p:sp>
      <p:sp>
        <p:nvSpPr>
          <p:cNvPr id="35" name="左大括号 34">
            <a:extLst>
              <a:ext uri="{FF2B5EF4-FFF2-40B4-BE49-F238E27FC236}">
                <a16:creationId xmlns:a16="http://schemas.microsoft.com/office/drawing/2014/main" id="{93FC4669-99D2-CAF6-EF08-0DF8CAE75EA8}"/>
              </a:ext>
            </a:extLst>
          </p:cNvPr>
          <p:cNvSpPr/>
          <p:nvPr/>
        </p:nvSpPr>
        <p:spPr>
          <a:xfrm rot="16200000">
            <a:off x="7874866" y="2124368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3D01D0C8-1BDA-DED4-B9D1-283AFB16B7B1}"/>
              </a:ext>
            </a:extLst>
          </p:cNvPr>
          <p:cNvSpPr txBox="1"/>
          <p:nvPr/>
        </p:nvSpPr>
        <p:spPr>
          <a:xfrm>
            <a:off x="6528603" y="4061544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864A36-7A8F-B18C-2678-615B5AA365B0}"/>
              </a:ext>
            </a:extLst>
          </p:cNvPr>
          <p:cNvSpPr txBox="1"/>
          <p:nvPr/>
        </p:nvSpPr>
        <p:spPr>
          <a:xfrm>
            <a:off x="637064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EDBB753-7419-40BF-557C-437D4376BBB9}"/>
              </a:ext>
            </a:extLst>
          </p:cNvPr>
          <p:cNvSpPr txBox="1"/>
          <p:nvPr/>
        </p:nvSpPr>
        <p:spPr>
          <a:xfrm>
            <a:off x="804069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3D8518-43ED-8B8B-4863-B64E94A95B57}"/>
              </a:ext>
            </a:extLst>
          </p:cNvPr>
          <p:cNvSpPr/>
          <p:nvPr/>
        </p:nvSpPr>
        <p:spPr>
          <a:xfrm>
            <a:off x="9753817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B2C6F4-3CB6-CA1C-AD28-B2ABCD89F71E}"/>
              </a:ext>
            </a:extLst>
          </p:cNvPr>
          <p:cNvSpPr txBox="1"/>
          <p:nvPr/>
        </p:nvSpPr>
        <p:spPr>
          <a:xfrm>
            <a:off x="9710743" y="154959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最后的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Float32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结果根据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查表得出，一拍</a:t>
            </a:r>
          </a:p>
        </p:txBody>
      </p:sp>
    </p:spTree>
    <p:extLst>
      <p:ext uri="{BB962C8B-B14F-4D97-AF65-F5344CB8AC3E}">
        <p14:creationId xmlns:p14="http://schemas.microsoft.com/office/powerpoint/2010/main" val="1751758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A4ED7-DEB4-5611-6BC9-928D7E2ED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1C44008-2E21-ABE6-A921-B4D86525B10F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架构分析：优缺点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68DAEF3-D04B-6361-B53C-F0538611A834}"/>
              </a:ext>
            </a:extLst>
          </p:cNvPr>
          <p:cNvSpPr txBox="1"/>
          <p:nvPr/>
        </p:nvSpPr>
        <p:spPr>
          <a:xfrm>
            <a:off x="742564" y="1147602"/>
            <a:ext cx="10622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优点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1.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高度并行化的输入计算，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9×32=288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个周期即可计算完毕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FC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输出向量，架构清晰易懂，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构建二位空间索引指明当前位置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2.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不用消耗过多存储存放参数和输入，所有参数与输入都是随用随取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8BA0595-25B5-D6AA-F31F-7201DAA2A248}"/>
              </a:ext>
            </a:extLst>
          </p:cNvPr>
          <p:cNvSpPr txBox="1"/>
          <p:nvPr/>
        </p:nvSpPr>
        <p:spPr>
          <a:xfrm>
            <a:off x="742565" y="2754450"/>
            <a:ext cx="106966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缺点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重复计算：发生在大窗口移动后，大量卷积窗口发生重复计算，这一点造成了大量不必要的动态功耗！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状态信号缺失，数据同步全程依赖严格的</a:t>
            </a:r>
            <a:r>
              <a:rPr lang="en-US" altLang="zh-CN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及其附属子信号对齐，但是这一点既是坏处，也是好处。代价就是各级顶层模块的子模块定义相当混乱，无法肉眼看出子模块的流水阶段，可读性差。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除此之外还有许多额外操作，例如第一轮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传播时，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通道没有填满，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没有任何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在流水，但是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仍然傻乎乎的每周期切换。</a:t>
            </a:r>
          </a:p>
        </p:txBody>
      </p:sp>
    </p:spTree>
    <p:extLst>
      <p:ext uri="{BB962C8B-B14F-4D97-AF65-F5344CB8AC3E}">
        <p14:creationId xmlns:p14="http://schemas.microsoft.com/office/powerpoint/2010/main" val="13879834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FA0EA-9686-D191-AC58-047CDF78F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7DB746-0F17-1047-6694-7CB25F2E5143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D1F2A2C-BF88-D759-806A-95F3E84542E8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20E652E-C769-B4A9-60C4-EE718913AFFD}"/>
              </a:ext>
            </a:extLst>
          </p:cNvPr>
          <p:cNvCxnSpPr>
            <a:cxnSpLocks/>
          </p:cNvCxnSpPr>
          <p:nvPr/>
        </p:nvCxnSpPr>
        <p:spPr>
          <a:xfrm>
            <a:off x="2324321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25C79E1-84D5-1BE1-7C7E-A5F747CC8147}"/>
              </a:ext>
            </a:extLst>
          </p:cNvPr>
          <p:cNvCxnSpPr>
            <a:cxnSpLocks/>
          </p:cNvCxnSpPr>
          <p:nvPr/>
        </p:nvCxnSpPr>
        <p:spPr>
          <a:xfrm>
            <a:off x="3152805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827D90EF-B8C9-D36F-AF4E-31FDF127615A}"/>
              </a:ext>
            </a:extLst>
          </p:cNvPr>
          <p:cNvCxnSpPr>
            <a:cxnSpLocks/>
          </p:cNvCxnSpPr>
          <p:nvPr/>
        </p:nvCxnSpPr>
        <p:spPr>
          <a:xfrm>
            <a:off x="3152806" y="242147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D819CC8-0BF4-348D-022F-F2AC2F1B025D}"/>
              </a:ext>
            </a:extLst>
          </p:cNvPr>
          <p:cNvCxnSpPr>
            <a:cxnSpLocks/>
          </p:cNvCxnSpPr>
          <p:nvPr/>
        </p:nvCxnSpPr>
        <p:spPr>
          <a:xfrm>
            <a:off x="3981290" y="2404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3CD8B8A-0908-090A-0991-C8FA8836E3CD}"/>
              </a:ext>
            </a:extLst>
          </p:cNvPr>
          <p:cNvCxnSpPr>
            <a:cxnSpLocks/>
          </p:cNvCxnSpPr>
          <p:nvPr/>
        </p:nvCxnSpPr>
        <p:spPr>
          <a:xfrm>
            <a:off x="3976909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42A2B14-643A-6D81-A48D-17AD9FB5C95D}"/>
              </a:ext>
            </a:extLst>
          </p:cNvPr>
          <p:cNvCxnSpPr>
            <a:cxnSpLocks/>
          </p:cNvCxnSpPr>
          <p:nvPr/>
        </p:nvCxnSpPr>
        <p:spPr>
          <a:xfrm>
            <a:off x="4805393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93B3BD7-800E-AB68-A34B-C350A0BF97F9}"/>
              </a:ext>
            </a:extLst>
          </p:cNvPr>
          <p:cNvCxnSpPr>
            <a:cxnSpLocks/>
          </p:cNvCxnSpPr>
          <p:nvPr/>
        </p:nvCxnSpPr>
        <p:spPr>
          <a:xfrm>
            <a:off x="4805394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08EC791B-6D75-B6A2-7C20-E4BEBDED4C55}"/>
              </a:ext>
            </a:extLst>
          </p:cNvPr>
          <p:cNvCxnSpPr>
            <a:cxnSpLocks/>
          </p:cNvCxnSpPr>
          <p:nvPr/>
        </p:nvCxnSpPr>
        <p:spPr>
          <a:xfrm>
            <a:off x="5633878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64E5440-9534-CBC0-DCEE-C94BBF8CF740}"/>
              </a:ext>
            </a:extLst>
          </p:cNvPr>
          <p:cNvCxnSpPr>
            <a:cxnSpLocks/>
          </p:cNvCxnSpPr>
          <p:nvPr/>
        </p:nvCxnSpPr>
        <p:spPr>
          <a:xfrm>
            <a:off x="5634258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BFD76E4-92F0-B94E-0F30-032FCD5DDB0B}"/>
              </a:ext>
            </a:extLst>
          </p:cNvPr>
          <p:cNvCxnSpPr>
            <a:cxnSpLocks/>
          </p:cNvCxnSpPr>
          <p:nvPr/>
        </p:nvCxnSpPr>
        <p:spPr>
          <a:xfrm>
            <a:off x="6462742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B1A32F39-D3CC-34C8-8874-6832018BA1C1}"/>
              </a:ext>
            </a:extLst>
          </p:cNvPr>
          <p:cNvCxnSpPr>
            <a:cxnSpLocks/>
          </p:cNvCxnSpPr>
          <p:nvPr/>
        </p:nvCxnSpPr>
        <p:spPr>
          <a:xfrm>
            <a:off x="6462743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024709-F893-2A7A-8683-34F32C094D2B}"/>
              </a:ext>
            </a:extLst>
          </p:cNvPr>
          <p:cNvCxnSpPr>
            <a:cxnSpLocks/>
          </p:cNvCxnSpPr>
          <p:nvPr/>
        </p:nvCxnSpPr>
        <p:spPr>
          <a:xfrm>
            <a:off x="7291227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4563C2C-3847-1F99-58E3-206988729EBD}"/>
              </a:ext>
            </a:extLst>
          </p:cNvPr>
          <p:cNvCxnSpPr>
            <a:cxnSpLocks/>
          </p:cNvCxnSpPr>
          <p:nvPr/>
        </p:nvCxnSpPr>
        <p:spPr>
          <a:xfrm>
            <a:off x="7286846" y="299829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71C00D05-0AF3-FCA7-83A4-4E8F13C89F74}"/>
              </a:ext>
            </a:extLst>
          </p:cNvPr>
          <p:cNvCxnSpPr>
            <a:cxnSpLocks/>
          </p:cNvCxnSpPr>
          <p:nvPr/>
        </p:nvCxnSpPr>
        <p:spPr>
          <a:xfrm>
            <a:off x="8115330" y="241068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50E2372-36A6-8463-8B67-B460A8D380EF}"/>
              </a:ext>
            </a:extLst>
          </p:cNvPr>
          <p:cNvCxnSpPr>
            <a:cxnSpLocks/>
          </p:cNvCxnSpPr>
          <p:nvPr/>
        </p:nvCxnSpPr>
        <p:spPr>
          <a:xfrm>
            <a:off x="8115331" y="242735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A2D8818-2557-0886-11CB-6B7CBD8185C6}"/>
              </a:ext>
            </a:extLst>
          </p:cNvPr>
          <p:cNvCxnSpPr>
            <a:cxnSpLocks/>
          </p:cNvCxnSpPr>
          <p:nvPr/>
        </p:nvCxnSpPr>
        <p:spPr>
          <a:xfrm>
            <a:off x="8943815" y="241068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5E58092-B9FD-333C-78EF-601F514825CC}"/>
              </a:ext>
            </a:extLst>
          </p:cNvPr>
          <p:cNvCxnSpPr>
            <a:cxnSpLocks/>
          </p:cNvCxnSpPr>
          <p:nvPr/>
        </p:nvCxnSpPr>
        <p:spPr>
          <a:xfrm>
            <a:off x="8948958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34D9F8-80DB-2CA2-168F-48F535DF3D38}"/>
              </a:ext>
            </a:extLst>
          </p:cNvPr>
          <p:cNvCxnSpPr>
            <a:cxnSpLocks/>
          </p:cNvCxnSpPr>
          <p:nvPr/>
        </p:nvCxnSpPr>
        <p:spPr>
          <a:xfrm>
            <a:off x="9777442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901BFF9-DE55-86E8-4EA4-D35725096742}"/>
              </a:ext>
            </a:extLst>
          </p:cNvPr>
          <p:cNvCxnSpPr>
            <a:cxnSpLocks/>
          </p:cNvCxnSpPr>
          <p:nvPr/>
        </p:nvCxnSpPr>
        <p:spPr>
          <a:xfrm>
            <a:off x="2324320" y="2404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03E813ED-F261-A44D-898B-8E59C37B7243}"/>
              </a:ext>
            </a:extLst>
          </p:cNvPr>
          <p:cNvSpPr txBox="1"/>
          <p:nvPr/>
        </p:nvSpPr>
        <p:spPr>
          <a:xfrm>
            <a:off x="890857" y="2501493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D4EE1A0-0509-6D58-3EC1-8C175D12F2DC}"/>
              </a:ext>
            </a:extLst>
          </p:cNvPr>
          <p:cNvSpPr txBox="1"/>
          <p:nvPr/>
        </p:nvSpPr>
        <p:spPr>
          <a:xfrm>
            <a:off x="2367375" y="3351404"/>
            <a:ext cx="17040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A33F7660-4621-40C5-DBD6-D895F379F9E6}"/>
              </a:ext>
            </a:extLst>
          </p:cNvPr>
          <p:cNvCxnSpPr>
            <a:cxnSpLocks/>
          </p:cNvCxnSpPr>
          <p:nvPr/>
        </p:nvCxnSpPr>
        <p:spPr>
          <a:xfrm>
            <a:off x="3152805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3A23DAD8-51E8-ABDC-E6DB-81CBF536DE35}"/>
              </a:ext>
            </a:extLst>
          </p:cNvPr>
          <p:cNvSpPr/>
          <p:nvPr/>
        </p:nvSpPr>
        <p:spPr>
          <a:xfrm>
            <a:off x="3230196" y="226878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7C1C06D-E07F-F17A-C666-28829AEABFD6}"/>
              </a:ext>
            </a:extLst>
          </p:cNvPr>
          <p:cNvSpPr txBox="1"/>
          <p:nvPr/>
        </p:nvSpPr>
        <p:spPr>
          <a:xfrm>
            <a:off x="2923126" y="1722337"/>
            <a:ext cx="25694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)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提取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B8B33C84-57F5-BB0D-4D0F-0A5F2416C825}"/>
              </a:ext>
            </a:extLst>
          </p:cNvPr>
          <p:cNvSpPr txBox="1"/>
          <p:nvPr/>
        </p:nvSpPr>
        <p:spPr>
          <a:xfrm>
            <a:off x="4071381" y="3351404"/>
            <a:ext cx="42896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获取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7C1CEAAC-61CE-8913-C0CA-DE9CC161BF67}"/>
              </a:ext>
            </a:extLst>
          </p:cNvPr>
          <p:cNvCxnSpPr>
            <a:cxnSpLocks/>
          </p:cNvCxnSpPr>
          <p:nvPr/>
        </p:nvCxnSpPr>
        <p:spPr>
          <a:xfrm>
            <a:off x="4807773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909B747-EBAE-6C58-8161-CF2254F478FF}"/>
              </a:ext>
            </a:extLst>
          </p:cNvPr>
          <p:cNvCxnSpPr>
            <a:cxnSpLocks/>
          </p:cNvCxnSpPr>
          <p:nvPr/>
        </p:nvCxnSpPr>
        <p:spPr>
          <a:xfrm>
            <a:off x="2324321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90F6E6F-C112-FE73-CFF8-BB723E80DEA9}"/>
              </a:ext>
            </a:extLst>
          </p:cNvPr>
          <p:cNvCxnSpPr>
            <a:cxnSpLocks/>
          </p:cNvCxnSpPr>
          <p:nvPr/>
        </p:nvCxnSpPr>
        <p:spPr>
          <a:xfrm>
            <a:off x="3152805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85323F4-0625-EE4E-B74F-C3B763E71F6D}"/>
              </a:ext>
            </a:extLst>
          </p:cNvPr>
          <p:cNvCxnSpPr>
            <a:cxnSpLocks/>
          </p:cNvCxnSpPr>
          <p:nvPr/>
        </p:nvCxnSpPr>
        <p:spPr>
          <a:xfrm>
            <a:off x="3152806" y="486294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1B3BE6C-C266-7B8D-F7BC-66CDBDF4709B}"/>
              </a:ext>
            </a:extLst>
          </p:cNvPr>
          <p:cNvCxnSpPr>
            <a:cxnSpLocks/>
          </p:cNvCxnSpPr>
          <p:nvPr/>
        </p:nvCxnSpPr>
        <p:spPr>
          <a:xfrm>
            <a:off x="3981290" y="48462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14E33CFD-4A3E-EE7D-DB85-E060F3465681}"/>
              </a:ext>
            </a:extLst>
          </p:cNvPr>
          <p:cNvCxnSpPr>
            <a:cxnSpLocks/>
          </p:cNvCxnSpPr>
          <p:nvPr/>
        </p:nvCxnSpPr>
        <p:spPr>
          <a:xfrm>
            <a:off x="3976909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8AF07D-D188-6ACA-E32A-6F1D0F9069D4}"/>
              </a:ext>
            </a:extLst>
          </p:cNvPr>
          <p:cNvCxnSpPr>
            <a:cxnSpLocks/>
          </p:cNvCxnSpPr>
          <p:nvPr/>
        </p:nvCxnSpPr>
        <p:spPr>
          <a:xfrm>
            <a:off x="4805393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3FD0C9A5-1E87-F03B-6D5F-0A8C27DC9F68}"/>
              </a:ext>
            </a:extLst>
          </p:cNvPr>
          <p:cNvCxnSpPr>
            <a:cxnSpLocks/>
          </p:cNvCxnSpPr>
          <p:nvPr/>
        </p:nvCxnSpPr>
        <p:spPr>
          <a:xfrm>
            <a:off x="4805394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B86EBFB7-382D-6594-5394-CB708949207C}"/>
              </a:ext>
            </a:extLst>
          </p:cNvPr>
          <p:cNvCxnSpPr>
            <a:cxnSpLocks/>
          </p:cNvCxnSpPr>
          <p:nvPr/>
        </p:nvCxnSpPr>
        <p:spPr>
          <a:xfrm>
            <a:off x="5633878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60A942A8-7398-46C2-7864-74C7593D543D}"/>
              </a:ext>
            </a:extLst>
          </p:cNvPr>
          <p:cNvCxnSpPr>
            <a:cxnSpLocks/>
          </p:cNvCxnSpPr>
          <p:nvPr/>
        </p:nvCxnSpPr>
        <p:spPr>
          <a:xfrm>
            <a:off x="5634258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20177EE-8A09-0D42-83A3-0CA01991E541}"/>
              </a:ext>
            </a:extLst>
          </p:cNvPr>
          <p:cNvCxnSpPr>
            <a:cxnSpLocks/>
          </p:cNvCxnSpPr>
          <p:nvPr/>
        </p:nvCxnSpPr>
        <p:spPr>
          <a:xfrm>
            <a:off x="6462742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A04B320-7821-C39D-CD04-459DD23B81F2}"/>
              </a:ext>
            </a:extLst>
          </p:cNvPr>
          <p:cNvCxnSpPr>
            <a:cxnSpLocks/>
          </p:cNvCxnSpPr>
          <p:nvPr/>
        </p:nvCxnSpPr>
        <p:spPr>
          <a:xfrm>
            <a:off x="6462743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A037C86F-D187-C80D-14C9-11CEFD88E294}"/>
              </a:ext>
            </a:extLst>
          </p:cNvPr>
          <p:cNvCxnSpPr>
            <a:cxnSpLocks/>
          </p:cNvCxnSpPr>
          <p:nvPr/>
        </p:nvCxnSpPr>
        <p:spPr>
          <a:xfrm>
            <a:off x="7291227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3322226C-7DD6-AD2F-5E26-5456F946CA02}"/>
              </a:ext>
            </a:extLst>
          </p:cNvPr>
          <p:cNvCxnSpPr>
            <a:cxnSpLocks/>
          </p:cNvCxnSpPr>
          <p:nvPr/>
        </p:nvCxnSpPr>
        <p:spPr>
          <a:xfrm>
            <a:off x="7286846" y="543976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975B7DF3-21E0-657E-C579-3984ED6A8FDC}"/>
              </a:ext>
            </a:extLst>
          </p:cNvPr>
          <p:cNvCxnSpPr>
            <a:cxnSpLocks/>
          </p:cNvCxnSpPr>
          <p:nvPr/>
        </p:nvCxnSpPr>
        <p:spPr>
          <a:xfrm>
            <a:off x="8115330" y="48521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7B4BC8AC-FC4F-5615-8614-2FAA0F6DFBA2}"/>
              </a:ext>
            </a:extLst>
          </p:cNvPr>
          <p:cNvCxnSpPr>
            <a:cxnSpLocks/>
          </p:cNvCxnSpPr>
          <p:nvPr/>
        </p:nvCxnSpPr>
        <p:spPr>
          <a:xfrm>
            <a:off x="8115331" y="48688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7261B77F-9566-92B0-B2B5-D09B232DCEA4}"/>
              </a:ext>
            </a:extLst>
          </p:cNvPr>
          <p:cNvCxnSpPr>
            <a:cxnSpLocks/>
          </p:cNvCxnSpPr>
          <p:nvPr/>
        </p:nvCxnSpPr>
        <p:spPr>
          <a:xfrm>
            <a:off x="8943815" y="485215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E68C4E6-270D-86A1-EDEB-EA91B88D4DAB}"/>
              </a:ext>
            </a:extLst>
          </p:cNvPr>
          <p:cNvCxnSpPr>
            <a:cxnSpLocks/>
          </p:cNvCxnSpPr>
          <p:nvPr/>
        </p:nvCxnSpPr>
        <p:spPr>
          <a:xfrm>
            <a:off x="8948958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06351CA7-FD62-3838-EC19-2F2222EDD021}"/>
              </a:ext>
            </a:extLst>
          </p:cNvPr>
          <p:cNvCxnSpPr>
            <a:cxnSpLocks/>
          </p:cNvCxnSpPr>
          <p:nvPr/>
        </p:nvCxnSpPr>
        <p:spPr>
          <a:xfrm>
            <a:off x="9777442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5824A50-E649-5D76-D66D-78ECB75F1959}"/>
              </a:ext>
            </a:extLst>
          </p:cNvPr>
          <p:cNvCxnSpPr>
            <a:cxnSpLocks/>
          </p:cNvCxnSpPr>
          <p:nvPr/>
        </p:nvCxnSpPr>
        <p:spPr>
          <a:xfrm>
            <a:off x="2324320" y="48462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EC9C3D2C-255E-C690-1CA5-BEE4250379FB}"/>
              </a:ext>
            </a:extLst>
          </p:cNvPr>
          <p:cNvSpPr txBox="1"/>
          <p:nvPr/>
        </p:nvSpPr>
        <p:spPr>
          <a:xfrm>
            <a:off x="890857" y="494296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35C4A0A-1398-684F-A911-3BC01A0AC167}"/>
              </a:ext>
            </a:extLst>
          </p:cNvPr>
          <p:cNvSpPr txBox="1"/>
          <p:nvPr/>
        </p:nvSpPr>
        <p:spPr>
          <a:xfrm>
            <a:off x="1954970" y="5803795"/>
            <a:ext cx="285161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信号组变为有效：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img_wr_en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img_wr_buf_sel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img_wr_data_lo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img_wr_data_hi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C057341-28A4-CE35-5F3F-24E558CFCE59}"/>
              </a:ext>
            </a:extLst>
          </p:cNvPr>
          <p:cNvCxnSpPr>
            <a:cxnSpLocks/>
          </p:cNvCxnSpPr>
          <p:nvPr/>
        </p:nvCxnSpPr>
        <p:spPr>
          <a:xfrm>
            <a:off x="3152805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矩形 65">
            <a:extLst>
              <a:ext uri="{FF2B5EF4-FFF2-40B4-BE49-F238E27FC236}">
                <a16:creationId xmlns:a16="http://schemas.microsoft.com/office/drawing/2014/main" id="{3D08340B-C90A-9ECB-EA22-33DB57E899BC}"/>
              </a:ext>
            </a:extLst>
          </p:cNvPr>
          <p:cNvSpPr/>
          <p:nvPr/>
        </p:nvSpPr>
        <p:spPr>
          <a:xfrm>
            <a:off x="3230196" y="4710251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6117C8B5-C7D4-B66C-2A3B-270829ED3DD4}"/>
              </a:ext>
            </a:extLst>
          </p:cNvPr>
          <p:cNvSpPr txBox="1"/>
          <p:nvPr/>
        </p:nvSpPr>
        <p:spPr>
          <a:xfrm>
            <a:off x="4555897" y="5841075"/>
            <a:ext cx="33206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frame_cache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根据输入地址写入数据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0A5CDB82-4614-E892-3776-07A3B4564422}"/>
              </a:ext>
            </a:extLst>
          </p:cNvPr>
          <p:cNvCxnSpPr>
            <a:cxnSpLocks/>
          </p:cNvCxnSpPr>
          <p:nvPr/>
        </p:nvCxnSpPr>
        <p:spPr>
          <a:xfrm>
            <a:off x="4807773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73694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81D56-89C3-4C3F-1290-97F5CB905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7267D61-9604-3A00-D6C0-975921DE9A6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FDCA46D-E9C2-4CBD-17FC-BEDEF3BBB3B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EA9E0C2-CAE1-035F-665A-D4EC9896038D}"/>
              </a:ext>
            </a:extLst>
          </p:cNvPr>
          <p:cNvCxnSpPr>
            <a:cxnSpLocks/>
          </p:cNvCxnSpPr>
          <p:nvPr/>
        </p:nvCxnSpPr>
        <p:spPr>
          <a:xfrm>
            <a:off x="2299773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8DC1F35-3042-0CD1-E9FD-48123529D745}"/>
              </a:ext>
            </a:extLst>
          </p:cNvPr>
          <p:cNvCxnSpPr>
            <a:cxnSpLocks/>
          </p:cNvCxnSpPr>
          <p:nvPr/>
        </p:nvCxnSpPr>
        <p:spPr>
          <a:xfrm>
            <a:off x="3128257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6DC07D2-30E1-E175-7C89-7A1D645EE74F}"/>
              </a:ext>
            </a:extLst>
          </p:cNvPr>
          <p:cNvCxnSpPr>
            <a:cxnSpLocks/>
          </p:cNvCxnSpPr>
          <p:nvPr/>
        </p:nvCxnSpPr>
        <p:spPr>
          <a:xfrm>
            <a:off x="3128258" y="310880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83B996-39BE-737F-4BBF-931CAC790997}"/>
              </a:ext>
            </a:extLst>
          </p:cNvPr>
          <p:cNvCxnSpPr>
            <a:cxnSpLocks/>
          </p:cNvCxnSpPr>
          <p:nvPr/>
        </p:nvCxnSpPr>
        <p:spPr>
          <a:xfrm>
            <a:off x="3956742" y="30921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B8B1CF08-2751-B8FE-58F7-0E9DDF39A944}"/>
              </a:ext>
            </a:extLst>
          </p:cNvPr>
          <p:cNvCxnSpPr>
            <a:cxnSpLocks/>
          </p:cNvCxnSpPr>
          <p:nvPr/>
        </p:nvCxnSpPr>
        <p:spPr>
          <a:xfrm>
            <a:off x="3952361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8738E9B-D9CF-DA85-D707-09990146EEAD}"/>
              </a:ext>
            </a:extLst>
          </p:cNvPr>
          <p:cNvCxnSpPr>
            <a:cxnSpLocks/>
          </p:cNvCxnSpPr>
          <p:nvPr/>
        </p:nvCxnSpPr>
        <p:spPr>
          <a:xfrm>
            <a:off x="4780845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021FCFD-0B25-9710-E55A-B3802684714B}"/>
              </a:ext>
            </a:extLst>
          </p:cNvPr>
          <p:cNvCxnSpPr>
            <a:cxnSpLocks/>
          </p:cNvCxnSpPr>
          <p:nvPr/>
        </p:nvCxnSpPr>
        <p:spPr>
          <a:xfrm>
            <a:off x="4780846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01C3C4E-E33B-EE53-B66C-ECAC0DB1C15B}"/>
              </a:ext>
            </a:extLst>
          </p:cNvPr>
          <p:cNvCxnSpPr>
            <a:cxnSpLocks/>
          </p:cNvCxnSpPr>
          <p:nvPr/>
        </p:nvCxnSpPr>
        <p:spPr>
          <a:xfrm>
            <a:off x="5609330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E528E84-E778-67C0-77C3-F6F683778A7E}"/>
              </a:ext>
            </a:extLst>
          </p:cNvPr>
          <p:cNvCxnSpPr>
            <a:cxnSpLocks/>
          </p:cNvCxnSpPr>
          <p:nvPr/>
        </p:nvCxnSpPr>
        <p:spPr>
          <a:xfrm>
            <a:off x="5609710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A04262D2-E4BC-A78A-3D26-C58D64B32814}"/>
              </a:ext>
            </a:extLst>
          </p:cNvPr>
          <p:cNvCxnSpPr>
            <a:cxnSpLocks/>
          </p:cNvCxnSpPr>
          <p:nvPr/>
        </p:nvCxnSpPr>
        <p:spPr>
          <a:xfrm>
            <a:off x="6438194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73EFB923-4FFE-82DD-FD9A-23A1F2FBC103}"/>
              </a:ext>
            </a:extLst>
          </p:cNvPr>
          <p:cNvCxnSpPr>
            <a:cxnSpLocks/>
          </p:cNvCxnSpPr>
          <p:nvPr/>
        </p:nvCxnSpPr>
        <p:spPr>
          <a:xfrm>
            <a:off x="6438195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88B7A7A3-5848-2EC8-18A4-AF07A31548D2}"/>
              </a:ext>
            </a:extLst>
          </p:cNvPr>
          <p:cNvCxnSpPr>
            <a:cxnSpLocks/>
          </p:cNvCxnSpPr>
          <p:nvPr/>
        </p:nvCxnSpPr>
        <p:spPr>
          <a:xfrm>
            <a:off x="7266679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B10C383-9518-8499-9C7D-DC6A281D0430}"/>
              </a:ext>
            </a:extLst>
          </p:cNvPr>
          <p:cNvCxnSpPr>
            <a:cxnSpLocks/>
          </p:cNvCxnSpPr>
          <p:nvPr/>
        </p:nvCxnSpPr>
        <p:spPr>
          <a:xfrm>
            <a:off x="7262298" y="368562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E84C35ED-C6AF-B1ED-E886-324D8C737936}"/>
              </a:ext>
            </a:extLst>
          </p:cNvPr>
          <p:cNvCxnSpPr>
            <a:cxnSpLocks/>
          </p:cNvCxnSpPr>
          <p:nvPr/>
        </p:nvCxnSpPr>
        <p:spPr>
          <a:xfrm>
            <a:off x="8090782" y="309802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F18C136E-B08C-8D79-C854-6D293A30D8F7}"/>
              </a:ext>
            </a:extLst>
          </p:cNvPr>
          <p:cNvCxnSpPr>
            <a:cxnSpLocks/>
          </p:cNvCxnSpPr>
          <p:nvPr/>
        </p:nvCxnSpPr>
        <p:spPr>
          <a:xfrm>
            <a:off x="8090783" y="311468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B4B9A7C0-7525-F1EA-B695-4ECCBE76929C}"/>
              </a:ext>
            </a:extLst>
          </p:cNvPr>
          <p:cNvCxnSpPr>
            <a:cxnSpLocks/>
          </p:cNvCxnSpPr>
          <p:nvPr/>
        </p:nvCxnSpPr>
        <p:spPr>
          <a:xfrm>
            <a:off x="8919267" y="309801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03696AA9-8B34-A92B-FD02-C4ECECB584B1}"/>
              </a:ext>
            </a:extLst>
          </p:cNvPr>
          <p:cNvCxnSpPr>
            <a:cxnSpLocks/>
          </p:cNvCxnSpPr>
          <p:nvPr/>
        </p:nvCxnSpPr>
        <p:spPr>
          <a:xfrm>
            <a:off x="8924410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7056BCC4-A5D6-E2A7-3681-6F5F33C4D16F}"/>
              </a:ext>
            </a:extLst>
          </p:cNvPr>
          <p:cNvCxnSpPr>
            <a:cxnSpLocks/>
          </p:cNvCxnSpPr>
          <p:nvPr/>
        </p:nvCxnSpPr>
        <p:spPr>
          <a:xfrm>
            <a:off x="9752894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1D099-BE99-C1E6-6A87-85A103643573}"/>
              </a:ext>
            </a:extLst>
          </p:cNvPr>
          <p:cNvCxnSpPr>
            <a:cxnSpLocks/>
          </p:cNvCxnSpPr>
          <p:nvPr/>
        </p:nvCxnSpPr>
        <p:spPr>
          <a:xfrm>
            <a:off x="2299772" y="309213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AC2CC2C-8138-B5CA-558F-1F925A8794EE}"/>
              </a:ext>
            </a:extLst>
          </p:cNvPr>
          <p:cNvSpPr txBox="1"/>
          <p:nvPr/>
        </p:nvSpPr>
        <p:spPr>
          <a:xfrm>
            <a:off x="866309" y="3188827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切换时序：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8B3B1F98-033E-C999-AAC2-0A7214DEAB0E}"/>
              </a:ext>
            </a:extLst>
          </p:cNvPr>
          <p:cNvSpPr txBox="1"/>
          <p:nvPr/>
        </p:nvSpPr>
        <p:spPr>
          <a:xfrm>
            <a:off x="2432269" y="4038739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8C1FCF1A-07BC-18C2-5338-489D9DAD51C8}"/>
              </a:ext>
            </a:extLst>
          </p:cNvPr>
          <p:cNvCxnSpPr>
            <a:cxnSpLocks/>
          </p:cNvCxnSpPr>
          <p:nvPr/>
        </p:nvCxnSpPr>
        <p:spPr>
          <a:xfrm>
            <a:off x="3128257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C92D2A1D-03C9-9F82-950A-26D5F0F4D667}"/>
              </a:ext>
            </a:extLst>
          </p:cNvPr>
          <p:cNvSpPr/>
          <p:nvPr/>
        </p:nvSpPr>
        <p:spPr>
          <a:xfrm>
            <a:off x="3205648" y="2956116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BA10965C-2D52-F4E6-69AC-60ACB2D0E21F}"/>
              </a:ext>
            </a:extLst>
          </p:cNvPr>
          <p:cNvSpPr txBox="1"/>
          <p:nvPr/>
        </p:nvSpPr>
        <p:spPr>
          <a:xfrm>
            <a:off x="4045685" y="4049315"/>
            <a:ext cx="19782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切换为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0BEDEEBD-28D2-E6F8-8E1E-38CC06C710F5}"/>
              </a:ext>
            </a:extLst>
          </p:cNvPr>
          <p:cNvCxnSpPr>
            <a:cxnSpLocks/>
          </p:cNvCxnSpPr>
          <p:nvPr/>
        </p:nvCxnSpPr>
        <p:spPr>
          <a:xfrm>
            <a:off x="4783225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>
            <a:extLst>
              <a:ext uri="{FF2B5EF4-FFF2-40B4-BE49-F238E27FC236}">
                <a16:creationId xmlns:a16="http://schemas.microsoft.com/office/drawing/2014/main" id="{7F28BB29-B6E7-1F4A-F2EB-3C7B393B06F4}"/>
              </a:ext>
            </a:extLst>
          </p:cNvPr>
          <p:cNvSpPr/>
          <p:nvPr/>
        </p:nvSpPr>
        <p:spPr>
          <a:xfrm>
            <a:off x="4926480" y="2956116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83C9633D-52A4-51BF-AB71-1499881F0FB8}"/>
              </a:ext>
            </a:extLst>
          </p:cNvPr>
          <p:cNvSpPr txBox="1"/>
          <p:nvPr/>
        </p:nvSpPr>
        <p:spPr>
          <a:xfrm>
            <a:off x="4118746" y="2293526"/>
            <a:ext cx="35110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active_frame_bus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切换输入寄存器总线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9566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B5E9D-412C-0FC3-0EAD-C4F3CAF20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AA01092-A4EE-3B7D-FB9A-BD1B4931C984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4A1ACC-7AC8-72A7-A1FA-15F8A4587C87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conv_sram_sp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行为模型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B6C7A72-93BE-5000-881A-1527AAEDB442}"/>
              </a:ext>
            </a:extLst>
          </p:cNvPr>
          <p:cNvCxnSpPr>
            <a:cxnSpLocks/>
          </p:cNvCxnSpPr>
          <p:nvPr/>
        </p:nvCxnSpPr>
        <p:spPr>
          <a:xfrm>
            <a:off x="2305910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38663F1-1C07-AD54-A980-2F40BA0D1953}"/>
              </a:ext>
            </a:extLst>
          </p:cNvPr>
          <p:cNvCxnSpPr>
            <a:cxnSpLocks/>
          </p:cNvCxnSpPr>
          <p:nvPr/>
        </p:nvCxnSpPr>
        <p:spPr>
          <a:xfrm>
            <a:off x="3134394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C43253D-C57D-EEF8-9E15-B9EF515D7184}"/>
              </a:ext>
            </a:extLst>
          </p:cNvPr>
          <p:cNvCxnSpPr>
            <a:cxnSpLocks/>
          </p:cNvCxnSpPr>
          <p:nvPr/>
        </p:nvCxnSpPr>
        <p:spPr>
          <a:xfrm>
            <a:off x="3134395" y="26377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A4F91779-CCC0-2A8B-430D-369CFB91EA29}"/>
              </a:ext>
            </a:extLst>
          </p:cNvPr>
          <p:cNvCxnSpPr>
            <a:cxnSpLocks/>
          </p:cNvCxnSpPr>
          <p:nvPr/>
        </p:nvCxnSpPr>
        <p:spPr>
          <a:xfrm>
            <a:off x="3962879" y="26210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EED7BF9-940D-B899-C280-E2B2CF462883}"/>
              </a:ext>
            </a:extLst>
          </p:cNvPr>
          <p:cNvCxnSpPr>
            <a:cxnSpLocks/>
          </p:cNvCxnSpPr>
          <p:nvPr/>
        </p:nvCxnSpPr>
        <p:spPr>
          <a:xfrm>
            <a:off x="3958498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7A2822E-3E64-2F9C-57B1-4F2EAEABDF64}"/>
              </a:ext>
            </a:extLst>
          </p:cNvPr>
          <p:cNvCxnSpPr>
            <a:cxnSpLocks/>
          </p:cNvCxnSpPr>
          <p:nvPr/>
        </p:nvCxnSpPr>
        <p:spPr>
          <a:xfrm>
            <a:off x="4786982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44157A0-E4F7-514A-039B-8C9634378228}"/>
              </a:ext>
            </a:extLst>
          </p:cNvPr>
          <p:cNvCxnSpPr>
            <a:cxnSpLocks/>
          </p:cNvCxnSpPr>
          <p:nvPr/>
        </p:nvCxnSpPr>
        <p:spPr>
          <a:xfrm>
            <a:off x="4786983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11A9ED81-368F-0B83-4295-B6D4A61B9741}"/>
              </a:ext>
            </a:extLst>
          </p:cNvPr>
          <p:cNvCxnSpPr>
            <a:cxnSpLocks/>
          </p:cNvCxnSpPr>
          <p:nvPr/>
        </p:nvCxnSpPr>
        <p:spPr>
          <a:xfrm>
            <a:off x="5615467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FE94BFD-336F-9FA0-B5CE-9E1CA5C1FB59}"/>
              </a:ext>
            </a:extLst>
          </p:cNvPr>
          <p:cNvCxnSpPr>
            <a:cxnSpLocks/>
          </p:cNvCxnSpPr>
          <p:nvPr/>
        </p:nvCxnSpPr>
        <p:spPr>
          <a:xfrm>
            <a:off x="5615847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CF2BDFF9-50ED-1D19-D2FA-935B6DF1CBE0}"/>
              </a:ext>
            </a:extLst>
          </p:cNvPr>
          <p:cNvCxnSpPr>
            <a:cxnSpLocks/>
          </p:cNvCxnSpPr>
          <p:nvPr/>
        </p:nvCxnSpPr>
        <p:spPr>
          <a:xfrm>
            <a:off x="6444331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0AFBACEF-430B-B263-3974-BF51317245D3}"/>
              </a:ext>
            </a:extLst>
          </p:cNvPr>
          <p:cNvCxnSpPr>
            <a:cxnSpLocks/>
          </p:cNvCxnSpPr>
          <p:nvPr/>
        </p:nvCxnSpPr>
        <p:spPr>
          <a:xfrm>
            <a:off x="6444332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5D6F10AE-53D6-8712-5FE5-CA5946EE25C7}"/>
              </a:ext>
            </a:extLst>
          </p:cNvPr>
          <p:cNvCxnSpPr>
            <a:cxnSpLocks/>
          </p:cNvCxnSpPr>
          <p:nvPr/>
        </p:nvCxnSpPr>
        <p:spPr>
          <a:xfrm>
            <a:off x="7272816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04D51C0-0B48-ABD0-85F8-C53FFB5385FA}"/>
              </a:ext>
            </a:extLst>
          </p:cNvPr>
          <p:cNvCxnSpPr>
            <a:cxnSpLocks/>
          </p:cNvCxnSpPr>
          <p:nvPr/>
        </p:nvCxnSpPr>
        <p:spPr>
          <a:xfrm>
            <a:off x="7268435" y="32145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0557C00-B1D1-629F-4591-316FA000CECB}"/>
              </a:ext>
            </a:extLst>
          </p:cNvPr>
          <p:cNvCxnSpPr>
            <a:cxnSpLocks/>
          </p:cNvCxnSpPr>
          <p:nvPr/>
        </p:nvCxnSpPr>
        <p:spPr>
          <a:xfrm>
            <a:off x="8096919" y="26269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D5276DA-2583-2C63-464E-5719CD923727}"/>
              </a:ext>
            </a:extLst>
          </p:cNvPr>
          <p:cNvCxnSpPr>
            <a:cxnSpLocks/>
          </p:cNvCxnSpPr>
          <p:nvPr/>
        </p:nvCxnSpPr>
        <p:spPr>
          <a:xfrm>
            <a:off x="8096920" y="264364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6859CA84-1721-95C8-2CE9-07E346DDFFDC}"/>
              </a:ext>
            </a:extLst>
          </p:cNvPr>
          <p:cNvCxnSpPr>
            <a:cxnSpLocks/>
          </p:cNvCxnSpPr>
          <p:nvPr/>
        </p:nvCxnSpPr>
        <p:spPr>
          <a:xfrm>
            <a:off x="8925404" y="26269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C69272E6-1408-F52E-D8F0-FBF1F3A5C16E}"/>
              </a:ext>
            </a:extLst>
          </p:cNvPr>
          <p:cNvCxnSpPr>
            <a:cxnSpLocks/>
          </p:cNvCxnSpPr>
          <p:nvPr/>
        </p:nvCxnSpPr>
        <p:spPr>
          <a:xfrm>
            <a:off x="8930547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B6A68433-2EDB-9CF9-F757-ECDA7A7B7E48}"/>
              </a:ext>
            </a:extLst>
          </p:cNvPr>
          <p:cNvCxnSpPr>
            <a:cxnSpLocks/>
          </p:cNvCxnSpPr>
          <p:nvPr/>
        </p:nvCxnSpPr>
        <p:spPr>
          <a:xfrm>
            <a:off x="9759031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C1886D4-E4B4-1D18-5738-0EFDCF5C5957}"/>
              </a:ext>
            </a:extLst>
          </p:cNvPr>
          <p:cNvCxnSpPr>
            <a:cxnSpLocks/>
          </p:cNvCxnSpPr>
          <p:nvPr/>
        </p:nvCxnSpPr>
        <p:spPr>
          <a:xfrm>
            <a:off x="2305909" y="26210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BF4FCAB-5C82-CF95-11BB-F4CED504C109}"/>
              </a:ext>
            </a:extLst>
          </p:cNvPr>
          <p:cNvSpPr txBox="1"/>
          <p:nvPr/>
        </p:nvSpPr>
        <p:spPr>
          <a:xfrm>
            <a:off x="872446" y="2717779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83EB435-B60E-A028-9459-EFA1AB5A629B}"/>
              </a:ext>
            </a:extLst>
          </p:cNvPr>
          <p:cNvSpPr txBox="1"/>
          <p:nvPr/>
        </p:nvSpPr>
        <p:spPr>
          <a:xfrm>
            <a:off x="2438405" y="3567691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wr_en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FD8C9C-DF81-26FE-C21B-AC9CBCCFB9CA}"/>
              </a:ext>
            </a:extLst>
          </p:cNvPr>
          <p:cNvCxnSpPr>
            <a:cxnSpLocks/>
          </p:cNvCxnSpPr>
          <p:nvPr/>
        </p:nvCxnSpPr>
        <p:spPr>
          <a:xfrm>
            <a:off x="3134394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5876D173-FB22-4DCB-DD2D-708B33CCC9E7}"/>
              </a:ext>
            </a:extLst>
          </p:cNvPr>
          <p:cNvSpPr/>
          <p:nvPr/>
        </p:nvSpPr>
        <p:spPr>
          <a:xfrm>
            <a:off x="3211785" y="2485068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40B3C6EA-F943-1914-0485-5555ED2EE1F0}"/>
              </a:ext>
            </a:extLst>
          </p:cNvPr>
          <p:cNvSpPr txBox="1"/>
          <p:nvPr/>
        </p:nvSpPr>
        <p:spPr>
          <a:xfrm>
            <a:off x="4475462" y="3612492"/>
            <a:ext cx="679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363B4019-BC28-DB7B-1E65-D60209E399BF}"/>
              </a:ext>
            </a:extLst>
          </p:cNvPr>
          <p:cNvCxnSpPr>
            <a:cxnSpLocks/>
          </p:cNvCxnSpPr>
          <p:nvPr/>
        </p:nvCxnSpPr>
        <p:spPr>
          <a:xfrm>
            <a:off x="4789362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42DA0C9-3050-D7AF-4023-CF10C1F469EB}"/>
              </a:ext>
            </a:extLst>
          </p:cNvPr>
          <p:cNvCxnSpPr>
            <a:cxnSpLocks/>
          </p:cNvCxnSpPr>
          <p:nvPr/>
        </p:nvCxnSpPr>
        <p:spPr>
          <a:xfrm>
            <a:off x="2305910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8F94D8E-A513-6E17-5FB9-C045808D437B}"/>
              </a:ext>
            </a:extLst>
          </p:cNvPr>
          <p:cNvCxnSpPr>
            <a:cxnSpLocks/>
          </p:cNvCxnSpPr>
          <p:nvPr/>
        </p:nvCxnSpPr>
        <p:spPr>
          <a:xfrm>
            <a:off x="3134394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AB210F2-FF27-7D33-F640-E43E274E91C8}"/>
              </a:ext>
            </a:extLst>
          </p:cNvPr>
          <p:cNvCxnSpPr>
            <a:cxnSpLocks/>
          </p:cNvCxnSpPr>
          <p:nvPr/>
        </p:nvCxnSpPr>
        <p:spPr>
          <a:xfrm>
            <a:off x="3134395" y="479365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82AC9581-EEC8-3E41-C910-9324A1709F88}"/>
              </a:ext>
            </a:extLst>
          </p:cNvPr>
          <p:cNvCxnSpPr>
            <a:cxnSpLocks/>
          </p:cNvCxnSpPr>
          <p:nvPr/>
        </p:nvCxnSpPr>
        <p:spPr>
          <a:xfrm>
            <a:off x="3962879" y="47769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70F9619-0005-DC31-8D47-F06C23D2FD3C}"/>
              </a:ext>
            </a:extLst>
          </p:cNvPr>
          <p:cNvCxnSpPr>
            <a:cxnSpLocks/>
          </p:cNvCxnSpPr>
          <p:nvPr/>
        </p:nvCxnSpPr>
        <p:spPr>
          <a:xfrm>
            <a:off x="3958498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9D070AE-CAB2-31BE-19D5-BF4277B1600B}"/>
              </a:ext>
            </a:extLst>
          </p:cNvPr>
          <p:cNvCxnSpPr>
            <a:cxnSpLocks/>
          </p:cNvCxnSpPr>
          <p:nvPr/>
        </p:nvCxnSpPr>
        <p:spPr>
          <a:xfrm>
            <a:off x="4786982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C53319B-99E1-2E98-66C0-4117543DBBC3}"/>
              </a:ext>
            </a:extLst>
          </p:cNvPr>
          <p:cNvCxnSpPr>
            <a:cxnSpLocks/>
          </p:cNvCxnSpPr>
          <p:nvPr/>
        </p:nvCxnSpPr>
        <p:spPr>
          <a:xfrm>
            <a:off x="4786983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9CB309D-683A-9DFF-CDB0-FBF59C78B0BB}"/>
              </a:ext>
            </a:extLst>
          </p:cNvPr>
          <p:cNvCxnSpPr>
            <a:cxnSpLocks/>
          </p:cNvCxnSpPr>
          <p:nvPr/>
        </p:nvCxnSpPr>
        <p:spPr>
          <a:xfrm>
            <a:off x="5615467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1DCA90B-8C69-19EB-1734-D21CB40C83AB}"/>
              </a:ext>
            </a:extLst>
          </p:cNvPr>
          <p:cNvCxnSpPr>
            <a:cxnSpLocks/>
          </p:cNvCxnSpPr>
          <p:nvPr/>
        </p:nvCxnSpPr>
        <p:spPr>
          <a:xfrm>
            <a:off x="5615847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D7DBD6BD-87A9-3A78-3A8C-F5EC78F7AAA8}"/>
              </a:ext>
            </a:extLst>
          </p:cNvPr>
          <p:cNvCxnSpPr>
            <a:cxnSpLocks/>
          </p:cNvCxnSpPr>
          <p:nvPr/>
        </p:nvCxnSpPr>
        <p:spPr>
          <a:xfrm>
            <a:off x="6444331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9177776-AA0C-ABD0-B247-D4D7279CA918}"/>
              </a:ext>
            </a:extLst>
          </p:cNvPr>
          <p:cNvCxnSpPr>
            <a:cxnSpLocks/>
          </p:cNvCxnSpPr>
          <p:nvPr/>
        </p:nvCxnSpPr>
        <p:spPr>
          <a:xfrm>
            <a:off x="6444332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013A42-FF79-04E9-9F6C-CF92D7D10DD6}"/>
              </a:ext>
            </a:extLst>
          </p:cNvPr>
          <p:cNvCxnSpPr>
            <a:cxnSpLocks/>
          </p:cNvCxnSpPr>
          <p:nvPr/>
        </p:nvCxnSpPr>
        <p:spPr>
          <a:xfrm>
            <a:off x="7272816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C345FEA-85AB-E226-C52C-E33A7BE9D877}"/>
              </a:ext>
            </a:extLst>
          </p:cNvPr>
          <p:cNvCxnSpPr>
            <a:cxnSpLocks/>
          </p:cNvCxnSpPr>
          <p:nvPr/>
        </p:nvCxnSpPr>
        <p:spPr>
          <a:xfrm>
            <a:off x="7268435" y="53704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68920AE-4184-B982-2943-225B0CB55903}"/>
              </a:ext>
            </a:extLst>
          </p:cNvPr>
          <p:cNvCxnSpPr>
            <a:cxnSpLocks/>
          </p:cNvCxnSpPr>
          <p:nvPr/>
        </p:nvCxnSpPr>
        <p:spPr>
          <a:xfrm>
            <a:off x="8096919" y="47828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EDFB459-B710-53E1-1CD2-01F06DDB4319}"/>
              </a:ext>
            </a:extLst>
          </p:cNvPr>
          <p:cNvCxnSpPr>
            <a:cxnSpLocks/>
          </p:cNvCxnSpPr>
          <p:nvPr/>
        </p:nvCxnSpPr>
        <p:spPr>
          <a:xfrm>
            <a:off x="8096920" y="47995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7CF8FDC-443D-2D6D-79C8-DE5A8D1DA82D}"/>
              </a:ext>
            </a:extLst>
          </p:cNvPr>
          <p:cNvCxnSpPr>
            <a:cxnSpLocks/>
          </p:cNvCxnSpPr>
          <p:nvPr/>
        </p:nvCxnSpPr>
        <p:spPr>
          <a:xfrm>
            <a:off x="8925404" y="47828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B902750-8F87-9340-0F73-C8F17765DA68}"/>
              </a:ext>
            </a:extLst>
          </p:cNvPr>
          <p:cNvCxnSpPr>
            <a:cxnSpLocks/>
          </p:cNvCxnSpPr>
          <p:nvPr/>
        </p:nvCxnSpPr>
        <p:spPr>
          <a:xfrm>
            <a:off x="8930547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F9DB0A-D374-62E5-97B9-914B0E4785FE}"/>
              </a:ext>
            </a:extLst>
          </p:cNvPr>
          <p:cNvCxnSpPr>
            <a:cxnSpLocks/>
          </p:cNvCxnSpPr>
          <p:nvPr/>
        </p:nvCxnSpPr>
        <p:spPr>
          <a:xfrm>
            <a:off x="9759031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628F38A-71C7-581B-EA61-652B9836B445}"/>
              </a:ext>
            </a:extLst>
          </p:cNvPr>
          <p:cNvCxnSpPr>
            <a:cxnSpLocks/>
          </p:cNvCxnSpPr>
          <p:nvPr/>
        </p:nvCxnSpPr>
        <p:spPr>
          <a:xfrm>
            <a:off x="2305909" y="47769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B7C39442-F2AF-E3DA-7954-68EF57905B86}"/>
              </a:ext>
            </a:extLst>
          </p:cNvPr>
          <p:cNvSpPr txBox="1"/>
          <p:nvPr/>
        </p:nvSpPr>
        <p:spPr>
          <a:xfrm>
            <a:off x="872446" y="4873678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3811737-F1C2-C516-F711-C56A802BD2F4}"/>
              </a:ext>
            </a:extLst>
          </p:cNvPr>
          <p:cNvSpPr txBox="1"/>
          <p:nvPr/>
        </p:nvSpPr>
        <p:spPr>
          <a:xfrm>
            <a:off x="2451739" y="5769677"/>
            <a:ext cx="1520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3987108E-DF35-012C-76B7-735B42B858BF}"/>
              </a:ext>
            </a:extLst>
          </p:cNvPr>
          <p:cNvCxnSpPr>
            <a:cxnSpLocks/>
          </p:cNvCxnSpPr>
          <p:nvPr/>
        </p:nvCxnSpPr>
        <p:spPr>
          <a:xfrm>
            <a:off x="3134394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18066A53-CDCE-2856-4B16-EC7D2ECD276C}"/>
              </a:ext>
            </a:extLst>
          </p:cNvPr>
          <p:cNvSpPr/>
          <p:nvPr/>
        </p:nvSpPr>
        <p:spPr>
          <a:xfrm>
            <a:off x="3211785" y="464096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DC46646A-F9E3-D26D-8A11-E4B07057BBB7}"/>
              </a:ext>
            </a:extLst>
          </p:cNvPr>
          <p:cNvCxnSpPr>
            <a:cxnSpLocks/>
          </p:cNvCxnSpPr>
          <p:nvPr/>
        </p:nvCxnSpPr>
        <p:spPr>
          <a:xfrm>
            <a:off x="4789362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713A63AE-B203-F54A-52E2-FB8FFEFA68B5}"/>
              </a:ext>
            </a:extLst>
          </p:cNvPr>
          <p:cNvSpPr txBox="1"/>
          <p:nvPr/>
        </p:nvSpPr>
        <p:spPr>
          <a:xfrm>
            <a:off x="4240657" y="5769678"/>
            <a:ext cx="13728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1C22F6B-9C52-6E28-3593-6F98B54154F2}"/>
              </a:ext>
            </a:extLst>
          </p:cNvPr>
          <p:cNvSpPr txBox="1"/>
          <p:nvPr/>
        </p:nvSpPr>
        <p:spPr>
          <a:xfrm>
            <a:off x="5910555" y="5723590"/>
            <a:ext cx="14462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95B862F-8548-4612-B7E7-80CFEE818B7A}"/>
              </a:ext>
            </a:extLst>
          </p:cNvPr>
          <p:cNvCxnSpPr>
            <a:cxnSpLocks/>
          </p:cNvCxnSpPr>
          <p:nvPr/>
        </p:nvCxnSpPr>
        <p:spPr>
          <a:xfrm>
            <a:off x="6444331" y="479365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9408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7E696-EC05-FE9E-7047-3F27175C2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44D2A3-8EA2-091B-E21B-6170F3F37DA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72CF26-213D-4B70-8499-1B6F33D1F6E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的时序模型</a:t>
            </a:r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054E0D42-8C20-10F6-C77B-B9A3E05C877F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A15C10C3-ABD0-CCE3-BD4E-2B42CDFE5D8E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045BA3B3-A7E4-BCC9-FC17-77A691E235E7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91440019-7864-7CAD-74A2-964C5E8D5227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31E82D6-464F-DFA0-64E5-231B56E6EA2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88E1FE24-5CC6-3ADD-7F4A-48756CA0DE4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C57DBD7E-8CB4-F994-0278-7F0CC907E852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DC8D7C30-6282-4A66-7293-4281471330E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5A522C8D-F58D-1FCD-E126-DC8999C8390F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6711DDAC-1AD2-6C00-9BDE-49A61D0D2231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EBFBFCFA-6FEB-A7E1-0A21-1FF6A5647C88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9A7B8953-6CC5-9C0E-F0FB-59BF45A39A53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B280CE9E-1776-FB27-B173-A07DECB9C9A7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94BA9229-4D53-9D5E-6830-6DAC5F7908A9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8124B825-BF75-574E-ABB8-7F4B34E5A9C6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>
            <a:extLst>
              <a:ext uri="{FF2B5EF4-FFF2-40B4-BE49-F238E27FC236}">
                <a16:creationId xmlns:a16="http://schemas.microsoft.com/office/drawing/2014/main" id="{AE53D150-B84E-CA47-78DC-0054D646AFBE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8CAE9ED3-535F-39DF-337E-216363BE7E85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765E6990-D47E-7E09-6E71-7342753DFC09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9D58D2B3-EE09-48C8-F58A-1E6A4605E0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2D8E8EF8-BF68-9572-C001-0AA3177F7558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45944349-9367-6C67-155D-FA076589DD9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C1D35A69-C75A-9F3B-84DF-DDC0F2DD86A8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B000FAA7-CAB9-0363-3428-EF112045998B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727EF5B5-559C-DF35-122E-BA30433FE0DA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3BADB14A-BD6D-DF9E-22F0-5995ED670608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E7A27B28-4798-2892-6DA2-D0A9CAF99B8F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7BF6F4A5-C637-A057-A8C4-33AA94C4625A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DD625F9B-EF6C-A5B7-BFDF-28DE693D8B5C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9091BA80-27E3-8B3C-27A3-AE59DABCAA5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9F3229E6-1531-2AB2-FAA8-8AE1B3D7B487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F490BCA6-AF9F-CCB2-1F28-29B2C48ADC1A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119ABCB1-5301-196C-FA1F-A4FEB2E391B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E674CE83-777A-B62D-C5B3-79268D4E147C}"/>
              </a:ext>
            </a:extLst>
          </p:cNvPr>
          <p:cNvSpPr txBox="1"/>
          <p:nvPr/>
        </p:nvSpPr>
        <p:spPr>
          <a:xfrm>
            <a:off x="1548553" y="1914508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数据打拍，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元数据打拍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B56249D1-436E-A041-173B-E76C7F6C5DE4}"/>
              </a:ext>
            </a:extLst>
          </p:cNvPr>
          <p:cNvSpPr txBox="1"/>
          <p:nvPr/>
        </p:nvSpPr>
        <p:spPr>
          <a:xfrm>
            <a:off x="1548553" y="3673860"/>
            <a:ext cx="13087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元数据：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valid, last, pos, group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ADA37DA5-E5D7-4413-D29D-46A0873A345B}"/>
              </a:ext>
            </a:extLst>
          </p:cNvPr>
          <p:cNvSpPr txBox="1"/>
          <p:nvPr/>
        </p:nvSpPr>
        <p:spPr>
          <a:xfrm>
            <a:off x="3068645" y="1906364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卷积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C23E1CDD-EE6D-07C0-6C69-F734B34ED652}"/>
              </a:ext>
            </a:extLst>
          </p:cNvPr>
          <p:cNvSpPr txBox="1"/>
          <p:nvPr/>
        </p:nvSpPr>
        <p:spPr>
          <a:xfrm>
            <a:off x="2910801" y="3649579"/>
            <a:ext cx="1904167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一共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个输出通道，每个通道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(7, 1)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，输入数据的维度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(4, 10)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滑动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次，每次做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的乘累加，想想为什么要这样滑动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262425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B6B51-BE71-C29C-0628-7354FE4F4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1620C5E-A578-7F58-FEC6-8676F0411066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80DFEF3-5421-1606-3B0E-7CE4C0739AA2}"/>
              </a:ext>
            </a:extLst>
          </p:cNvPr>
          <p:cNvSpPr txBox="1"/>
          <p:nvPr/>
        </p:nvSpPr>
        <p:spPr>
          <a:xfrm>
            <a:off x="540047" y="1123055"/>
            <a:ext cx="52249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数据形状变化（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stage1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65EDE27A-79B5-B020-3684-313E6BB00E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9177981"/>
              </p:ext>
            </p:extLst>
          </p:nvPr>
        </p:nvGraphicFramePr>
        <p:xfrm>
          <a:off x="626647" y="1634066"/>
          <a:ext cx="360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02674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395081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012822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5320923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563119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095372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3029382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78633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2071598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5367894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012989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80521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91705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22141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726804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43386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645095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37774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64894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89354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00043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946396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642073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878934"/>
                  </a:ext>
                </a:extLst>
              </a:tr>
            </a:tbl>
          </a:graphicData>
        </a:graphic>
      </p:graphicFrame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87AF0B33-E5A3-29BC-7DE4-2C08FDC648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1207514"/>
              </p:ext>
            </p:extLst>
          </p:nvPr>
        </p:nvGraphicFramePr>
        <p:xfrm>
          <a:off x="6293389" y="1634067"/>
          <a:ext cx="360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9" name="箭头: 右 8">
            <a:extLst>
              <a:ext uri="{FF2B5EF4-FFF2-40B4-BE49-F238E27FC236}">
                <a16:creationId xmlns:a16="http://schemas.microsoft.com/office/drawing/2014/main" id="{91096C93-9408-333D-4EC1-F972FFFC4EF8}"/>
              </a:ext>
            </a:extLst>
          </p:cNvPr>
          <p:cNvSpPr/>
          <p:nvPr/>
        </p:nvSpPr>
        <p:spPr>
          <a:xfrm>
            <a:off x="5356997" y="2123372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B0CDD7FF-EB4C-A587-34CB-E5254BDB09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806247"/>
              </p:ext>
            </p:extLst>
          </p:nvPr>
        </p:nvGraphicFramePr>
        <p:xfrm>
          <a:off x="5140543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11" name="箭头: 右 10">
            <a:extLst>
              <a:ext uri="{FF2B5EF4-FFF2-40B4-BE49-F238E27FC236}">
                <a16:creationId xmlns:a16="http://schemas.microsoft.com/office/drawing/2014/main" id="{E7667F73-15D6-7CA0-CAB7-64E2892782DF}"/>
              </a:ext>
            </a:extLst>
          </p:cNvPr>
          <p:cNvSpPr/>
          <p:nvPr/>
        </p:nvSpPr>
        <p:spPr>
          <a:xfrm rot="5400000">
            <a:off x="7747902" y="3445691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F418BEEF-A0E3-7137-45B1-8C187C0052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847506"/>
              </p:ext>
            </p:extLst>
          </p:nvPr>
        </p:nvGraphicFramePr>
        <p:xfrm>
          <a:off x="6695149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2370A91-AF81-7646-F656-0AACC02CE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418495"/>
              </p:ext>
            </p:extLst>
          </p:nvPr>
        </p:nvGraphicFramePr>
        <p:xfrm>
          <a:off x="8230255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FA635A15-4F3A-0924-626E-84AB02EB17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426556"/>
              </p:ext>
            </p:extLst>
          </p:nvPr>
        </p:nvGraphicFramePr>
        <p:xfrm>
          <a:off x="9784861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6265ABDA-029E-00E4-612D-89C3E41A46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3706999"/>
              </p:ext>
            </p:extLst>
          </p:nvPr>
        </p:nvGraphicFramePr>
        <p:xfrm>
          <a:off x="5140543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5D9C6BA9-9301-54D9-A265-963A31FB19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175074"/>
              </p:ext>
            </p:extLst>
          </p:nvPr>
        </p:nvGraphicFramePr>
        <p:xfrm>
          <a:off x="6695149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641C4BCB-17C5-3953-F5F8-C309242FB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0302570"/>
              </p:ext>
            </p:extLst>
          </p:nvPr>
        </p:nvGraphicFramePr>
        <p:xfrm>
          <a:off x="8230255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0212FA77-7E1C-5C9F-3D9B-8987954E82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8932528"/>
              </p:ext>
            </p:extLst>
          </p:nvPr>
        </p:nvGraphicFramePr>
        <p:xfrm>
          <a:off x="9784861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F7CB16A9-C5C9-2AD6-ECD6-3F8DBEB4C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1134905"/>
              </p:ext>
            </p:extLst>
          </p:nvPr>
        </p:nvGraphicFramePr>
        <p:xfrm>
          <a:off x="5140543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A01B4204-91F9-7528-FFA2-4C8828C2C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236535"/>
              </p:ext>
            </p:extLst>
          </p:nvPr>
        </p:nvGraphicFramePr>
        <p:xfrm>
          <a:off x="6695149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EDAFBA93-A5AF-19AF-E1F4-D2452005A4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53546"/>
              </p:ext>
            </p:extLst>
          </p:nvPr>
        </p:nvGraphicFramePr>
        <p:xfrm>
          <a:off x="8230255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6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87558EEA-A41A-D53F-6512-DF30B532A6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825946"/>
              </p:ext>
            </p:extLst>
          </p:nvPr>
        </p:nvGraphicFramePr>
        <p:xfrm>
          <a:off x="9784861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DCC55FFD-0D89-812F-0270-66F195A92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3966218"/>
              </p:ext>
            </p:extLst>
          </p:nvPr>
        </p:nvGraphicFramePr>
        <p:xfrm>
          <a:off x="5140543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021A413D-BA84-75FA-23E6-50DE73AC0B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0549423"/>
              </p:ext>
            </p:extLst>
          </p:nvPr>
        </p:nvGraphicFramePr>
        <p:xfrm>
          <a:off x="6695149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9C2B27CA-915D-21EF-2338-9C4B7C9F92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877564"/>
              </p:ext>
            </p:extLst>
          </p:nvPr>
        </p:nvGraphicFramePr>
        <p:xfrm>
          <a:off x="8230255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7D0696BB-3D97-832D-AED2-136EB3FD96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5168732"/>
              </p:ext>
            </p:extLst>
          </p:nvPr>
        </p:nvGraphicFramePr>
        <p:xfrm>
          <a:off x="9784861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9410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86102-E294-CAB2-1967-EA4306EC9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8C31ED4-4642-1BE4-A088-AC8E8645EB0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83DF690-023D-63C4-F757-072DD2045DBA}"/>
              </a:ext>
            </a:extLst>
          </p:cNvPr>
          <p:cNvSpPr txBox="1"/>
          <p:nvPr/>
        </p:nvSpPr>
        <p:spPr>
          <a:xfrm>
            <a:off x="540047" y="1123055"/>
            <a:ext cx="39153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状态信号更迭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B15B2D6-4824-0118-4E1E-79626B260578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9F1AA55E-4A8B-1F97-1D24-05D8D126499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50109C4-6266-1DE2-D768-7FDAD766E593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55C1703-1932-AF1B-8345-39EEEE1D115D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B03C78D-7297-5F8F-62E6-C0A1395C02B6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CFEF096-BAB8-CBA7-8B3D-71B21D99D4E3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AC8058E-3070-D0BB-F5AC-C35CBB8FECFD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52F5960-CC14-081C-5A7C-FA545248F3C7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8E482270-264B-3C62-774D-84423E20C99E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3356F22-65D8-2A6D-93E7-F97643635E50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3EB404C-9FEB-FBC7-9B0D-AD80FBFC03DD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21ED086-06E0-2C17-1EBC-965714D3D292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F22BF91-5475-20D0-298D-F006674DA801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D92E7C10-9FB2-3F2A-3409-F9FD62715CD8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B48AB88-A902-4889-23D4-AAA4BFB4CD8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ED72BDD1-27CC-B6C0-AD9A-D8A916D3A41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84E05492-4FF6-FE3B-5B71-A77809881F43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F37C93F9-345C-4EF4-7C58-A6BDDA70CB1C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B84F201-9507-4F11-1A32-001D36C08758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CCE5E320-006F-061E-5731-99B40A852F2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708016A-5D46-2F98-26C1-DE71DD114A31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FD4F8B8-1028-AEC9-6850-2B5D423C185E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1C7EBD68-A571-6642-7545-DE846B14F95C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A7C239D8-47E5-DCF3-40DA-E4198FBEB2D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2E520D6-C84C-437B-CB57-C3A502892250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72729BB7-16E9-9CA2-0C2E-1AB9F8E26D4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B219A9DD-B708-50DE-19C7-23718CBBE94F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6544A14-92C2-30FD-1957-BF540492095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32F08C59-4032-DCE2-BBD0-D8D290F72853}"/>
              </a:ext>
            </a:extLst>
          </p:cNvPr>
          <p:cNvSpPr txBox="1"/>
          <p:nvPr/>
        </p:nvSpPr>
        <p:spPr>
          <a:xfrm>
            <a:off x="-39796" y="1996655"/>
            <a:ext cx="20832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69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3A56D872-A9CB-EC6E-2E1C-E582016CCE2A}"/>
              </a:ext>
            </a:extLst>
          </p:cNvPr>
          <p:cNvSpPr txBox="1"/>
          <p:nvPr/>
        </p:nvSpPr>
        <p:spPr>
          <a:xfrm>
            <a:off x="722586" y="3855096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1,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9B6E3AE6-5FE1-CB0D-EB27-4722AFCF6D18}"/>
              </a:ext>
            </a:extLst>
          </p:cNvPr>
          <p:cNvSpPr/>
          <p:nvPr/>
        </p:nvSpPr>
        <p:spPr>
          <a:xfrm>
            <a:off x="2657207" y="5099102"/>
            <a:ext cx="925543" cy="764775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And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91E27CB-6A90-EDAA-7E42-1F92E8615003}"/>
              </a:ext>
            </a:extLst>
          </p:cNvPr>
          <p:cNvSpPr txBox="1"/>
          <p:nvPr/>
        </p:nvSpPr>
        <p:spPr>
          <a:xfrm>
            <a:off x="1261763" y="5143608"/>
            <a:ext cx="9255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 = 1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AE9D0982-90C1-A756-90E9-CABE2FFA9483}"/>
              </a:ext>
            </a:extLst>
          </p:cNvPr>
          <p:cNvSpPr txBox="1"/>
          <p:nvPr/>
        </p:nvSpPr>
        <p:spPr>
          <a:xfrm>
            <a:off x="596099" y="5482162"/>
            <a:ext cx="16435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&lt; 71</a:t>
            </a:r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567B7344-E372-BD79-C754-CCED937E7B73}"/>
              </a:ext>
            </a:extLst>
          </p:cNvPr>
          <p:cNvCxnSpPr>
            <a:cxnSpLocks/>
          </p:cNvCxnSpPr>
          <p:nvPr/>
        </p:nvCxnSpPr>
        <p:spPr>
          <a:xfrm>
            <a:off x="2118005" y="5312885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3C2FCD12-3482-3529-4968-7392BBC0D898}"/>
              </a:ext>
            </a:extLst>
          </p:cNvPr>
          <p:cNvCxnSpPr>
            <a:cxnSpLocks/>
          </p:cNvCxnSpPr>
          <p:nvPr/>
        </p:nvCxnSpPr>
        <p:spPr>
          <a:xfrm>
            <a:off x="2113685" y="565143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B1816E39-42E5-1813-6780-125F402F80C1}"/>
              </a:ext>
            </a:extLst>
          </p:cNvPr>
          <p:cNvCxnSpPr>
            <a:cxnSpLocks/>
          </p:cNvCxnSpPr>
          <p:nvPr/>
        </p:nvCxnSpPr>
        <p:spPr>
          <a:xfrm>
            <a:off x="3582750" y="548148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D08F572F-DD74-C644-8E6C-B3477154F83C}"/>
              </a:ext>
            </a:extLst>
          </p:cNvPr>
          <p:cNvSpPr txBox="1"/>
          <p:nvPr/>
        </p:nvSpPr>
        <p:spPr>
          <a:xfrm>
            <a:off x="4118645" y="5312885"/>
            <a:ext cx="10672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235ABB94-F336-E51D-76B8-A6D15E70C0F7}"/>
              </a:ext>
            </a:extLst>
          </p:cNvPr>
          <p:cNvSpPr/>
          <p:nvPr/>
        </p:nvSpPr>
        <p:spPr>
          <a:xfrm>
            <a:off x="5325413" y="4388101"/>
            <a:ext cx="1377864" cy="33855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pos_req_valid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9345A694-0237-6F86-53BB-5396ECD6CEFF}"/>
              </a:ext>
            </a:extLst>
          </p:cNvPr>
          <p:cNvSpPr/>
          <p:nvPr/>
        </p:nvSpPr>
        <p:spPr>
          <a:xfrm>
            <a:off x="5325413" y="4991483"/>
            <a:ext cx="1377864" cy="338554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weight_rd_en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79421FD4-A1F0-8DFF-ABB7-364EA21503C4}"/>
              </a:ext>
            </a:extLst>
          </p:cNvPr>
          <p:cNvSpPr/>
          <p:nvPr/>
        </p:nvSpPr>
        <p:spPr>
          <a:xfrm>
            <a:off x="5325413" y="5594865"/>
            <a:ext cx="1377864" cy="338554"/>
          </a:xfrm>
          <a:prstGeom prst="roundRect">
            <a:avLst/>
          </a:prstGeom>
          <a:solidFill>
            <a:srgbClr val="FF0000">
              <a:alpha val="17000"/>
            </a:srgbClr>
          </a:solidFill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bias_rd_en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FC417190-AE6C-8BF7-968A-4C44AFACD214}"/>
              </a:ext>
            </a:extLst>
          </p:cNvPr>
          <p:cNvSpPr txBox="1"/>
          <p:nvPr/>
        </p:nvSpPr>
        <p:spPr>
          <a:xfrm>
            <a:off x="6842831" y="4388101"/>
            <a:ext cx="2309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向输入存储器发送请求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2DEB9018-AD6D-26B6-0A71-2485070DBAEB}"/>
              </a:ext>
            </a:extLst>
          </p:cNvPr>
          <p:cNvSpPr txBox="1"/>
          <p:nvPr/>
        </p:nvSpPr>
        <p:spPr>
          <a:xfrm>
            <a:off x="6842830" y="4991483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FCD1B46-26CE-F564-203C-8B650527DC69}"/>
              </a:ext>
            </a:extLst>
          </p:cNvPr>
          <p:cNvSpPr txBox="1"/>
          <p:nvPr/>
        </p:nvSpPr>
        <p:spPr>
          <a:xfrm>
            <a:off x="6842829" y="5594865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5" name="矩形: 圆角 74">
            <a:extLst>
              <a:ext uri="{FF2B5EF4-FFF2-40B4-BE49-F238E27FC236}">
                <a16:creationId xmlns:a16="http://schemas.microsoft.com/office/drawing/2014/main" id="{83D1596E-B592-5C09-4892-C50A87634764}"/>
              </a:ext>
            </a:extLst>
          </p:cNvPr>
          <p:cNvSpPr/>
          <p:nvPr/>
        </p:nvSpPr>
        <p:spPr>
          <a:xfrm>
            <a:off x="5325413" y="6198247"/>
            <a:ext cx="1377864" cy="338554"/>
          </a:xfrm>
          <a:prstGeom prst="roundRect">
            <a:avLst/>
          </a:prstGeom>
          <a:solidFill>
            <a:srgbClr val="FFC000">
              <a:alpha val="17000"/>
            </a:srgbClr>
          </a:solidFill>
          <a:ln w="254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stage0_valid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368F7B3B-44EE-F36B-1AE2-A2671678BF36}"/>
              </a:ext>
            </a:extLst>
          </p:cNvPr>
          <p:cNvSpPr txBox="1"/>
          <p:nvPr/>
        </p:nvSpPr>
        <p:spPr>
          <a:xfrm>
            <a:off x="6849974" y="6204527"/>
            <a:ext cx="21797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左大括号 76">
            <a:extLst>
              <a:ext uri="{FF2B5EF4-FFF2-40B4-BE49-F238E27FC236}">
                <a16:creationId xmlns:a16="http://schemas.microsoft.com/office/drawing/2014/main" id="{8E9F6468-46E1-F17E-9E09-04107B2BD2A3}"/>
              </a:ext>
            </a:extLst>
          </p:cNvPr>
          <p:cNvSpPr/>
          <p:nvPr/>
        </p:nvSpPr>
        <p:spPr>
          <a:xfrm>
            <a:off x="5044690" y="4609845"/>
            <a:ext cx="242744" cy="174809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EE0D91E5-0E00-B96E-D415-020444F97CF7}"/>
              </a:ext>
            </a:extLst>
          </p:cNvPr>
          <p:cNvCxnSpPr>
            <a:cxnSpLocks/>
          </p:cNvCxnSpPr>
          <p:nvPr/>
        </p:nvCxnSpPr>
        <p:spPr>
          <a:xfrm>
            <a:off x="3068645" y="294679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23A7AA2D-8C4F-9369-5386-E8EC4F4430D2}"/>
              </a:ext>
            </a:extLst>
          </p:cNvPr>
          <p:cNvSpPr txBox="1"/>
          <p:nvPr/>
        </p:nvSpPr>
        <p:spPr>
          <a:xfrm>
            <a:off x="2664498" y="3884147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停止更新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59522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8CE04-4EC7-0771-16F1-F527FCFAA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A715D3-00C0-11D2-4DF0-72D2007A88F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8222D26-F931-337E-6777-B6CA3252CDC5}"/>
              </a:ext>
            </a:extLst>
          </p:cNvPr>
          <p:cNvSpPr txBox="1"/>
          <p:nvPr/>
        </p:nvSpPr>
        <p:spPr>
          <a:xfrm>
            <a:off x="540047" y="1123055"/>
            <a:ext cx="38232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2133297-0092-4BB7-A17C-10A38C9665E1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7671E22-1A8A-C14B-4157-6A90E33C30B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3B60A98D-0CC9-4845-EA97-581D8B0019D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8BAA2E6-AA25-867A-08E6-040D9B96E042}"/>
              </a:ext>
            </a:extLst>
          </p:cNvPr>
          <p:cNvCxnSpPr>
            <a:cxnSpLocks/>
          </p:cNvCxnSpPr>
          <p:nvPr/>
        </p:nvCxnSpPr>
        <p:spPr>
          <a:xfrm>
            <a:off x="2275227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BF6D513-2062-EB33-457E-3A1118CB5FA2}"/>
              </a:ext>
            </a:extLst>
          </p:cNvPr>
          <p:cNvCxnSpPr>
            <a:cxnSpLocks/>
          </p:cNvCxnSpPr>
          <p:nvPr/>
        </p:nvCxnSpPr>
        <p:spPr>
          <a:xfrm>
            <a:off x="2270846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2C79219-D5E0-173E-761D-214ED411DDD9}"/>
              </a:ext>
            </a:extLst>
          </p:cNvPr>
          <p:cNvCxnSpPr>
            <a:cxnSpLocks/>
          </p:cNvCxnSpPr>
          <p:nvPr/>
        </p:nvCxnSpPr>
        <p:spPr>
          <a:xfrm>
            <a:off x="3099330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9FD68FF-EA2A-EA0E-EBD4-DD16121CECE8}"/>
              </a:ext>
            </a:extLst>
          </p:cNvPr>
          <p:cNvCxnSpPr>
            <a:cxnSpLocks/>
          </p:cNvCxnSpPr>
          <p:nvPr/>
        </p:nvCxnSpPr>
        <p:spPr>
          <a:xfrm>
            <a:off x="3099331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0E5DFA-963B-A183-523E-4ACB72A84AB7}"/>
              </a:ext>
            </a:extLst>
          </p:cNvPr>
          <p:cNvCxnSpPr>
            <a:cxnSpLocks/>
          </p:cNvCxnSpPr>
          <p:nvPr/>
        </p:nvCxnSpPr>
        <p:spPr>
          <a:xfrm>
            <a:off x="3927815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570728C3-6930-F656-0214-65B9D15B7B52}"/>
              </a:ext>
            </a:extLst>
          </p:cNvPr>
          <p:cNvCxnSpPr>
            <a:cxnSpLocks/>
          </p:cNvCxnSpPr>
          <p:nvPr/>
        </p:nvCxnSpPr>
        <p:spPr>
          <a:xfrm>
            <a:off x="3928195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27C756C-9BD1-639D-490D-5AB7B89F1A5D}"/>
              </a:ext>
            </a:extLst>
          </p:cNvPr>
          <p:cNvCxnSpPr>
            <a:cxnSpLocks/>
          </p:cNvCxnSpPr>
          <p:nvPr/>
        </p:nvCxnSpPr>
        <p:spPr>
          <a:xfrm>
            <a:off x="4756679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D0607EA-5483-C199-3630-A8A1001E22ED}"/>
              </a:ext>
            </a:extLst>
          </p:cNvPr>
          <p:cNvCxnSpPr>
            <a:cxnSpLocks/>
          </p:cNvCxnSpPr>
          <p:nvPr/>
        </p:nvCxnSpPr>
        <p:spPr>
          <a:xfrm>
            <a:off x="4756680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D363525-3046-1D65-0BCF-9A757AF8844E}"/>
              </a:ext>
            </a:extLst>
          </p:cNvPr>
          <p:cNvCxnSpPr>
            <a:cxnSpLocks/>
          </p:cNvCxnSpPr>
          <p:nvPr/>
        </p:nvCxnSpPr>
        <p:spPr>
          <a:xfrm>
            <a:off x="5585164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A418BC1-5E9F-EE8B-AB40-31F106C60E4D}"/>
              </a:ext>
            </a:extLst>
          </p:cNvPr>
          <p:cNvCxnSpPr>
            <a:cxnSpLocks/>
          </p:cNvCxnSpPr>
          <p:nvPr/>
        </p:nvCxnSpPr>
        <p:spPr>
          <a:xfrm>
            <a:off x="5580783" y="29923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3AF49FE-B661-D0F5-353A-7AD2ADAB968C}"/>
              </a:ext>
            </a:extLst>
          </p:cNvPr>
          <p:cNvCxnSpPr>
            <a:cxnSpLocks/>
          </p:cNvCxnSpPr>
          <p:nvPr/>
        </p:nvCxnSpPr>
        <p:spPr>
          <a:xfrm>
            <a:off x="6409267" y="240479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5ADB6DB-E967-F1FD-1489-89CAE32471CD}"/>
              </a:ext>
            </a:extLst>
          </p:cNvPr>
          <p:cNvCxnSpPr>
            <a:cxnSpLocks/>
          </p:cNvCxnSpPr>
          <p:nvPr/>
        </p:nvCxnSpPr>
        <p:spPr>
          <a:xfrm>
            <a:off x="6409268" y="24214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1A9E2197-DB9F-EC93-0A0D-C5EDE3EFF880}"/>
              </a:ext>
            </a:extLst>
          </p:cNvPr>
          <p:cNvCxnSpPr>
            <a:cxnSpLocks/>
          </p:cNvCxnSpPr>
          <p:nvPr/>
        </p:nvCxnSpPr>
        <p:spPr>
          <a:xfrm>
            <a:off x="7237752" y="24047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BB1EC8C-3A06-8800-4DB0-6C15F09E5B8A}"/>
              </a:ext>
            </a:extLst>
          </p:cNvPr>
          <p:cNvCxnSpPr>
            <a:cxnSpLocks/>
          </p:cNvCxnSpPr>
          <p:nvPr/>
        </p:nvCxnSpPr>
        <p:spPr>
          <a:xfrm>
            <a:off x="7242895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25DF6808-63FD-C5FA-8DEF-BBA904DAC5CC}"/>
              </a:ext>
            </a:extLst>
          </p:cNvPr>
          <p:cNvCxnSpPr>
            <a:cxnSpLocks/>
          </p:cNvCxnSpPr>
          <p:nvPr/>
        </p:nvCxnSpPr>
        <p:spPr>
          <a:xfrm>
            <a:off x="8071379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BADB72BB-DA6D-CEDF-A3EC-86E574352A42}"/>
              </a:ext>
            </a:extLst>
          </p:cNvPr>
          <p:cNvCxnSpPr>
            <a:cxnSpLocks/>
          </p:cNvCxnSpPr>
          <p:nvPr/>
        </p:nvCxnSpPr>
        <p:spPr>
          <a:xfrm>
            <a:off x="8071380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39C421FE-08CD-2894-B6FC-41B1512EAF95}"/>
              </a:ext>
            </a:extLst>
          </p:cNvPr>
          <p:cNvCxnSpPr>
            <a:cxnSpLocks/>
          </p:cNvCxnSpPr>
          <p:nvPr/>
        </p:nvCxnSpPr>
        <p:spPr>
          <a:xfrm>
            <a:off x="8893101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B2C0AE5-E0B9-AC18-8CA7-D2FE2085B95D}"/>
              </a:ext>
            </a:extLst>
          </p:cNvPr>
          <p:cNvCxnSpPr>
            <a:cxnSpLocks/>
          </p:cNvCxnSpPr>
          <p:nvPr/>
        </p:nvCxnSpPr>
        <p:spPr>
          <a:xfrm>
            <a:off x="9721585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F938CF0E-0EC4-A1AE-65F3-047378B32A35}"/>
              </a:ext>
            </a:extLst>
          </p:cNvPr>
          <p:cNvCxnSpPr>
            <a:cxnSpLocks/>
          </p:cNvCxnSpPr>
          <p:nvPr/>
        </p:nvCxnSpPr>
        <p:spPr>
          <a:xfrm>
            <a:off x="9721586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D66ED09-6214-B429-AF9E-DD171FB927F8}"/>
              </a:ext>
            </a:extLst>
          </p:cNvPr>
          <p:cNvCxnSpPr>
            <a:cxnSpLocks/>
          </p:cNvCxnSpPr>
          <p:nvPr/>
        </p:nvCxnSpPr>
        <p:spPr>
          <a:xfrm>
            <a:off x="10550071" y="298651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B3AB705C-A70C-F196-87F8-06BD91A4A138}"/>
              </a:ext>
            </a:extLst>
          </p:cNvPr>
          <p:cNvCxnSpPr>
            <a:cxnSpLocks/>
          </p:cNvCxnSpPr>
          <p:nvPr/>
        </p:nvCxnSpPr>
        <p:spPr>
          <a:xfrm>
            <a:off x="11378555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F464EA7F-CE07-0C15-CA4F-A494121FFB06}"/>
              </a:ext>
            </a:extLst>
          </p:cNvPr>
          <p:cNvCxnSpPr>
            <a:cxnSpLocks/>
          </p:cNvCxnSpPr>
          <p:nvPr/>
        </p:nvCxnSpPr>
        <p:spPr>
          <a:xfrm>
            <a:off x="618257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EA46E69-0393-9115-BF88-710AC1BB32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9D25CC8-A66E-3657-91D7-03D3265B185F}"/>
              </a:ext>
            </a:extLst>
          </p:cNvPr>
          <p:cNvCxnSpPr>
            <a:cxnSpLocks/>
          </p:cNvCxnSpPr>
          <p:nvPr/>
        </p:nvCxnSpPr>
        <p:spPr>
          <a:xfrm>
            <a:off x="3099330" y="245584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B0F8B440-0ED8-80C8-E610-FD99F52F270A}"/>
              </a:ext>
            </a:extLst>
          </p:cNvPr>
          <p:cNvSpPr txBox="1"/>
          <p:nvPr/>
        </p:nvSpPr>
        <p:spPr>
          <a:xfrm>
            <a:off x="987975" y="3424853"/>
            <a:ext cx="100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404457-C1FB-2EC9-15D0-3D3518883C23}"/>
              </a:ext>
            </a:extLst>
          </p:cNvPr>
          <p:cNvSpPr txBox="1"/>
          <p:nvPr/>
        </p:nvSpPr>
        <p:spPr>
          <a:xfrm>
            <a:off x="2685087" y="3424854"/>
            <a:ext cx="152483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3411515-6869-DB15-7E4F-8E6066CBB4D1}"/>
              </a:ext>
            </a:extLst>
          </p:cNvPr>
          <p:cNvSpPr txBox="1"/>
          <p:nvPr/>
        </p:nvSpPr>
        <p:spPr>
          <a:xfrm>
            <a:off x="2685086" y="4664769"/>
            <a:ext cx="172121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bs_rd_en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并发送地址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F2890C1-CB14-72AA-36C5-ED33F564A746}"/>
              </a:ext>
            </a:extLst>
          </p:cNvPr>
          <p:cNvCxnSpPr>
            <a:cxnSpLocks/>
          </p:cNvCxnSpPr>
          <p:nvPr/>
        </p:nvCxnSpPr>
        <p:spPr>
          <a:xfrm>
            <a:off x="4756679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5E27E990-F34A-848D-09F6-8AE7C0151851}"/>
              </a:ext>
            </a:extLst>
          </p:cNvPr>
          <p:cNvSpPr txBox="1"/>
          <p:nvPr/>
        </p:nvSpPr>
        <p:spPr>
          <a:xfrm>
            <a:off x="4284780" y="3430402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，更新状态计数器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5A59C9B-781B-FC32-CE2C-5488C7D81AA5}"/>
              </a:ext>
            </a:extLst>
          </p:cNvPr>
          <p:cNvSpPr txBox="1"/>
          <p:nvPr/>
        </p:nvSpPr>
        <p:spPr>
          <a:xfrm>
            <a:off x="4277430" y="4339498"/>
            <a:ext cx="188719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，置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，并输出一组数据窗口（其实这个窗口一直在，只是此时有效了）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38F20F08-227A-CEDE-DD17-F9960281A427}"/>
              </a:ext>
            </a:extLst>
          </p:cNvPr>
          <p:cNvSpPr txBox="1"/>
          <p:nvPr/>
        </p:nvSpPr>
        <p:spPr>
          <a:xfrm>
            <a:off x="2685086" y="5792659"/>
            <a:ext cx="13807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，标记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总线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80FCB22-E425-C6E6-48B2-3B190668B665}"/>
              </a:ext>
            </a:extLst>
          </p:cNvPr>
          <p:cNvSpPr txBox="1"/>
          <p:nvPr/>
        </p:nvSpPr>
        <p:spPr>
          <a:xfrm>
            <a:off x="4284779" y="5834320"/>
            <a:ext cx="16823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接受到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，组织好数据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4D306AD-6DB1-E381-DC86-0CAD31EDEA50}"/>
              </a:ext>
            </a:extLst>
          </p:cNvPr>
          <p:cNvCxnSpPr>
            <a:cxnSpLocks/>
          </p:cNvCxnSpPr>
          <p:nvPr/>
        </p:nvCxnSpPr>
        <p:spPr>
          <a:xfrm>
            <a:off x="6409267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0E9C3896-38AE-BF46-A8BE-85042CE976B2}"/>
              </a:ext>
            </a:extLst>
          </p:cNvPr>
          <p:cNvSpPr txBox="1"/>
          <p:nvPr/>
        </p:nvSpPr>
        <p:spPr>
          <a:xfrm>
            <a:off x="5967126" y="3379984"/>
            <a:ext cx="18871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读到输入数据有效信号（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总线直连输入数据和权重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偏置），置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D41AF07-AD05-246F-ED07-223E275C7FA4}"/>
              </a:ext>
            </a:extLst>
          </p:cNvPr>
          <p:cNvCxnSpPr>
            <a:cxnSpLocks/>
          </p:cNvCxnSpPr>
          <p:nvPr/>
        </p:nvCxnSpPr>
        <p:spPr>
          <a:xfrm>
            <a:off x="8078823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8136BDFF-5657-F502-A107-709F032A6538}"/>
              </a:ext>
            </a:extLst>
          </p:cNvPr>
          <p:cNvSpPr txBox="1"/>
          <p:nvPr/>
        </p:nvSpPr>
        <p:spPr>
          <a:xfrm>
            <a:off x="5995025" y="459617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buffer,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继续发送新的数据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F30F145-F0B8-D754-B300-D6B573AE2723}"/>
              </a:ext>
            </a:extLst>
          </p:cNvPr>
          <p:cNvSpPr txBox="1"/>
          <p:nvPr/>
        </p:nvSpPr>
        <p:spPr>
          <a:xfrm>
            <a:off x="7791849" y="336026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，启动五级流水线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3E85985-694C-EE0D-E273-F7E76284D7F8}"/>
              </a:ext>
            </a:extLst>
          </p:cNvPr>
          <p:cNvSpPr/>
          <p:nvPr/>
        </p:nvSpPr>
        <p:spPr>
          <a:xfrm>
            <a:off x="1554568" y="226288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5BE41FD-B72A-9A6C-83BA-FF7F4813A13D}"/>
              </a:ext>
            </a:extLst>
          </p:cNvPr>
          <p:cNvSpPr/>
          <p:nvPr/>
        </p:nvSpPr>
        <p:spPr>
          <a:xfrm>
            <a:off x="3172966" y="2262887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200B5C3-87BE-ECFA-4C40-14883E2799F2}"/>
              </a:ext>
            </a:extLst>
          </p:cNvPr>
          <p:cNvSpPr/>
          <p:nvPr/>
        </p:nvSpPr>
        <p:spPr>
          <a:xfrm>
            <a:off x="4843705" y="228468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9C72F28-3AF6-F3EF-7DC0-F098AFF8F555}"/>
              </a:ext>
            </a:extLst>
          </p:cNvPr>
          <p:cNvSpPr/>
          <p:nvPr/>
        </p:nvSpPr>
        <p:spPr>
          <a:xfrm>
            <a:off x="6476642" y="2271222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83DD2DA-6558-B350-4E18-106CB5F5DA4B}"/>
              </a:ext>
            </a:extLst>
          </p:cNvPr>
          <p:cNvSpPr txBox="1"/>
          <p:nvPr/>
        </p:nvSpPr>
        <p:spPr>
          <a:xfrm>
            <a:off x="8606466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A01D689-3D85-6B45-3E04-49B5427B6BF6}"/>
              </a:ext>
            </a:extLst>
          </p:cNvPr>
          <p:cNvSpPr/>
          <p:nvPr/>
        </p:nvSpPr>
        <p:spPr>
          <a:xfrm>
            <a:off x="9788960" y="2250958"/>
            <a:ext cx="1507331" cy="723628"/>
          </a:xfrm>
          <a:prstGeom prst="rect">
            <a:avLst/>
          </a:prstGeom>
          <a:solidFill>
            <a:srgbClr val="0070C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4E72A66-7DAC-CD88-1DC4-5D350F44D7D9}"/>
              </a:ext>
            </a:extLst>
          </p:cNvPr>
          <p:cNvSpPr txBox="1"/>
          <p:nvPr/>
        </p:nvSpPr>
        <p:spPr>
          <a:xfrm>
            <a:off x="9606473" y="3360263"/>
            <a:ext cx="1887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紧接着是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的三级流水线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2104C955-179F-05DD-A463-3B71DAE87960}"/>
              </a:ext>
            </a:extLst>
          </p:cNvPr>
          <p:cNvSpPr txBox="1"/>
          <p:nvPr/>
        </p:nvSpPr>
        <p:spPr>
          <a:xfrm>
            <a:off x="10222104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4E4FC50-5245-6364-185E-BC23BD381CD6}"/>
              </a:ext>
            </a:extLst>
          </p:cNvPr>
          <p:cNvSpPr/>
          <p:nvPr/>
        </p:nvSpPr>
        <p:spPr>
          <a:xfrm>
            <a:off x="8158787" y="2250958"/>
            <a:ext cx="1507331" cy="723628"/>
          </a:xfrm>
          <a:prstGeom prst="rect">
            <a:avLst/>
          </a:prstGeom>
          <a:solidFill>
            <a:srgbClr val="7030A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62302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FE92C-16DD-1133-9EAA-BCA33571A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矩形: 圆角 165">
            <a:extLst>
              <a:ext uri="{FF2B5EF4-FFF2-40B4-BE49-F238E27FC236}">
                <a16:creationId xmlns:a16="http://schemas.microsoft.com/office/drawing/2014/main" id="{3640F0DD-5041-C7CC-CA40-EF7AF3EAD3B7}"/>
              </a:ext>
            </a:extLst>
          </p:cNvPr>
          <p:cNvSpPr/>
          <p:nvPr/>
        </p:nvSpPr>
        <p:spPr>
          <a:xfrm>
            <a:off x="4892348" y="1949455"/>
            <a:ext cx="1973364" cy="464372"/>
          </a:xfrm>
          <a:prstGeom prst="roundRect">
            <a:avLst/>
          </a:prstGeom>
          <a:solidFill>
            <a:srgbClr val="00B0F0">
              <a:alpha val="28000"/>
            </a:srgbClr>
          </a:solidFill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: 圆角 116">
            <a:extLst>
              <a:ext uri="{FF2B5EF4-FFF2-40B4-BE49-F238E27FC236}">
                <a16:creationId xmlns:a16="http://schemas.microsoft.com/office/drawing/2014/main" id="{DC501A9C-AF1A-2771-3647-98B9F71A7297}"/>
              </a:ext>
            </a:extLst>
          </p:cNvPr>
          <p:cNvSpPr/>
          <p:nvPr/>
        </p:nvSpPr>
        <p:spPr>
          <a:xfrm>
            <a:off x="5473504" y="3829940"/>
            <a:ext cx="3038037" cy="768582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5AC4785-E899-4F9B-3B5F-491E3500C4C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84CF5DD-9745-4F00-F42F-1D40AA8ED5E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8518053-ACFB-A6E3-73EB-FB55048791AF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D49921A-1F4B-7131-DDD1-B9D8DC011C3C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AA7582F-3BB8-C15A-E3C1-88E4D5349822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CB8D33E3-F23E-6981-DB03-088E3638A4D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4F34C6DB-E97B-896F-9250-E327890541D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DCF90CD-7E6B-6B1C-D0E9-E09E3FE3DE0A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99571ADA-1C53-A6F8-F93A-17F94CA8B29F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1FC1638-9397-8670-3DB8-B63ACBB8D65D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E7D0F81-3433-E462-776C-F18D96381889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AE33981-5108-9EAB-822F-5C74DF1E01D4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66AF5F7-38CC-C143-A1E9-D3FDE916C05E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40164B8A-51BF-25F3-2222-CF44FDB5F15F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B01E7BEB-2C8D-AE82-5A8C-E0E2BC865EFA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E0F3125-F228-59EB-C7B5-58285D582471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55F6BD7-0A90-BB33-E599-19BA032B8B4F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F454987-CEB2-E70C-BFCC-5491A348BAEE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F7A46CE3-77C0-BD06-504F-966C42B2DF3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2E04690D-8B07-BEC7-0575-4239EEFC47EE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952B5202-7514-4DB1-118A-285105A819D7}"/>
              </a:ext>
            </a:extLst>
          </p:cNvPr>
          <p:cNvSpPr txBox="1"/>
          <p:nvPr/>
        </p:nvSpPr>
        <p:spPr>
          <a:xfrm>
            <a:off x="464890" y="3006304"/>
            <a:ext cx="750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B52390A7-77D3-ED29-69D8-197A56354187}"/>
              </a:ext>
            </a:extLst>
          </p:cNvPr>
          <p:cNvCxnSpPr>
            <a:cxnSpLocks/>
          </p:cNvCxnSpPr>
          <p:nvPr/>
        </p:nvCxnSpPr>
        <p:spPr>
          <a:xfrm>
            <a:off x="4253796" y="3169771"/>
            <a:ext cx="459712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52B0E4E1-06C5-953E-70D9-812FEF0BCAD5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5EDA55E-2C9A-3174-1074-6E05CBCA99B3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CAF2667-0093-D90F-DD31-EA0A80F7EE7C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5CB8B31-86B1-0632-0381-62F1875E8A1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52F8A1F-6138-3893-C60D-90E4D973BACF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A57B20C-B88D-1A87-C8DD-CE74BDFF3DE9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7BE40FB-CE32-09E2-380C-139140E0A00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7EFFBD15-6FF7-5E70-A0EB-6BDFE21E32DC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1DEBFDD0-21C0-E390-47D4-B877E919E528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E0FE5B6-6BD0-79EE-D038-AA4030F1C065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5DFCBD0-4ABD-624D-6205-D4F7339BEFF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8240A3C-1924-33A4-688D-F4D98612199B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9E997E9-1743-7BF6-DCBF-F0233FEEC135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5B2FFD02-7E5F-596C-D880-11E75F7478F1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788FB228-F4E1-F8E1-35AE-2F2B644E2F02}"/>
              </a:ext>
            </a:extLst>
          </p:cNvPr>
          <p:cNvSpPr/>
          <p:nvPr/>
        </p:nvSpPr>
        <p:spPr>
          <a:xfrm>
            <a:off x="4707264" y="1575114"/>
            <a:ext cx="4338545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4E946EA-2B96-56F8-FB31-03702E527D5A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3C3B833E-4E24-F12A-41F3-DA6D20736145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E677688-2554-1EF9-E1D6-6B47D57671F7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矩形 87">
            <a:extLst>
              <a:ext uri="{FF2B5EF4-FFF2-40B4-BE49-F238E27FC236}">
                <a16:creationId xmlns:a16="http://schemas.microsoft.com/office/drawing/2014/main" id="{53444F09-D065-83CD-6F89-F1FC207E4899}"/>
              </a:ext>
            </a:extLst>
          </p:cNvPr>
          <p:cNvSpPr/>
          <p:nvPr/>
        </p:nvSpPr>
        <p:spPr>
          <a:xfrm>
            <a:off x="5532995" y="3890346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C2A4D857-A65A-9579-EE96-685372497824}"/>
              </a:ext>
            </a:extLst>
          </p:cNvPr>
          <p:cNvSpPr/>
          <p:nvPr/>
        </p:nvSpPr>
        <p:spPr>
          <a:xfrm>
            <a:off x="5559208" y="2555562"/>
            <a:ext cx="313043" cy="1195506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57C22C60-43B8-19FB-8A4D-FFABE9993BC0}"/>
              </a:ext>
            </a:extLst>
          </p:cNvPr>
          <p:cNvCxnSpPr>
            <a:cxnSpLocks/>
          </p:cNvCxnSpPr>
          <p:nvPr/>
        </p:nvCxnSpPr>
        <p:spPr>
          <a:xfrm>
            <a:off x="4806439" y="3151221"/>
            <a:ext cx="667065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EB0C1366-C308-E9EA-0C89-456A4685F7CE}"/>
              </a:ext>
            </a:extLst>
          </p:cNvPr>
          <p:cNvSpPr txBox="1"/>
          <p:nvPr/>
        </p:nvSpPr>
        <p:spPr>
          <a:xfrm>
            <a:off x="4798286" y="2798222"/>
            <a:ext cx="7114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9D42CD76-400B-2FCD-5778-C24C426F5EB5}"/>
              </a:ext>
            </a:extLst>
          </p:cNvPr>
          <p:cNvSpPr txBox="1"/>
          <p:nvPr/>
        </p:nvSpPr>
        <p:spPr>
          <a:xfrm>
            <a:off x="4707265" y="3165667"/>
            <a:ext cx="9940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64x32bit</a:t>
            </a: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410E04B1-555E-8A0C-E684-826B05DC075D}"/>
              </a:ext>
            </a:extLst>
          </p:cNvPr>
          <p:cNvSpPr/>
          <p:nvPr/>
        </p:nvSpPr>
        <p:spPr>
          <a:xfrm>
            <a:off x="6168925" y="2555562"/>
            <a:ext cx="313043" cy="119550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6925BDE2-9E8B-E945-1D3E-C8B4AA1E91F7}"/>
              </a:ext>
            </a:extLst>
          </p:cNvPr>
          <p:cNvCxnSpPr>
            <a:cxnSpLocks/>
            <a:stCxn id="89" idx="3"/>
            <a:endCxn id="105" idx="1"/>
          </p:cNvCxnSpPr>
          <p:nvPr/>
        </p:nvCxnSpPr>
        <p:spPr>
          <a:xfrm>
            <a:off x="5872251" y="3153315"/>
            <a:ext cx="29667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0" name="矩形 109">
            <a:extLst>
              <a:ext uri="{FF2B5EF4-FFF2-40B4-BE49-F238E27FC236}">
                <a16:creationId xmlns:a16="http://schemas.microsoft.com/office/drawing/2014/main" id="{34CD04D2-8BF5-EB79-333C-F23C729522AD}"/>
              </a:ext>
            </a:extLst>
          </p:cNvPr>
          <p:cNvSpPr/>
          <p:nvPr/>
        </p:nvSpPr>
        <p:spPr>
          <a:xfrm>
            <a:off x="6778642" y="2553525"/>
            <a:ext cx="313043" cy="119550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04DCCB59-FF6D-6426-D1E7-0A275CDDA782}"/>
              </a:ext>
            </a:extLst>
          </p:cNvPr>
          <p:cNvCxnSpPr>
            <a:cxnSpLocks/>
            <a:stCxn id="105" idx="3"/>
            <a:endCxn id="110" idx="1"/>
          </p:cNvCxnSpPr>
          <p:nvPr/>
        </p:nvCxnSpPr>
        <p:spPr>
          <a:xfrm flipV="1">
            <a:off x="6481968" y="3151278"/>
            <a:ext cx="296674" cy="203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4" name="矩形 113">
            <a:extLst>
              <a:ext uri="{FF2B5EF4-FFF2-40B4-BE49-F238E27FC236}">
                <a16:creationId xmlns:a16="http://schemas.microsoft.com/office/drawing/2014/main" id="{D33DE1A0-9660-7066-90C7-A07EF08D7BC9}"/>
              </a:ext>
            </a:extLst>
          </p:cNvPr>
          <p:cNvSpPr/>
          <p:nvPr/>
        </p:nvSpPr>
        <p:spPr>
          <a:xfrm>
            <a:off x="6157086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C12A1FF3-AB6B-622B-7CAE-CF1805DAF206}"/>
              </a:ext>
            </a:extLst>
          </p:cNvPr>
          <p:cNvSpPr/>
          <p:nvPr/>
        </p:nvSpPr>
        <p:spPr>
          <a:xfrm>
            <a:off x="6760890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A5730F24-E079-1529-0C67-21214CA7311D}"/>
              </a:ext>
            </a:extLst>
          </p:cNvPr>
          <p:cNvSpPr txBox="1"/>
          <p:nvPr/>
        </p:nvSpPr>
        <p:spPr>
          <a:xfrm>
            <a:off x="5835564" y="4315347"/>
            <a:ext cx="24029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Reg Array: 224bit per reg</a:t>
            </a:r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D3A02038-B583-6F25-030B-5767E886CFC9}"/>
              </a:ext>
            </a:extLst>
          </p:cNvPr>
          <p:cNvSpPr/>
          <p:nvPr/>
        </p:nvSpPr>
        <p:spPr>
          <a:xfrm>
            <a:off x="4984493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77EA1C2B-60F3-F245-EA41-7037BF0C0C5A}"/>
              </a:ext>
            </a:extLst>
          </p:cNvPr>
          <p:cNvSpPr/>
          <p:nvPr/>
        </p:nvSpPr>
        <p:spPr>
          <a:xfrm>
            <a:off x="5451279" y="2007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0387238C-273D-BC88-0392-024C0C5B1E7D}"/>
              </a:ext>
            </a:extLst>
          </p:cNvPr>
          <p:cNvSpPr/>
          <p:nvPr/>
        </p:nvSpPr>
        <p:spPr>
          <a:xfrm>
            <a:off x="5931572" y="200743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66D47F6D-E222-DF10-E3C6-B7C6D10BE067}"/>
              </a:ext>
            </a:extLst>
          </p:cNvPr>
          <p:cNvSpPr/>
          <p:nvPr/>
        </p:nvSpPr>
        <p:spPr>
          <a:xfrm>
            <a:off x="6451220" y="200887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01F081B5-A1BC-38DE-BD83-6E02F5425964}"/>
              </a:ext>
            </a:extLst>
          </p:cNvPr>
          <p:cNvSpPr txBox="1"/>
          <p:nvPr/>
        </p:nvSpPr>
        <p:spPr>
          <a:xfrm>
            <a:off x="7088721" y="2840338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871F5675-AC85-8711-5A42-ACF3410E54DB}"/>
              </a:ext>
            </a:extLst>
          </p:cNvPr>
          <p:cNvSpPr/>
          <p:nvPr/>
        </p:nvSpPr>
        <p:spPr>
          <a:xfrm>
            <a:off x="7998076" y="2553525"/>
            <a:ext cx="313043" cy="1195506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9640C210-ABCF-3149-8B88-BF766BDDCB36}"/>
              </a:ext>
            </a:extLst>
          </p:cNvPr>
          <p:cNvCxnSpPr>
            <a:cxnSpLocks/>
            <a:endCxn id="124" idx="1"/>
          </p:cNvCxnSpPr>
          <p:nvPr/>
        </p:nvCxnSpPr>
        <p:spPr>
          <a:xfrm>
            <a:off x="7826522" y="3151278"/>
            <a:ext cx="17155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7" name="矩形 126">
            <a:extLst>
              <a:ext uri="{FF2B5EF4-FFF2-40B4-BE49-F238E27FC236}">
                <a16:creationId xmlns:a16="http://schemas.microsoft.com/office/drawing/2014/main" id="{2D67355A-C675-BA76-23A4-3EAD0B31C5B1}"/>
              </a:ext>
            </a:extLst>
          </p:cNvPr>
          <p:cNvSpPr/>
          <p:nvPr/>
        </p:nvSpPr>
        <p:spPr>
          <a:xfrm>
            <a:off x="6967045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175AA51C-A7AA-FF00-3521-AA9B2A143F7C}"/>
              </a:ext>
            </a:extLst>
          </p:cNvPr>
          <p:cNvSpPr/>
          <p:nvPr/>
        </p:nvSpPr>
        <p:spPr>
          <a:xfrm>
            <a:off x="8511541" y="2018962"/>
            <a:ext cx="3825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06766475-89DA-F3BA-8AB7-21F6FD5446D4}"/>
              </a:ext>
            </a:extLst>
          </p:cNvPr>
          <p:cNvSpPr/>
          <p:nvPr/>
        </p:nvSpPr>
        <p:spPr>
          <a:xfrm>
            <a:off x="8012247" y="2009127"/>
            <a:ext cx="39796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5F529D81-66D5-E309-0E85-DB14961D1158}"/>
              </a:ext>
            </a:extLst>
          </p:cNvPr>
          <p:cNvSpPr txBox="1"/>
          <p:nvPr/>
        </p:nvSpPr>
        <p:spPr>
          <a:xfrm>
            <a:off x="7253704" y="187236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816A69E3-2ED6-7A33-EB13-4BD019B54036}"/>
              </a:ext>
            </a:extLst>
          </p:cNvPr>
          <p:cNvSpPr txBox="1"/>
          <p:nvPr/>
        </p:nvSpPr>
        <p:spPr>
          <a:xfrm>
            <a:off x="7081582" y="3767583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DF8779EA-1543-4FA8-961A-F0EE15D46C9F}"/>
              </a:ext>
            </a:extLst>
          </p:cNvPr>
          <p:cNvSpPr/>
          <p:nvPr/>
        </p:nvSpPr>
        <p:spPr>
          <a:xfrm>
            <a:off x="7986236" y="3902179"/>
            <a:ext cx="39825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303FD3DB-B8F9-BFDC-CD2B-BB250CEC0EA3}"/>
              </a:ext>
            </a:extLst>
          </p:cNvPr>
          <p:cNvCxnSpPr>
            <a:cxnSpLocks/>
          </p:cNvCxnSpPr>
          <p:nvPr/>
        </p:nvCxnSpPr>
        <p:spPr>
          <a:xfrm flipV="1">
            <a:off x="5718230" y="373082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F5665FD-A58B-94B8-998D-0F00C02BC2AB}"/>
              </a:ext>
            </a:extLst>
          </p:cNvPr>
          <p:cNvCxnSpPr>
            <a:cxnSpLocks/>
          </p:cNvCxnSpPr>
          <p:nvPr/>
        </p:nvCxnSpPr>
        <p:spPr>
          <a:xfrm flipV="1">
            <a:off x="6325446" y="373887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1E2B3B8C-F850-0C40-5037-10A696ACF58B}"/>
              </a:ext>
            </a:extLst>
          </p:cNvPr>
          <p:cNvCxnSpPr>
            <a:cxnSpLocks/>
          </p:cNvCxnSpPr>
          <p:nvPr/>
        </p:nvCxnSpPr>
        <p:spPr>
          <a:xfrm flipV="1">
            <a:off x="6929250" y="373963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CC63CAE6-1058-BFCA-D482-89850ED9D96A}"/>
              </a:ext>
            </a:extLst>
          </p:cNvPr>
          <p:cNvCxnSpPr>
            <a:cxnSpLocks/>
          </p:cNvCxnSpPr>
          <p:nvPr/>
        </p:nvCxnSpPr>
        <p:spPr>
          <a:xfrm flipV="1">
            <a:off x="8162468" y="375075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连接符: 肘形 169">
            <a:extLst>
              <a:ext uri="{FF2B5EF4-FFF2-40B4-BE49-F238E27FC236}">
                <a16:creationId xmlns:a16="http://schemas.microsoft.com/office/drawing/2014/main" id="{94617123-6A53-849A-14A5-9A6BFDA5583D}"/>
              </a:ext>
            </a:extLst>
          </p:cNvPr>
          <p:cNvCxnSpPr>
            <a:cxnSpLocks/>
            <a:stCxn id="166" idx="2"/>
            <a:endCxn id="89" idx="0"/>
          </p:cNvCxnSpPr>
          <p:nvPr/>
        </p:nvCxnSpPr>
        <p:spPr>
          <a:xfrm rot="5400000">
            <a:off x="5726513" y="2403044"/>
            <a:ext cx="141735" cy="163300"/>
          </a:xfrm>
          <a:prstGeom prst="bentConnector3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连接符: 肘形 171">
            <a:extLst>
              <a:ext uri="{FF2B5EF4-FFF2-40B4-BE49-F238E27FC236}">
                <a16:creationId xmlns:a16="http://schemas.microsoft.com/office/drawing/2014/main" id="{522CA47F-7F20-6DB6-589C-05CD86177F6E}"/>
              </a:ext>
            </a:extLst>
          </p:cNvPr>
          <p:cNvCxnSpPr>
            <a:cxnSpLocks/>
            <a:stCxn id="118" idx="2"/>
            <a:endCxn id="105" idx="0"/>
          </p:cNvCxnSpPr>
          <p:nvPr/>
        </p:nvCxnSpPr>
        <p:spPr>
          <a:xfrm rot="5400000">
            <a:off x="6268671" y="2424192"/>
            <a:ext cx="188146" cy="74594"/>
          </a:xfrm>
          <a:prstGeom prst="bentConnector3">
            <a:avLst>
              <a:gd name="adj1" fmla="val 50000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矩形: 圆角 117">
            <a:extLst>
              <a:ext uri="{FF2B5EF4-FFF2-40B4-BE49-F238E27FC236}">
                <a16:creationId xmlns:a16="http://schemas.microsoft.com/office/drawing/2014/main" id="{7DE4DB05-A046-2387-54C4-690A668D59D6}"/>
              </a:ext>
            </a:extLst>
          </p:cNvPr>
          <p:cNvSpPr/>
          <p:nvPr/>
        </p:nvSpPr>
        <p:spPr>
          <a:xfrm>
            <a:off x="5413358" y="1994903"/>
            <a:ext cx="1973365" cy="372513"/>
          </a:xfrm>
          <a:prstGeom prst="roundRect">
            <a:avLst/>
          </a:prstGeom>
          <a:solidFill>
            <a:srgbClr val="FF0000">
              <a:alpha val="28000"/>
            </a:srgbClr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: 圆角 177">
            <a:extLst>
              <a:ext uri="{FF2B5EF4-FFF2-40B4-BE49-F238E27FC236}">
                <a16:creationId xmlns:a16="http://schemas.microsoft.com/office/drawing/2014/main" id="{8602E490-DC62-B6C5-57FF-BB3BE2999812}"/>
              </a:ext>
            </a:extLst>
          </p:cNvPr>
          <p:cNvSpPr/>
          <p:nvPr/>
        </p:nvSpPr>
        <p:spPr>
          <a:xfrm>
            <a:off x="7719374" y="1965182"/>
            <a:ext cx="1227105" cy="464372"/>
          </a:xfrm>
          <a:prstGeom prst="roundRect">
            <a:avLst/>
          </a:prstGeom>
          <a:solidFill>
            <a:srgbClr val="00B050">
              <a:alpha val="28000"/>
            </a:srgbClr>
          </a:solidFill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9" name="连接符: 肘形 178">
            <a:extLst>
              <a:ext uri="{FF2B5EF4-FFF2-40B4-BE49-F238E27FC236}">
                <a16:creationId xmlns:a16="http://schemas.microsoft.com/office/drawing/2014/main" id="{54579896-A81E-A7CA-F4F9-EA115F76160D}"/>
              </a:ext>
            </a:extLst>
          </p:cNvPr>
          <p:cNvCxnSpPr>
            <a:cxnSpLocks/>
            <a:stCxn id="178" idx="2"/>
            <a:endCxn id="124" idx="0"/>
          </p:cNvCxnSpPr>
          <p:nvPr/>
        </p:nvCxnSpPr>
        <p:spPr>
          <a:xfrm rot="5400000">
            <a:off x="8181778" y="2402375"/>
            <a:ext cx="123971" cy="178329"/>
          </a:xfrm>
          <a:prstGeom prst="bentConnector3">
            <a:avLst>
              <a:gd name="adj1" fmla="val 50000"/>
            </a:avLst>
          </a:prstGeom>
          <a:ln w="254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矩形: 圆角 185">
            <a:extLst>
              <a:ext uri="{FF2B5EF4-FFF2-40B4-BE49-F238E27FC236}">
                <a16:creationId xmlns:a16="http://schemas.microsoft.com/office/drawing/2014/main" id="{2190C21A-6B48-5D9C-5DD5-188304773469}"/>
              </a:ext>
            </a:extLst>
          </p:cNvPr>
          <p:cNvSpPr/>
          <p:nvPr/>
        </p:nvSpPr>
        <p:spPr>
          <a:xfrm>
            <a:off x="4790328" y="1671314"/>
            <a:ext cx="4156151" cy="76858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433670EE-5809-8318-C135-46138F6B0B3D}"/>
              </a:ext>
            </a:extLst>
          </p:cNvPr>
          <p:cNvSpPr txBox="1"/>
          <p:nvPr/>
        </p:nvSpPr>
        <p:spPr>
          <a:xfrm>
            <a:off x="5773973" y="1669347"/>
            <a:ext cx="23919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7030A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Reg Array: 80bit per reg</a:t>
            </a:r>
          </a:p>
        </p:txBody>
      </p:sp>
      <p:sp>
        <p:nvSpPr>
          <p:cNvPr id="188" name="文本框 187">
            <a:extLst>
              <a:ext uri="{FF2B5EF4-FFF2-40B4-BE49-F238E27FC236}">
                <a16:creationId xmlns:a16="http://schemas.microsoft.com/office/drawing/2014/main" id="{27CA8238-6F69-9E38-0F63-BA868FC54162}"/>
              </a:ext>
            </a:extLst>
          </p:cNvPr>
          <p:cNvSpPr txBox="1"/>
          <p:nvPr/>
        </p:nvSpPr>
        <p:spPr>
          <a:xfrm rot="16200000">
            <a:off x="5205191" y="3009797"/>
            <a:ext cx="994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0" name="文本框 189">
            <a:extLst>
              <a:ext uri="{FF2B5EF4-FFF2-40B4-BE49-F238E27FC236}">
                <a16:creationId xmlns:a16="http://schemas.microsoft.com/office/drawing/2014/main" id="{10BA98DC-5EAA-6227-5484-D23FD1643AA1}"/>
              </a:ext>
            </a:extLst>
          </p:cNvPr>
          <p:cNvSpPr txBox="1"/>
          <p:nvPr/>
        </p:nvSpPr>
        <p:spPr>
          <a:xfrm rot="16200000">
            <a:off x="5792660" y="2989996"/>
            <a:ext cx="10430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EEA7F8F0-36F2-5EB1-1FE9-2F2042018C49}"/>
              </a:ext>
            </a:extLst>
          </p:cNvPr>
          <p:cNvSpPr txBox="1"/>
          <p:nvPr/>
        </p:nvSpPr>
        <p:spPr>
          <a:xfrm rot="16200000">
            <a:off x="6373098" y="2994197"/>
            <a:ext cx="10770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62945F36-B0FC-E4C8-8C57-1D982877C415}"/>
              </a:ext>
            </a:extLst>
          </p:cNvPr>
          <p:cNvSpPr txBox="1"/>
          <p:nvPr/>
        </p:nvSpPr>
        <p:spPr>
          <a:xfrm rot="16200000">
            <a:off x="7609191" y="2997247"/>
            <a:ext cx="10831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95FFDCA7-B5E5-FC87-6B52-8DDFF022ACEA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9045809" y="3151543"/>
            <a:ext cx="587776" cy="378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7" name="文本框 196">
            <a:extLst>
              <a:ext uri="{FF2B5EF4-FFF2-40B4-BE49-F238E27FC236}">
                <a16:creationId xmlns:a16="http://schemas.microsoft.com/office/drawing/2014/main" id="{E81DED02-F5EE-D6A9-D01C-38BC49ED0BA9}"/>
              </a:ext>
            </a:extLst>
          </p:cNvPr>
          <p:cNvSpPr txBox="1"/>
          <p:nvPr/>
        </p:nvSpPr>
        <p:spPr>
          <a:xfrm rot="16200000">
            <a:off x="5762051" y="3257921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FC77C6DC-66CE-39EF-3267-03A7206CBF3D}"/>
              </a:ext>
            </a:extLst>
          </p:cNvPr>
          <p:cNvSpPr txBox="1"/>
          <p:nvPr/>
        </p:nvSpPr>
        <p:spPr>
          <a:xfrm rot="16200000">
            <a:off x="6345014" y="3242562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95088E15-33A6-86C5-1B3E-98C618E0B95C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C25FD8C6-C04D-23DC-335E-7878C8B8D2E8}"/>
              </a:ext>
            </a:extLst>
          </p:cNvPr>
          <p:cNvSpPr/>
          <p:nvPr/>
        </p:nvSpPr>
        <p:spPr>
          <a:xfrm>
            <a:off x="9633585" y="2473146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47B7BF2E-3A01-573C-9932-FA4397B6B406}"/>
              </a:ext>
            </a:extLst>
          </p:cNvPr>
          <p:cNvSpPr/>
          <p:nvPr/>
        </p:nvSpPr>
        <p:spPr>
          <a:xfrm rot="5400000">
            <a:off x="9423005" y="289934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DD24FD7B-E819-0EE3-63EE-1C96BA9FD2C5}"/>
              </a:ext>
            </a:extLst>
          </p:cNvPr>
          <p:cNvSpPr/>
          <p:nvPr/>
        </p:nvSpPr>
        <p:spPr>
          <a:xfrm rot="5400000">
            <a:off x="10299022" y="289829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ADC59A5A-8AC7-2EA8-C3A2-0BBAE0F6B485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59538" y="3163807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20214D21-6713-8BB1-29F3-1F862960E89F}"/>
              </a:ext>
            </a:extLst>
          </p:cNvPr>
          <p:cNvCxnSpPr>
            <a:cxnSpLocks/>
          </p:cNvCxnSpPr>
          <p:nvPr/>
        </p:nvCxnSpPr>
        <p:spPr>
          <a:xfrm>
            <a:off x="11119876" y="3169771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3F2BB454-48C7-B9F3-7EF5-70ADDEEF10EB}"/>
              </a:ext>
            </a:extLst>
          </p:cNvPr>
          <p:cNvSpPr txBox="1"/>
          <p:nvPr/>
        </p:nvSpPr>
        <p:spPr>
          <a:xfrm>
            <a:off x="11223482" y="287540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2B158943-8C45-03B8-3F60-DBBEE737B62A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5507F4B4-4684-BD5E-0D38-5F305CC1BE9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70202DB4-91A5-B95D-9DFC-39076A6C544F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(1+n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5FF417FD-1EE4-B4DF-5FE9-6C2D8DFBD2DC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281844-14DA-7767-5088-F1BF24C291B7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1210099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39018-0AC7-4ABC-8A07-F832E64FF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B5A4874-8372-775B-1CC6-BA4E18C66A6B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BF186F7-2E13-459D-9E5A-BADCEA6B6D9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9C6E85D-7E43-10F8-1E6A-18E7C82B2C4A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B13EF44-22AC-EF10-9237-197BA2B7477E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533928FA-9F6A-82FA-D9CC-177D0FE81FEE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A5DE19D-E019-9C18-0FCA-9664C3E65C9C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64E602C5-5481-16C3-C2EB-6D38F85322B7}"/>
              </a:ext>
            </a:extLst>
          </p:cNvPr>
          <p:cNvSpPr txBox="1"/>
          <p:nvPr/>
        </p:nvSpPr>
        <p:spPr>
          <a:xfrm>
            <a:off x="4756413" y="3472733"/>
            <a:ext cx="3549385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，其余不变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(4)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判定失败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01BE95D-35B8-E97D-233C-618E5A20DB85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4265D939-53C5-F8BF-F41F-F2746F272FD9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CC40118-AF22-3A74-B5FE-CE35F1446BE5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ECD5CDE-6459-4F24-836D-8C630D7DCFA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3D5BBCE1-5205-7E7C-3272-AAA35A319D9D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DC7050D3-A530-F5C1-0614-725E7C6F1FAD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17C4A0E-33BE-1F0B-C87A-3BEE7436BC68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4E8B135-2D46-EB34-A6BB-7AD426EF9A4B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CE2CC80F-1379-7776-DAF6-77981BFA7436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A330A891-55EE-82E8-F7C7-DD9AEC00E6B1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4983968-4241-BC91-5244-DCA50B4939DC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E282127-9C9D-56BA-EC50-AB19E5F6E0CF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2F41204-ECB7-A28D-DFEF-6E50231878B7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2DCB29A7-917F-BCFB-B15A-3660E711922F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E73773C8-A585-1133-D860-58DAD942BC3A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1786BF-C3AE-1ED1-3289-F6B95B749E13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</p:spTree>
    <p:extLst>
      <p:ext uri="{BB962C8B-B14F-4D97-AF65-F5344CB8AC3E}">
        <p14:creationId xmlns:p14="http://schemas.microsoft.com/office/powerpoint/2010/main" val="6184512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88BE-D7EB-AB30-3591-9B6614334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7E50F81D-FC5D-C2D3-F610-B22C967A251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1571FFE-E1FE-F8B3-939F-837A207E302D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436F2F6-71B6-6DF1-681F-2E8E7C74A6C3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39CDF15-2365-7A85-17A4-A90C1E6E8DC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60F7A15-990E-B157-B67D-38182A0C3AF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7C51A00-1120-F64F-BA51-B19B80356265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C05E974-2C2C-384B-8386-BC9C678129FB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D7B21ED-1CA8-0513-4B51-45DC7A06DC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69B40859-A3DF-E00C-0EB1-AB2E5343ACE6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9D8FC3D-8465-5ED6-A193-FC9B1692EDB0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85EF93B-2720-1887-B5CF-855291AFAA4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BB18171-9E1F-5925-ECF5-19EF0A01DC20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1E6A57-EEA8-B471-5766-A6CAD9E43831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9084A07-0F94-AD73-4972-381A38417CFD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1AC275-8B28-3146-4FA9-B9C91DE26A6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E080D84B-2DD7-4183-53B2-6539ED1743BA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AA5B74D-F770-E94C-E721-D55B97C92BFC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5FC5D89-48F1-31CA-CDC4-7990E003003A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9E2B2E2-1EBB-5141-A69C-F0E8E83C2F84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E0F59FA-4BE0-2390-A3AC-07AA2D3B0BF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1EB5617-266D-F22D-1071-0C37F5F8865E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5CDFA06-B920-3C5F-E424-4A4A4D28798A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B7D12D8-93B8-7D11-1120-6AB4585D636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F1C4218-59D2-0113-D91F-B01725C6A82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8EAF875-CF81-7CCA-2DB3-23D7E38A654E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BFE8467F-E1C2-0A79-53E1-350A97DB451C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4CAD7DD2-3F14-DE0A-9F29-8094F957F238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1F8B934-FF8F-53DF-BE8F-5B4F49C80893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14C40D3-580E-89A7-0DD6-858FE85F9D64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A299F5B-36EC-6A28-42AE-8E770D1BBAC8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19CCEA1-C48A-3169-6F1E-E920DC18BFC1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4CBD6EC-2FA7-83E3-5409-8B6E1D8FF563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2BFB930-763E-EF8E-C5D6-60AF471955C7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085A426-2997-C3AC-314F-C3E8DAAD8F46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F47FCBE7-DEA3-9D9F-3AA1-E5B5C25D3576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E29EEB74-59E0-92DD-052C-E3933ADA8877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17584B30-4E27-0CFB-73BF-8458F25511E6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585F1D2-7BA5-C016-E2B8-85A8FC3918BC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69596B9-F6BF-A4F1-433D-17EFB6C48D55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1C24A4E-987E-1770-0134-A4CEBFF17AF5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3DEFC397-A4DE-8F4E-3B51-9C2D87BAEE88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5F3A9847-E811-BFBF-8E1C-4D5F0E87EC65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0615BA1-02F0-4556-189C-38E57217973A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0C96A8-E065-062A-D7B1-C30972CA104C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BDB6304-89A3-C668-50A5-ECA0B0FE7645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D7C8C6E-2F64-AC81-0DA6-961902E1DFB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4CC396F-FFA9-E1B6-9E70-3B34EFA63B3A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265165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FFB0C-19D2-44DA-DFB9-371029510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B2B0BC1-1D04-AD93-BF0F-569F7BF3E1D1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08DC2E-7D58-152F-A6DC-5DE4D9D552A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C0F15EE-3E07-DE3A-748E-F4143E7876E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50C578C-01D2-E8D9-CAA4-7425E6021ECE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BC1717F-32D7-D366-2488-D3071A3EE825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A66652A-193D-A6FF-40AE-C785BFEA143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3F7188FB-A97B-984A-FE47-703E9EC24399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4B0B19BD-69CC-BF8A-52EE-7A2F98F8B993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8AAD5D0-EF58-35D0-8901-F5490911BD4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42679E-52F1-C0E4-0F58-2B5793B74102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E2D45EB-1B18-B999-0835-89DA41A97E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CEB4D51-D979-82DA-8C93-CD4D5A36385B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9D25C5A-9FC5-04ED-5627-385D0D25A825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A86F5F6D-0BB6-E27E-24A7-B85F437C08FA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5CDFFD5-F064-F2DB-4B5E-B6AA0DFDFFB9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F375096-620B-FC64-9074-02ABB8EF42A6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17A3D801-1792-BB4B-812A-9E8C2BD20479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87AE168-3FF0-9D98-26FE-F02C4850968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D6D49A3-DCBF-2032-F4B8-F899D44384CF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2BC60CC-EDE5-F8F0-5DBA-97A06A5D2FBC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14E2A3F-20F7-ADAE-E263-5246AA222E69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A10A6B8-4F8F-B0D4-71DB-0B83A5FB9534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F10B6C51-F8C6-B6EB-5B37-B00B07816B57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F0160308-CB6F-FAEF-E48F-13CD562D3F5A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8A7A6A0E-B5E5-5333-3E1B-D356E50592B7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6603E1B6-52EB-55AF-B4C5-DC8A86B96DA4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3BB3F0E-42CE-529A-0C8D-59FC1F1019B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EDECF27-1AB0-A351-8430-CDB462149B58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BC716E9B-6B1B-D546-9565-64FD4DAEA31D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70B93ADE-40AB-20D9-0D97-96317F257FCB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4611245-4FE5-A8CB-6790-08952F24C6A3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9A71D2AF-EE48-C474-BEC4-3F782A5E3944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A86609B9-9EB0-AC7F-CFE5-2D8D62C79DB5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27E99DA9-C1AA-7D97-EFB4-1763A2796D10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7E32D723-D7C3-F91D-FB7F-4E55EB657640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09B11EB5-DDF7-EB1F-C410-3F3A5A025692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4923E13-84C3-0987-45DC-85160F5F9190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435C68E8-AC86-4420-395A-C0DA3F22E733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E4294C5E-F3D3-6569-13E8-AE2DA102753B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D590852F-CA4D-E001-A849-A87AFD9BCCE5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3E685306-90CB-EBFB-7811-8F6640F7388A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3B099F05-3B8C-8C6C-DF5A-4DE9EA8A3256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35E0B1DF-80A4-43D0-381F-8892333BFFC3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7B76492-7160-7D3C-6ED7-F1F39DB0564A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052B141E-9428-8934-975B-7BA05036D77E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8B724A9-2F05-2ADF-012D-014A66A02F67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864C1C8-B6A5-722C-4B90-35B8BFB50727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341456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ED4FD-5A27-F7FD-3CC7-1572AB17B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0BB975E9-D41E-F6C4-A518-F928F53F9299}"/>
              </a:ext>
            </a:extLst>
          </p:cNvPr>
          <p:cNvSpPr/>
          <p:nvPr/>
        </p:nvSpPr>
        <p:spPr>
          <a:xfrm>
            <a:off x="9119979" y="4881915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08C2476-55E4-E6AB-28EC-351363432319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CD98054-343B-BFAB-9B4F-E8B160392253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1EB8CB6-4F47-F578-97E6-C1338AD87444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C2E0095-A362-3BBB-D479-6D2EC64349B9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7B5CE07-1F63-098C-5EDF-7E3D84674B2E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517F3C4-90FE-F14B-2781-B8987EDD5C3D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9F328E-43C5-E99D-CBA6-B0CCA48047C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881AD18-0985-4A26-F7AB-B9C4B5B27101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1C353B-F503-1C9C-CC34-6B0F872728D0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D9D4C6F-3F9B-0B32-ACDE-B314C82321C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9993EEF-D84E-A6A9-0B50-3CA527FF2DD8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ECB951B-354C-224D-80F8-66E30CECA22C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EBEA47CB-115E-D092-2351-E22AA690B4E5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B39156B-4BA2-69E8-1059-FE701FBD9175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AFDF0B6-32A6-4D13-65CC-C6DF25D6FAFD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1CAA14B-9263-4021-E43E-B320206FD6F8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FD29988-0D50-EF8C-313E-1576C8FA649D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033F557-FDAD-6580-4B30-3106D5DECB66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1B5DD32-5C45-6C82-1939-F6942A9D24D5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957FBE6-6157-3E0D-297C-AB5F838F6E87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9C4D8A84-25BD-A7B9-FB4D-0060CBD60B0F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61147D0-87FE-DC61-A402-BBCC3181A27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4D56536E-3D59-C33C-9061-1FBBE3FE429A}"/>
              </a:ext>
            </a:extLst>
          </p:cNvPr>
          <p:cNvSpPr txBox="1"/>
          <p:nvPr/>
        </p:nvSpPr>
        <p:spPr>
          <a:xfrm>
            <a:off x="17700" y="1916217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DBA555-7AC7-8F20-C515-92F858A6A485}"/>
              </a:ext>
            </a:extLst>
          </p:cNvPr>
          <p:cNvSpPr txBox="1"/>
          <p:nvPr/>
        </p:nvSpPr>
        <p:spPr>
          <a:xfrm>
            <a:off x="1459986" y="324446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09AF860-1B81-62D2-E402-9BBB927CAAEC}"/>
              </a:ext>
            </a:extLst>
          </p:cNvPr>
          <p:cNvSpPr/>
          <p:nvPr/>
        </p:nvSpPr>
        <p:spPr>
          <a:xfrm>
            <a:off x="881657" y="3648386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AD6CEDE-9FD5-F01D-48BB-FB98DC3C3338}"/>
              </a:ext>
            </a:extLst>
          </p:cNvPr>
          <p:cNvSpPr txBox="1"/>
          <p:nvPr/>
        </p:nvSpPr>
        <p:spPr>
          <a:xfrm>
            <a:off x="903221" y="3679194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6A689C3-C59F-D71B-9FD0-C18AE2D8E6F9}"/>
              </a:ext>
            </a:extLst>
          </p:cNvPr>
          <p:cNvSpPr txBox="1"/>
          <p:nvPr/>
        </p:nvSpPr>
        <p:spPr>
          <a:xfrm>
            <a:off x="4269597" y="32339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B4972D1-B853-C4EB-3F2D-857D74479AD1}"/>
              </a:ext>
            </a:extLst>
          </p:cNvPr>
          <p:cNvSpPr/>
          <p:nvPr/>
        </p:nvSpPr>
        <p:spPr>
          <a:xfrm>
            <a:off x="1085851" y="4707813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640CAF5-93D3-0B87-A565-B00A098761F7}"/>
              </a:ext>
            </a:extLst>
          </p:cNvPr>
          <p:cNvSpPr txBox="1"/>
          <p:nvPr/>
        </p:nvSpPr>
        <p:spPr>
          <a:xfrm>
            <a:off x="1196219" y="4707812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FA77897-42F6-A049-BB80-6815D7D70B47}"/>
              </a:ext>
            </a:extLst>
          </p:cNvPr>
          <p:cNvSpPr txBox="1"/>
          <p:nvPr/>
        </p:nvSpPr>
        <p:spPr>
          <a:xfrm>
            <a:off x="1784830" y="433200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5DB46433-CE9B-708C-B426-D7776FA1EEA5}"/>
              </a:ext>
            </a:extLst>
          </p:cNvPr>
          <p:cNvSpPr/>
          <p:nvPr/>
        </p:nvSpPr>
        <p:spPr>
          <a:xfrm>
            <a:off x="3647934" y="3637912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4A14A36-C9CF-15B0-E268-A2FF80DAF4C3}"/>
              </a:ext>
            </a:extLst>
          </p:cNvPr>
          <p:cNvSpPr txBox="1"/>
          <p:nvPr/>
        </p:nvSpPr>
        <p:spPr>
          <a:xfrm>
            <a:off x="3647934" y="3653317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8FD9214B-4CEC-42A4-146F-B6ED959B70F2}"/>
              </a:ext>
            </a:extLst>
          </p:cNvPr>
          <p:cNvSpPr/>
          <p:nvPr/>
        </p:nvSpPr>
        <p:spPr>
          <a:xfrm>
            <a:off x="3647933" y="4769270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3721417" y="4746860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C822B404-C468-5EB8-C065-EAA7E8B9B555}"/>
              </a:ext>
            </a:extLst>
          </p:cNvPr>
          <p:cNvSpPr/>
          <p:nvPr/>
        </p:nvSpPr>
        <p:spPr>
          <a:xfrm>
            <a:off x="6308606" y="3637911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93A544-65F6-AB1F-D4F6-CDCA449F42E6}"/>
              </a:ext>
            </a:extLst>
          </p:cNvPr>
          <p:cNvSpPr txBox="1"/>
          <p:nvPr/>
        </p:nvSpPr>
        <p:spPr>
          <a:xfrm>
            <a:off x="4024232" y="434628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5E4DEAB-B45D-A079-1273-985771FAB291}"/>
              </a:ext>
            </a:extLst>
          </p:cNvPr>
          <p:cNvSpPr txBox="1"/>
          <p:nvPr/>
        </p:nvSpPr>
        <p:spPr>
          <a:xfrm>
            <a:off x="6645352" y="32339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6358622" y="3679194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consume_stick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6556A95-7B35-DEDB-802E-C16ADCCF6EE4}"/>
              </a:ext>
            </a:extLst>
          </p:cNvPr>
          <p:cNvSpPr txBox="1"/>
          <p:nvPr/>
        </p:nvSpPr>
        <p:spPr>
          <a:xfrm>
            <a:off x="4363457" y="555499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1340A90-5AD3-5D6E-695E-AE5F8A681B88}"/>
              </a:ext>
            </a:extLst>
          </p:cNvPr>
          <p:cNvSpPr/>
          <p:nvPr/>
        </p:nvSpPr>
        <p:spPr>
          <a:xfrm>
            <a:off x="3597607" y="5940933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CDD5446-D38C-AA5D-FF88-964A652A7E91}"/>
              </a:ext>
            </a:extLst>
          </p:cNvPr>
          <p:cNvSpPr txBox="1"/>
          <p:nvPr/>
        </p:nvSpPr>
        <p:spPr>
          <a:xfrm>
            <a:off x="3633892" y="5940933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A7276484-FD75-A1B7-BEDE-9F1713C36588}"/>
              </a:ext>
            </a:extLst>
          </p:cNvPr>
          <p:cNvSpPr txBox="1"/>
          <p:nvPr/>
        </p:nvSpPr>
        <p:spPr>
          <a:xfrm>
            <a:off x="6829743" y="611012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E19CD3FA-F8B8-EB50-0BF8-4504F5A1B413}"/>
              </a:ext>
            </a:extLst>
          </p:cNvPr>
          <p:cNvSpPr/>
          <p:nvPr/>
        </p:nvSpPr>
        <p:spPr>
          <a:xfrm>
            <a:off x="6308606" y="640272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6DBFF2F3-63DB-96F1-7F17-0E3ADA064513}"/>
              </a:ext>
            </a:extLst>
          </p:cNvPr>
          <p:cNvSpPr txBox="1"/>
          <p:nvPr/>
        </p:nvSpPr>
        <p:spPr>
          <a:xfrm>
            <a:off x="6378236" y="640272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03B0EC2-A2C5-CD43-3AE1-D57AD8963F7D}"/>
              </a:ext>
            </a:extLst>
          </p:cNvPr>
          <p:cNvSpPr txBox="1"/>
          <p:nvPr/>
        </p:nvSpPr>
        <p:spPr>
          <a:xfrm>
            <a:off x="9305524" y="324446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759442D3-B93D-E4A1-7479-61F83A684E6E}"/>
              </a:ext>
            </a:extLst>
          </p:cNvPr>
          <p:cNvSpPr/>
          <p:nvPr/>
        </p:nvSpPr>
        <p:spPr>
          <a:xfrm>
            <a:off x="9187645" y="364838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A23FC85-2E6C-D314-0AC4-3546AB85BBD5}"/>
              </a:ext>
            </a:extLst>
          </p:cNvPr>
          <p:cNvSpPr txBox="1"/>
          <p:nvPr/>
        </p:nvSpPr>
        <p:spPr>
          <a:xfrm>
            <a:off x="9257037" y="3648386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FCFA8A52-CFCC-581C-7E95-8520549D3DEA}"/>
              </a:ext>
            </a:extLst>
          </p:cNvPr>
          <p:cNvSpPr txBox="1"/>
          <p:nvPr/>
        </p:nvSpPr>
        <p:spPr>
          <a:xfrm>
            <a:off x="9708782" y="499998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99286C2F-5455-B9EE-7359-3309B0FA1387}"/>
              </a:ext>
            </a:extLst>
          </p:cNvPr>
          <p:cNvSpPr/>
          <p:nvPr/>
        </p:nvSpPr>
        <p:spPr>
          <a:xfrm>
            <a:off x="9187645" y="529258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11285BA3-E7E1-175D-A46A-87B3C1A204BD}"/>
              </a:ext>
            </a:extLst>
          </p:cNvPr>
          <p:cNvSpPr txBox="1"/>
          <p:nvPr/>
        </p:nvSpPr>
        <p:spPr>
          <a:xfrm>
            <a:off x="9257275" y="529258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7E99981-AB7A-FE47-3C39-A76335ECBC29}"/>
              </a:ext>
            </a:extLst>
          </p:cNvPr>
          <p:cNvCxnSpPr>
            <a:endCxn id="64" idx="1"/>
          </p:cNvCxnSpPr>
          <p:nvPr/>
        </p:nvCxnSpPr>
        <p:spPr>
          <a:xfrm>
            <a:off x="8653314" y="5323396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B8BA1EEA-1C9E-770F-419F-1C73F1440E76}"/>
              </a:ext>
            </a:extLst>
          </p:cNvPr>
          <p:cNvSpPr txBox="1"/>
          <p:nvPr/>
        </p:nvSpPr>
        <p:spPr>
          <a:xfrm>
            <a:off x="9672903" y="567452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8BF72C5A-20BC-3AB0-6B23-A39D20091CEA}"/>
              </a:ext>
            </a:extLst>
          </p:cNvPr>
          <p:cNvSpPr/>
          <p:nvPr/>
        </p:nvSpPr>
        <p:spPr>
          <a:xfrm>
            <a:off x="9187645" y="6070167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BDA072F-1EC1-580A-BDC9-BE53A5A66442}"/>
              </a:ext>
            </a:extLst>
          </p:cNvPr>
          <p:cNvSpPr txBox="1"/>
          <p:nvPr/>
        </p:nvSpPr>
        <p:spPr>
          <a:xfrm>
            <a:off x="9257014" y="6067927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348B104D-3256-D585-5E62-A2E5015CD4B5}"/>
              </a:ext>
            </a:extLst>
          </p:cNvPr>
          <p:cNvSpPr txBox="1"/>
          <p:nvPr/>
        </p:nvSpPr>
        <p:spPr>
          <a:xfrm>
            <a:off x="10730630" y="49366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B2515E1-5C21-BD8A-59B7-0694E08F2C44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7570196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757B8-723C-E18B-2F83-C420BC862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7FB38C92-BFEB-D247-CE8A-07EA0BAB4B8B}"/>
              </a:ext>
            </a:extLst>
          </p:cNvPr>
          <p:cNvSpPr/>
          <p:nvPr/>
        </p:nvSpPr>
        <p:spPr>
          <a:xfrm>
            <a:off x="7612366" y="5255168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BFBD436-6300-F70F-9514-4E6CE1E2E96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95B36B4-C6B9-E7F8-308C-126F4F6FE2E0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BF9AD5-7A79-5619-5414-8F101D6987DA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BC53C30-B1D4-A23E-9871-F588F8A6733C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A2B08CD-1B2E-BCC9-BD9A-BFBF40DD3D6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5A6EE2B5-7498-B32C-48CD-60B412E2CADA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97834A4-3B9C-FC63-72FA-51F6947AAD6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A9C3017-FD6C-F17D-64F2-9A8B69EA3EA8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F2E8377-B8AA-C632-2728-57ECD2FAD6B3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390131-32B9-AF60-790B-98834F6BB1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9130C66-3A5A-1565-9193-EF29883B3AB7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DE0E167-ACFF-9B49-2975-CAE30A490637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CDC72BA-F912-C050-7BFF-234B684D16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56B78A4-80CF-DC9B-5457-26C8B3E7AAA7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54BC881-CB16-50FB-DF8A-79C4129572B8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F9912F2-D441-5956-C877-5F4B133EE7D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87D3B16-4C57-5651-99B1-76063D82D50E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F89521F-A73D-B0FF-49BE-AEEDCD44561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04B04D3-2ACD-9211-5A3A-90DD5BF95A2F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F7CED-33B1-80D1-1E54-4836A360C0EE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D1DF591-FFD3-215F-C34F-8C1D141E10B8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5094967-A5F3-1BC1-1C70-F6949ADD15C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785DCB8D-92DB-B997-74F4-2F77359712EC}"/>
              </a:ext>
            </a:extLst>
          </p:cNvPr>
          <p:cNvSpPr txBox="1"/>
          <p:nvPr/>
        </p:nvSpPr>
        <p:spPr>
          <a:xfrm>
            <a:off x="3715581" y="33852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084C932A-5054-4993-A061-0BC9EBD502EC}"/>
              </a:ext>
            </a:extLst>
          </p:cNvPr>
          <p:cNvSpPr/>
          <p:nvPr/>
        </p:nvSpPr>
        <p:spPr>
          <a:xfrm>
            <a:off x="3597702" y="3789211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C33F438-0332-6207-C3E2-34292A500CB8}"/>
              </a:ext>
            </a:extLst>
          </p:cNvPr>
          <p:cNvSpPr txBox="1"/>
          <p:nvPr/>
        </p:nvSpPr>
        <p:spPr>
          <a:xfrm>
            <a:off x="3667094" y="3789210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5DC3EB-AA2C-F51B-2C1E-844B5DFF9E28}"/>
              </a:ext>
            </a:extLst>
          </p:cNvPr>
          <p:cNvSpPr txBox="1"/>
          <p:nvPr/>
        </p:nvSpPr>
        <p:spPr>
          <a:xfrm>
            <a:off x="6441155" y="339050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E3D4416-6CC7-C1B1-54F2-808775F54539}"/>
              </a:ext>
            </a:extLst>
          </p:cNvPr>
          <p:cNvSpPr/>
          <p:nvPr/>
        </p:nvSpPr>
        <p:spPr>
          <a:xfrm>
            <a:off x="6523494" y="3782872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5DAD43E-F20D-2B8C-BAE9-8235A8BD9215}"/>
              </a:ext>
            </a:extLst>
          </p:cNvPr>
          <p:cNvSpPr txBox="1"/>
          <p:nvPr/>
        </p:nvSpPr>
        <p:spPr>
          <a:xfrm>
            <a:off x="6523493" y="3793336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79479B6-C7AB-A27B-DAD8-4E054D865525}"/>
              </a:ext>
            </a:extLst>
          </p:cNvPr>
          <p:cNvSpPr txBox="1"/>
          <p:nvPr/>
        </p:nvSpPr>
        <p:spPr>
          <a:xfrm>
            <a:off x="9141512" y="338260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92FDFC9A-22AF-5181-87D3-93FFE2126F64}"/>
              </a:ext>
            </a:extLst>
          </p:cNvPr>
          <p:cNvSpPr/>
          <p:nvPr/>
        </p:nvSpPr>
        <p:spPr>
          <a:xfrm>
            <a:off x="9223851" y="3774976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A09EF16-DCDB-EF30-6C14-51F29D125DDD}"/>
              </a:ext>
            </a:extLst>
          </p:cNvPr>
          <p:cNvSpPr txBox="1"/>
          <p:nvPr/>
        </p:nvSpPr>
        <p:spPr>
          <a:xfrm>
            <a:off x="9223850" y="3785442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94E71796-3EA1-52AF-36B0-44CF2D1D395F}"/>
              </a:ext>
            </a:extLst>
          </p:cNvPr>
          <p:cNvSpPr/>
          <p:nvPr/>
        </p:nvSpPr>
        <p:spPr>
          <a:xfrm>
            <a:off x="559350" y="5015475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1302BC04-8E9D-3B13-DC0D-D9B7AA415B37}"/>
              </a:ext>
            </a:extLst>
          </p:cNvPr>
          <p:cNvSpPr txBox="1"/>
          <p:nvPr/>
        </p:nvSpPr>
        <p:spPr>
          <a:xfrm>
            <a:off x="784019" y="33527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65BB1D9-FFC6-ABDC-285E-17605208DD6B}"/>
              </a:ext>
            </a:extLst>
          </p:cNvPr>
          <p:cNvSpPr/>
          <p:nvPr/>
        </p:nvSpPr>
        <p:spPr>
          <a:xfrm>
            <a:off x="627015" y="378194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43F2BE3-F642-F723-536D-97EA1BDBEE74}"/>
              </a:ext>
            </a:extLst>
          </p:cNvPr>
          <p:cNvSpPr txBox="1"/>
          <p:nvPr/>
        </p:nvSpPr>
        <p:spPr>
          <a:xfrm>
            <a:off x="696408" y="378194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DA9E4DC-B59B-3A27-D3C9-2E0D579A767D}"/>
              </a:ext>
            </a:extLst>
          </p:cNvPr>
          <p:cNvSpPr txBox="1"/>
          <p:nvPr/>
        </p:nvSpPr>
        <p:spPr>
          <a:xfrm>
            <a:off x="1148152" y="5133546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BECDB1CE-820D-6DA2-2E87-C6D46AF41FD1}"/>
              </a:ext>
            </a:extLst>
          </p:cNvPr>
          <p:cNvSpPr/>
          <p:nvPr/>
        </p:nvSpPr>
        <p:spPr>
          <a:xfrm>
            <a:off x="627015" y="542614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F312D38-B68D-0B33-D8D6-4999B4B93D3C}"/>
              </a:ext>
            </a:extLst>
          </p:cNvPr>
          <p:cNvSpPr txBox="1"/>
          <p:nvPr/>
        </p:nvSpPr>
        <p:spPr>
          <a:xfrm>
            <a:off x="696645" y="5426148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CAC90F5E-A5B0-EC94-AB12-F1D5EE070370}"/>
              </a:ext>
            </a:extLst>
          </p:cNvPr>
          <p:cNvSpPr txBox="1"/>
          <p:nvPr/>
        </p:nvSpPr>
        <p:spPr>
          <a:xfrm>
            <a:off x="1112273" y="580808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9AC989FC-39BC-C7EC-DCB0-A0F8AF8677B9}"/>
              </a:ext>
            </a:extLst>
          </p:cNvPr>
          <p:cNvSpPr/>
          <p:nvPr/>
        </p:nvSpPr>
        <p:spPr>
          <a:xfrm>
            <a:off x="627015" y="6203728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51A2F4DF-7F73-967D-39CC-0BD73D1D9901}"/>
              </a:ext>
            </a:extLst>
          </p:cNvPr>
          <p:cNvSpPr txBox="1"/>
          <p:nvPr/>
        </p:nvSpPr>
        <p:spPr>
          <a:xfrm>
            <a:off x="696385" y="6201488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矩形: 圆角 64">
            <a:extLst>
              <a:ext uri="{FF2B5EF4-FFF2-40B4-BE49-F238E27FC236}">
                <a16:creationId xmlns:a16="http://schemas.microsoft.com/office/drawing/2014/main" id="{B76E5FC7-3DCD-C4E9-09CD-BF6B494B8CAF}"/>
              </a:ext>
            </a:extLst>
          </p:cNvPr>
          <p:cNvSpPr/>
          <p:nvPr/>
        </p:nvSpPr>
        <p:spPr>
          <a:xfrm>
            <a:off x="3597702" y="5662880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3609281-7B29-CAC6-2026-00EC8B7F096A}"/>
              </a:ext>
            </a:extLst>
          </p:cNvPr>
          <p:cNvSpPr txBox="1"/>
          <p:nvPr/>
        </p:nvSpPr>
        <p:spPr>
          <a:xfrm>
            <a:off x="3667094" y="566287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7" name="矩形: 圆角 66">
            <a:extLst>
              <a:ext uri="{FF2B5EF4-FFF2-40B4-BE49-F238E27FC236}">
                <a16:creationId xmlns:a16="http://schemas.microsoft.com/office/drawing/2014/main" id="{6A8F6CB5-DAEB-1EE3-6979-CC6B8314C7FA}"/>
              </a:ext>
            </a:extLst>
          </p:cNvPr>
          <p:cNvSpPr/>
          <p:nvPr/>
        </p:nvSpPr>
        <p:spPr>
          <a:xfrm>
            <a:off x="3488575" y="5312732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AAF215CC-916E-2209-2BFD-C3F436104D10}"/>
              </a:ext>
            </a:extLst>
          </p:cNvPr>
          <p:cNvSpPr txBox="1"/>
          <p:nvPr/>
        </p:nvSpPr>
        <p:spPr>
          <a:xfrm>
            <a:off x="2117809" y="503312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C7E65D49-D13A-5CCF-0BA9-AE499C3C9EC7}"/>
              </a:ext>
            </a:extLst>
          </p:cNvPr>
          <p:cNvSpPr txBox="1"/>
          <p:nvPr/>
        </p:nvSpPr>
        <p:spPr>
          <a:xfrm>
            <a:off x="4233699" y="5309060"/>
            <a:ext cx="1277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00FA8DDC-E4F9-A3D3-5F2A-145C1DF6C514}"/>
              </a:ext>
            </a:extLst>
          </p:cNvPr>
          <p:cNvCxnSpPr/>
          <p:nvPr/>
        </p:nvCxnSpPr>
        <p:spPr>
          <a:xfrm>
            <a:off x="3053906" y="584163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本框 72">
            <a:extLst>
              <a:ext uri="{FF2B5EF4-FFF2-40B4-BE49-F238E27FC236}">
                <a16:creationId xmlns:a16="http://schemas.microsoft.com/office/drawing/2014/main" id="{5315C119-5636-8140-8B10-AAC512FC96C1}"/>
              </a:ext>
            </a:extLst>
          </p:cNvPr>
          <p:cNvSpPr txBox="1"/>
          <p:nvPr/>
        </p:nvSpPr>
        <p:spPr>
          <a:xfrm>
            <a:off x="8588465" y="5708964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A640FA0-A831-F3DA-7A32-E190D136F390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711791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1D4EA-4E77-7279-7D57-4E1486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376829FE-EBC7-7324-6EAD-AD8322E0AA80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EB7174CD-C6B2-EFE5-174A-0BD746C33D4D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97BDE92-F34A-756A-A559-2B93BC3BDB65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B602F1E-89B2-AE82-C4E2-961E7B4A5C93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99CBB43-6676-7502-FCBD-CBF6A00BD5D3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ED45832-C0C2-86C2-76B0-C40E96AFBA32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2768C39-7074-85D3-B367-785161F310EB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85258DC-59AE-E48E-F6EC-599087DB178C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B23165F-02D2-B664-AB72-5EFF977F6A43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A176127-E6B7-AC6F-530E-892B8AC88F5B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FEF8F05-1AA5-6DE4-7652-48726C724B09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8B5D65B-A145-C5EC-C7F5-2301003A84D6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686D04F-8A16-C7EA-A937-3813A9A7D9BF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0CC486D-F3FC-4301-08D9-32DF20D9B08C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8A44994-93AC-D15D-140A-DDF1A60B31C5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E7E1DBC-55B2-3124-C2E9-3789233BF50E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E2D9CA-7C11-A898-FAE0-8C4E2AA2A808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B8F9F64-313D-5806-614D-E6D6EF08A8EB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44D2FC0-8A91-7B47-774E-B5CA33CC381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52C63E46-4A42-E702-5F1E-6FDB0A8B4F72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F55DE684-AC65-8D24-66C1-A29AC24271DD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3884732-5588-CC2A-EEBA-BB925088CE1C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796DD7B-EEDE-040B-D1F4-2061EB612F77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E7891737-83FB-D71B-092E-8B226F5CC96D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9C4AF36-6882-EC22-222C-FB0A9C50775F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CA4B24BE-C783-3D01-3821-0A81F80F7BDF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5E233B8-5CBE-8D82-7E12-E31955B57900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28BEBE9-BB10-F5CA-26C3-DFF5C684897B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896553F7-C5EC-148E-395E-BC8B74C2F39C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AB88A0E-5B84-67A5-1051-75D3B651FB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F139EED-98D6-51BD-AB6F-E65C32785663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96183830-DA8C-18DB-CB99-BA52CCD815DE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BDF208B-28F4-4DCB-452C-264C9551E76C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0D17EFD5-9352-D683-CF54-B14E4E3F013A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643C927-EED1-40AB-70DD-435DD1396C9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A1689D16-5713-B10D-52EA-2A78E5B1E2C1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87EA6CA-1AA0-C5AC-4FE3-B772106B1A1F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D29076E-78A2-AA32-24B6-28A79F31F504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0BD3CA5-8C9D-1E94-7735-E57101AD709D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D5DE087-966A-DCE8-72DE-197E5511D7BD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D2485F3-1F64-C248-3088-D3FEC57D71C7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4DD1C7-EBFB-0A8D-8071-7D7C73A9661E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A7D233A-A929-A341-7D31-8D9611682A94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3F82F812-768A-EC41-6AF9-A95D41014ACC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2C877715-7A90-7A26-F86C-56621B8845AB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D7AC16AB-85C8-8758-C875-8131FDAAA1B2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3AF94335-BF1B-1154-822D-1A0697D498DE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CE695CA5-BBBC-FFF7-D245-9BE15ACA4B97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C0B959DB-DA03-49A2-61F8-A435160958F9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20D28FC-CE69-8024-2103-47BF31A73197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DDF38217-CD62-BC8E-25B7-74EC87D5C719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B6F1518-5D66-C16C-146C-D8F998DFE4EB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0B19526B-D7F1-9EDB-C562-91BA6343195B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3BB4AEDA-CE8C-F887-AB3C-247F56CC0136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9B8900F7-EB90-BC82-E8B9-5E32CB2D2F2A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EB17E07-1395-D0B7-E466-7EE4043F590E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7C08B46-80D2-F4E3-4B14-324F4AF5593B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3042022-287D-717E-DB8F-D1168438A95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C16502EF-3133-F9E8-E418-AC596AFE546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F9B8FB22-B1EF-A835-CD94-020B3A5F465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C35C31FB-733E-176B-497F-DBAABADD0A64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E736D06A-1C5A-8AED-E198-F45076FB8C03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61C2A491-F822-9971-B75E-7DCA0E4F5CD5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6FDDEB5C-5157-8CB2-8D0B-0D7132671E5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865348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C263C-BF98-1AD8-773C-2574FF0D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C34CF1D-E128-9A7E-0A53-FA7BE61226FC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C0ECA180-6C32-0C66-CF5B-3647D11EFF1B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6136370C-9361-2DC8-9400-C484AD4E643E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4D2C90F-F9F5-0678-CB64-E5B37BD569F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DB2ED8-C488-C92D-4A37-B191240FA5E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03B2C9F-DB03-171D-08C4-DE3F6D0F29B5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9CC52EC-2DC3-3479-1D1F-FB766BE7B842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66F357-448C-C72E-254B-776F27F4BA37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A8E395E-398A-E813-5F43-FAFE62ADB05D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F2C8370-2636-DE52-7298-925ADF5F0C28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0BF997-1CFA-6099-E4EF-D82FEF89AA24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5C3FF9-80F5-B244-32FB-F27522E720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2579949-5D53-7EC1-6946-8C5C0F42930C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E4E00FD-04EF-9B2B-670D-B1E3B6BF4BE4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07D162B-1633-D26A-88BD-A4586BCE08D0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7004FCF-1EE5-76B1-CF9F-3D98D60069F6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0340C9F-81E4-A186-588C-D7135C09B607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61D76B3-1622-FDD7-C231-4010EAC49000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AF5046F-AD09-4F52-3D1E-391F7BB399D6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47C484F-6B4C-EF0D-20B9-FB299D507BC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A6A5536-8C29-4733-5FE7-DA2DCB3AF95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0895CB1-79FF-CE17-0B30-227BC6E5D453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7592060-B446-BA15-ED56-18EC0AC1DCF0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A1D3E4-7E31-F897-7BC8-BD915C5111B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B3AB8F29-F646-499D-D000-209729B3AAB3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BC91B914-9D52-C9D2-D332-1A5851A72ACF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5C6A9D2-3A25-DA2A-5037-0F66B2090A9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F6ABDC9-14C0-0248-8181-8FDADC07CA89}"/>
              </a:ext>
            </a:extLst>
          </p:cNvPr>
          <p:cNvSpPr txBox="1"/>
          <p:nvPr/>
        </p:nvSpPr>
        <p:spPr>
          <a:xfrm>
            <a:off x="6423455" y="23533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630447C-EDF1-8F65-70EF-ABC442172312}"/>
              </a:ext>
            </a:extLst>
          </p:cNvPr>
          <p:cNvSpPr/>
          <p:nvPr/>
        </p:nvSpPr>
        <p:spPr>
          <a:xfrm>
            <a:off x="6505794" y="274573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1D76B7-B6B4-F9F4-D5C8-6C2A86A55BF3}"/>
              </a:ext>
            </a:extLst>
          </p:cNvPr>
          <p:cNvSpPr txBox="1"/>
          <p:nvPr/>
        </p:nvSpPr>
        <p:spPr>
          <a:xfrm>
            <a:off x="6505793" y="275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2256441-8A46-13B6-00D1-F58CB061D5EF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74C14160-DAE7-0760-3037-C7E788F10C10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1DDA81FB-B9F2-DBF4-2CA4-E2C6D3DC7259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2DADAC98-695B-C7F6-4E5A-D7D0D92B1C06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E159328E-4DB4-7324-2720-660566939C6A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09EB468-B50B-8764-F751-FB8E5580F36B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296AA8D-17E4-570A-FB81-098128497E62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554E99E-3153-08ED-9D68-C1CCB1F47137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A0B10DB3-9233-4B15-6D21-7BCDD54E66C3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91FE80C5-DB2B-360F-5F88-C1E2DA754E36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F2016A34-0D8A-4434-289F-18F0B504AD88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2E54CACF-0595-48D7-189F-00DFBF2AD9F9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22E2555-B314-DF85-3A3F-09218114D5B6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134889D-4F02-E58D-73AE-BD1BFA02A621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E263A4F6-2946-A87A-35D4-10DC6B529554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DF6BD40-855D-63CC-0281-D10C8ACACB4C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152C2F45-8747-93D3-81EB-DDFC1A7CC32A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3A1F89B-B015-B468-9C24-50B1F277C22E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CA47DCD-F40E-6A2B-8103-9AF526378282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0F19B78-0F3E-0CAA-1EE8-42C06CE08AA6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CE49F14-C498-27C6-2D24-98E26DA2030A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0450655-8AE0-D083-88CB-0EFB3D96175A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DDB6884-89DB-B17E-DFBC-901F92E62F57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652DAFC-75EF-53B3-66BE-2D1D68438FC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4C7462E-A0E3-193C-A5B3-F7DA204A1952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5C820C1A-EBA7-A1F3-F00A-4304880F73FD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660F01D1-C863-9CF1-BB07-1244E47ACE3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8C209218-B8DC-71E3-7E8B-58D19D06548F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0058948-A4EF-D637-A307-BBFE47DE6034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E5E232B8-AB84-0ACD-03DD-B83D1466EE19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2C372D0D-76B3-3D33-1D15-41F1A6FD7101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DA1CEBBB-4E60-1516-D156-8C32C637470C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35F9C1AA-1775-CEAB-ABD0-69C4E9482C86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72F98F4E-96AA-3F95-3CBC-513C7B146153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BE61B7D-1941-7D0B-6B67-20C972899E4A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B57D4EF9-E513-F6A5-89A7-1D788B0BB724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2F49F73-A0C9-B6D4-C118-E703F322E351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E923164-A262-1D68-9BDF-D7F3B4EC3BAF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4C0B4347-E5FD-39F6-3C59-49B9DCD9990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7666CC13-3540-CF28-C093-0EB38830A24E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718A3C61-6369-4CFD-E242-1F086A0D4F2A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7617BCA7-1DF5-C071-D027-7F06AED559F3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7E5E460E-D131-2B4C-B1A2-DC5AE04E4C0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C8964756-5A91-C729-E047-D27CB3E45C0D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2EB40010-2C66-A256-6D15-F02D20328CCB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6F530013-BC3D-B141-91C1-7E902BE62A6A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244FD161-CE58-211F-258C-DD31C662518E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3F7D6C3-B0DB-76E0-B20A-F22201C8D814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D93C7D41-00BA-D5F1-06FA-79857D2CC9C1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AF3CB0BA-DF42-F67E-B2B5-DA4EC2C8F41F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A422D8C7-5164-A878-29A4-EAB8457CE8C7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74F2D9D1-08E9-5570-2EB2-07370615DCC2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088D755-E658-6FAC-0333-B83AB41316C8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9585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F62E7-5912-1D35-AF02-61AF6EF3A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87568AC-410E-BA85-21D7-8A3223463052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15137B-0877-0B3F-BE61-9CF9521D54FF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1F58DD0-3BD6-BCCD-3915-87E079440A8B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7F7ACE9-E71C-71EE-8DB5-052DE174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9754A3C2-2326-B378-14DB-219CDDF39215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A48C3C5-EA2F-0B63-2BFF-03B0019E5BB9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D44C63A-EB81-D153-36AD-4D7A5FD2C11D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B26B3B3-FD55-3E23-99B4-98504CB1B858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3F663E2-BB56-BD0F-BCD9-71BBC688F1C7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2CA1D947-4B89-64DB-4049-942B5CB64B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558BFB90-FE3F-EEC0-B613-63EF5E9814D1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9BF2FDB-020A-B297-E118-9C0C72C4FA6E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97501BC-EE8D-019C-0213-DF593088E7CF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C27F51-F600-C2AA-182E-13B5F97BA97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ABB6A68-A919-06AE-5B83-11B7DF901FDA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DCAF00A-DC40-6B76-2C36-0A7797493A59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7375B635-6578-BFE7-B826-4E3B3A829B28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21192E7-92E5-67D4-AE51-E90FBFAD5A63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20DD48A-A046-531B-D6E1-BD0246664CA4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62B81B2-2BD6-9C65-FFA7-36141ED384A3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B84BD42-1ED4-1D6A-DED5-15EC14B82134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47404880-D9B2-B5C7-124E-F31CE5BC3C23}"/>
              </a:ext>
            </a:extLst>
          </p:cNvPr>
          <p:cNvCxnSpPr>
            <a:cxnSpLocks/>
          </p:cNvCxnSpPr>
          <p:nvPr/>
        </p:nvCxnSpPr>
        <p:spPr>
          <a:xfrm>
            <a:off x="248010" y="5659932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B9C8D733-5297-BB1F-3925-B7C5989A47D4}"/>
              </a:ext>
            </a:extLst>
          </p:cNvPr>
          <p:cNvSpPr txBox="1"/>
          <p:nvPr/>
        </p:nvSpPr>
        <p:spPr>
          <a:xfrm>
            <a:off x="1336069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771DD54-93BF-9783-7946-9E109604CBE9}"/>
              </a:ext>
            </a:extLst>
          </p:cNvPr>
          <p:cNvSpPr txBox="1"/>
          <p:nvPr/>
        </p:nvSpPr>
        <p:spPr>
          <a:xfrm>
            <a:off x="3900276" y="99354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74F75D2-6936-2BE8-CBF7-4DCFF39028D0}"/>
              </a:ext>
            </a:extLst>
          </p:cNvPr>
          <p:cNvSpPr txBox="1"/>
          <p:nvPr/>
        </p:nvSpPr>
        <p:spPr>
          <a:xfrm>
            <a:off x="1291664" y="5757258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717F844-255A-2572-6E67-5C208474BF59}"/>
              </a:ext>
            </a:extLst>
          </p:cNvPr>
          <p:cNvSpPr/>
          <p:nvPr/>
        </p:nvSpPr>
        <p:spPr>
          <a:xfrm>
            <a:off x="777186" y="233341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C0C18A6-0468-D5F7-5C65-C093DC22E18C}"/>
              </a:ext>
            </a:extLst>
          </p:cNvPr>
          <p:cNvSpPr txBox="1"/>
          <p:nvPr/>
        </p:nvSpPr>
        <p:spPr>
          <a:xfrm>
            <a:off x="1365988" y="245148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0C566471-B134-AEB3-FAEC-B8B4088FCA6C}"/>
              </a:ext>
            </a:extLst>
          </p:cNvPr>
          <p:cNvSpPr/>
          <p:nvPr/>
        </p:nvSpPr>
        <p:spPr>
          <a:xfrm>
            <a:off x="844851" y="274409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38239021-C7F1-FA60-F9D8-B679A8405F7C}"/>
              </a:ext>
            </a:extLst>
          </p:cNvPr>
          <p:cNvSpPr txBox="1"/>
          <p:nvPr/>
        </p:nvSpPr>
        <p:spPr>
          <a:xfrm>
            <a:off x="914481" y="274409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51010FE-D089-955B-7093-7FD593F0EF77}"/>
              </a:ext>
            </a:extLst>
          </p:cNvPr>
          <p:cNvSpPr txBox="1"/>
          <p:nvPr/>
        </p:nvSpPr>
        <p:spPr>
          <a:xfrm>
            <a:off x="1330109" y="312602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1914F819-895F-3AB8-64CF-FB28716F5A02}"/>
              </a:ext>
            </a:extLst>
          </p:cNvPr>
          <p:cNvSpPr/>
          <p:nvPr/>
        </p:nvSpPr>
        <p:spPr>
          <a:xfrm>
            <a:off x="844851" y="352167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7D29388F-DDF6-C079-53A9-BC967C1BD71F}"/>
              </a:ext>
            </a:extLst>
          </p:cNvPr>
          <p:cNvSpPr txBox="1"/>
          <p:nvPr/>
        </p:nvSpPr>
        <p:spPr>
          <a:xfrm>
            <a:off x="914221" y="351943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3633201-741C-1B8D-E4EE-8DBF4791EAC0}"/>
              </a:ext>
            </a:extLst>
          </p:cNvPr>
          <p:cNvSpPr txBox="1"/>
          <p:nvPr/>
        </p:nvSpPr>
        <p:spPr>
          <a:xfrm>
            <a:off x="2357305" y="237793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第六个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2AB7EC63-0FED-2ADF-FFC3-80F4207734D4}"/>
              </a:ext>
            </a:extLst>
          </p:cNvPr>
          <p:cNvSpPr/>
          <p:nvPr/>
        </p:nvSpPr>
        <p:spPr>
          <a:xfrm>
            <a:off x="3778362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C096BED8-0891-D5F6-FCD3-8267668992A6}"/>
              </a:ext>
            </a:extLst>
          </p:cNvPr>
          <p:cNvSpPr txBox="1"/>
          <p:nvPr/>
        </p:nvSpPr>
        <p:spPr>
          <a:xfrm>
            <a:off x="4367164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8A922B07-2368-94C6-DF86-6C79FF0A2C01}"/>
              </a:ext>
            </a:extLst>
          </p:cNvPr>
          <p:cNvSpPr/>
          <p:nvPr/>
        </p:nvSpPr>
        <p:spPr>
          <a:xfrm>
            <a:off x="3846027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452A254-F91A-80CA-8815-E308F23657EF}"/>
              </a:ext>
            </a:extLst>
          </p:cNvPr>
          <p:cNvSpPr txBox="1"/>
          <p:nvPr/>
        </p:nvSpPr>
        <p:spPr>
          <a:xfrm>
            <a:off x="3915657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37D4AC3D-9D48-FCAC-EF61-A13FAABE95C9}"/>
              </a:ext>
            </a:extLst>
          </p:cNvPr>
          <p:cNvSpPr txBox="1"/>
          <p:nvPr/>
        </p:nvSpPr>
        <p:spPr>
          <a:xfrm>
            <a:off x="4331285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9CDDBBB8-A83B-CDA5-0DC4-DC663A842358}"/>
              </a:ext>
            </a:extLst>
          </p:cNvPr>
          <p:cNvSpPr/>
          <p:nvPr/>
        </p:nvSpPr>
        <p:spPr>
          <a:xfrm>
            <a:off x="3846027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228F3B12-1C69-0C05-C925-EDA48FAF219F}"/>
              </a:ext>
            </a:extLst>
          </p:cNvPr>
          <p:cNvSpPr txBox="1"/>
          <p:nvPr/>
        </p:nvSpPr>
        <p:spPr>
          <a:xfrm>
            <a:off x="3915397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FCD546D9-7038-BD32-B70C-835AE33CD2CE}"/>
              </a:ext>
            </a:extLst>
          </p:cNvPr>
          <p:cNvSpPr txBox="1"/>
          <p:nvPr/>
        </p:nvSpPr>
        <p:spPr>
          <a:xfrm>
            <a:off x="5358481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2928B197-D356-6DA7-6F32-6A1407A8FB9B}"/>
              </a:ext>
            </a:extLst>
          </p:cNvPr>
          <p:cNvSpPr/>
          <p:nvPr/>
        </p:nvSpPr>
        <p:spPr>
          <a:xfrm>
            <a:off x="6674737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9B7CB8A3-85D3-C437-CBAC-FB4E65499069}"/>
              </a:ext>
            </a:extLst>
          </p:cNvPr>
          <p:cNvSpPr txBox="1"/>
          <p:nvPr/>
        </p:nvSpPr>
        <p:spPr>
          <a:xfrm>
            <a:off x="7263539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F4C58F4-0380-E7D7-5FB4-EEAEA5EB74CD}"/>
              </a:ext>
            </a:extLst>
          </p:cNvPr>
          <p:cNvSpPr/>
          <p:nvPr/>
        </p:nvSpPr>
        <p:spPr>
          <a:xfrm>
            <a:off x="6742402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263EA392-1077-80F3-C887-65D432B89019}"/>
              </a:ext>
            </a:extLst>
          </p:cNvPr>
          <p:cNvSpPr txBox="1"/>
          <p:nvPr/>
        </p:nvSpPr>
        <p:spPr>
          <a:xfrm>
            <a:off x="6812032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98ECFFD-0BFA-F934-CF05-EC168FD22920}"/>
              </a:ext>
            </a:extLst>
          </p:cNvPr>
          <p:cNvSpPr txBox="1"/>
          <p:nvPr/>
        </p:nvSpPr>
        <p:spPr>
          <a:xfrm>
            <a:off x="7227660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5C098E28-CFF1-9FC6-C35F-EDC381179661}"/>
              </a:ext>
            </a:extLst>
          </p:cNvPr>
          <p:cNvSpPr/>
          <p:nvPr/>
        </p:nvSpPr>
        <p:spPr>
          <a:xfrm>
            <a:off x="6742402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A3201ED-6D11-1B40-B6B5-BE3EF936364A}"/>
              </a:ext>
            </a:extLst>
          </p:cNvPr>
          <p:cNvSpPr txBox="1"/>
          <p:nvPr/>
        </p:nvSpPr>
        <p:spPr>
          <a:xfrm>
            <a:off x="6811772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45D9C1B-222C-3688-76FC-3F62564C029B}"/>
              </a:ext>
            </a:extLst>
          </p:cNvPr>
          <p:cNvSpPr txBox="1"/>
          <p:nvPr/>
        </p:nvSpPr>
        <p:spPr>
          <a:xfrm>
            <a:off x="8254856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96EB0179-FCDD-C501-FD62-E81E60AFA837}"/>
              </a:ext>
            </a:extLst>
          </p:cNvPr>
          <p:cNvCxnSpPr>
            <a:cxnSpLocks/>
          </p:cNvCxnSpPr>
          <p:nvPr/>
        </p:nvCxnSpPr>
        <p:spPr>
          <a:xfrm flipV="1">
            <a:off x="3368290" y="133956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F60A0D56-D1BE-6949-35A7-535FFF94FD3E}"/>
              </a:ext>
            </a:extLst>
          </p:cNvPr>
          <p:cNvCxnSpPr>
            <a:cxnSpLocks/>
          </p:cNvCxnSpPr>
          <p:nvPr/>
        </p:nvCxnSpPr>
        <p:spPr>
          <a:xfrm flipV="1">
            <a:off x="6141431" y="127544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F152ED82-A73B-029F-29D9-17BCFCB65A84}"/>
              </a:ext>
            </a:extLst>
          </p:cNvPr>
          <p:cNvSpPr/>
          <p:nvPr/>
        </p:nvSpPr>
        <p:spPr>
          <a:xfrm>
            <a:off x="3946681" y="4548658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59A5ABB6-73B5-56C9-E07E-0F17876997C7}"/>
              </a:ext>
            </a:extLst>
          </p:cNvPr>
          <p:cNvSpPr txBox="1"/>
          <p:nvPr/>
        </p:nvSpPr>
        <p:spPr>
          <a:xfrm>
            <a:off x="4283427" y="414468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FA04B75B-FBC2-55C2-1311-4E2657B0D84B}"/>
              </a:ext>
            </a:extLst>
          </p:cNvPr>
          <p:cNvSpPr txBox="1"/>
          <p:nvPr/>
        </p:nvSpPr>
        <p:spPr>
          <a:xfrm>
            <a:off x="4066099" y="46255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52615041-A15A-156D-3E60-1DC14ED3E5BF}"/>
              </a:ext>
            </a:extLst>
          </p:cNvPr>
          <p:cNvSpPr txBox="1"/>
          <p:nvPr/>
        </p:nvSpPr>
        <p:spPr>
          <a:xfrm>
            <a:off x="4084031" y="5733483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5C2BD31D-ACE9-2746-7269-470646FB5065}"/>
              </a:ext>
            </a:extLst>
          </p:cNvPr>
          <p:cNvSpPr txBox="1"/>
          <p:nvPr/>
        </p:nvSpPr>
        <p:spPr>
          <a:xfrm>
            <a:off x="6604280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A47270BC-76FE-D352-135B-A3BA7F90A795}"/>
              </a:ext>
            </a:extLst>
          </p:cNvPr>
          <p:cNvSpPr txBox="1"/>
          <p:nvPr/>
        </p:nvSpPr>
        <p:spPr>
          <a:xfrm>
            <a:off x="6741529" y="5733483"/>
            <a:ext cx="281857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A76D9BBC-549C-33E2-FE90-B419D5316AC0}"/>
              </a:ext>
            </a:extLst>
          </p:cNvPr>
          <p:cNvCxnSpPr>
            <a:cxnSpLocks/>
          </p:cNvCxnSpPr>
          <p:nvPr/>
        </p:nvCxnSpPr>
        <p:spPr>
          <a:xfrm flipV="1">
            <a:off x="8852695" y="129442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EF3A936B-AF23-ABE1-7FA2-CCFCF4C72947}"/>
              </a:ext>
            </a:extLst>
          </p:cNvPr>
          <p:cNvSpPr txBox="1"/>
          <p:nvPr/>
        </p:nvSpPr>
        <p:spPr>
          <a:xfrm>
            <a:off x="9182925" y="100450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E97E0C24-EF0D-DA22-84BD-25E8AF7B3F1C}"/>
              </a:ext>
            </a:extLst>
          </p:cNvPr>
          <p:cNvSpPr/>
          <p:nvPr/>
        </p:nvSpPr>
        <p:spPr>
          <a:xfrm>
            <a:off x="9581965" y="2274291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E92C18D2-B1C4-F59D-57F1-681693D56972}"/>
              </a:ext>
            </a:extLst>
          </p:cNvPr>
          <p:cNvSpPr txBox="1"/>
          <p:nvPr/>
        </p:nvSpPr>
        <p:spPr>
          <a:xfrm>
            <a:off x="10170767" y="239236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79CC256-1882-6609-3B7B-9ED0A72A43E0}"/>
              </a:ext>
            </a:extLst>
          </p:cNvPr>
          <p:cNvSpPr/>
          <p:nvPr/>
        </p:nvSpPr>
        <p:spPr>
          <a:xfrm>
            <a:off x="9649630" y="268496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F6AF2D43-F948-B449-3328-1DC1D1437052}"/>
              </a:ext>
            </a:extLst>
          </p:cNvPr>
          <p:cNvSpPr txBox="1"/>
          <p:nvPr/>
        </p:nvSpPr>
        <p:spPr>
          <a:xfrm>
            <a:off x="9719260" y="268496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BA56C79-8297-1009-701C-DEFAA2118370}"/>
              </a:ext>
            </a:extLst>
          </p:cNvPr>
          <p:cNvSpPr txBox="1"/>
          <p:nvPr/>
        </p:nvSpPr>
        <p:spPr>
          <a:xfrm>
            <a:off x="10134888" y="306689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3" name="矩形: 圆角 112">
            <a:extLst>
              <a:ext uri="{FF2B5EF4-FFF2-40B4-BE49-F238E27FC236}">
                <a16:creationId xmlns:a16="http://schemas.microsoft.com/office/drawing/2014/main" id="{1F8182CB-48C2-5186-1A15-8EE9E67A5677}"/>
              </a:ext>
            </a:extLst>
          </p:cNvPr>
          <p:cNvSpPr/>
          <p:nvPr/>
        </p:nvSpPr>
        <p:spPr>
          <a:xfrm>
            <a:off x="9649630" y="3462544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00FDC5C3-2F76-0C36-FAB2-F7E2384F2C04}"/>
              </a:ext>
            </a:extLst>
          </p:cNvPr>
          <p:cNvSpPr txBox="1"/>
          <p:nvPr/>
        </p:nvSpPr>
        <p:spPr>
          <a:xfrm>
            <a:off x="9719000" y="3460304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0ECC965B-1D1F-A5D8-F88B-AFECEC48F885}"/>
              </a:ext>
            </a:extLst>
          </p:cNvPr>
          <p:cNvSpPr txBox="1"/>
          <p:nvPr/>
        </p:nvSpPr>
        <p:spPr>
          <a:xfrm>
            <a:off x="11162084" y="2318811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A0D15982-D404-41E2-46E2-7FFF0AAC9140}"/>
              </a:ext>
            </a:extLst>
          </p:cNvPr>
          <p:cNvCxnSpPr>
            <a:cxnSpLocks/>
          </p:cNvCxnSpPr>
          <p:nvPr/>
        </p:nvCxnSpPr>
        <p:spPr>
          <a:xfrm flipV="1">
            <a:off x="11945067" y="121802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E4ED5EA5-349A-3C6A-A7EF-1143446AA58B}"/>
              </a:ext>
            </a:extLst>
          </p:cNvPr>
          <p:cNvCxnSpPr>
            <a:cxnSpLocks/>
          </p:cNvCxnSpPr>
          <p:nvPr/>
        </p:nvCxnSpPr>
        <p:spPr>
          <a:xfrm>
            <a:off x="342782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B9D9A073-8D16-AD8A-B360-6CB473E1731C}"/>
              </a:ext>
            </a:extLst>
          </p:cNvPr>
          <p:cNvCxnSpPr>
            <a:cxnSpLocks/>
          </p:cNvCxnSpPr>
          <p:nvPr/>
        </p:nvCxnSpPr>
        <p:spPr>
          <a:xfrm>
            <a:off x="6288569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9DEE0BD4-1CCE-E2A5-6130-626793A74C50}"/>
              </a:ext>
            </a:extLst>
          </p:cNvPr>
          <p:cNvCxnSpPr>
            <a:cxnSpLocks/>
          </p:cNvCxnSpPr>
          <p:nvPr/>
        </p:nvCxnSpPr>
        <p:spPr>
          <a:xfrm>
            <a:off x="913250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20D46F8-23F6-3119-498F-D10182D7931E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EE76C60-11D0-9314-7C59-B40D5E1AC1B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191007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5AA63-F187-0B4B-9969-51BAA13BA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5B6776-53F0-D37D-764F-21512132C03A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428CF50-168E-F3AD-3110-2C0E314A8004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24FB5EF-6949-FAE1-DF23-AEB2933B5AB3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5A0A357-5C5B-FCB0-C52B-AB2CA098E3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1E6D5F7-577A-4FC9-0430-09C9BDAFAFDF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3724110-FDF4-3738-E407-A9C52C0FD380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27CAC78-8388-6439-6944-26CF2F591740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2AEA27-FB2C-5009-998C-13F79C3F7165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BB428F6-2EEE-9F53-8FE1-745B9A67C7EA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F3BD70A-F676-9404-517E-92318606EFF9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39FC83B-6FBD-EC54-A18E-F96836F76D8D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2CE0FE3-FB74-CEBA-D1D3-D7510E6FBB57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CE5B463-9347-FDFA-2958-82F781A1A460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B28D1FC-042C-3B0B-2378-2E7106BCF72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87003F6-2D35-C778-35B0-05844F21FB55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6A4B777-8010-5991-C77B-7BCC7D83A35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E2EE4AB-2EF9-9D63-2CC5-128E1C25D700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E651DC-78F8-54F4-1C9F-CD94B7DDA61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42C75FC-DC6D-9F5B-F3E5-950BF28536DA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2D5DCF5-8C2C-2F70-3051-4C774A19D830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DFCDDD3-BDB4-568D-3F1F-8C7F6FB3EC70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5728F25-A0C0-3C01-5B14-22AF6AF710A3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0879783-4A25-BFFB-4FAA-8407BEB113F7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A8EEDB1-42C5-C6B2-7056-ECFB3C071AFD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40C1981-3150-97CC-9F33-D95EF75B8BA9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6914A4C-EF64-1951-8B0A-2CF1D72EAA31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850108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17107-E0BD-94FA-39CA-15CE13ED5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39DB04E-9354-5C49-7D0E-35817DA74125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FE8703B-2282-636F-555B-059C74316FC5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65CC92A-FC0A-8CD7-B313-8B6DE9491BFE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37FFCA3-1518-13F4-4DEF-A54FA1DD6B44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FCED26E-E56F-3B18-EFCF-9C9E4F96F3B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25E2559-1759-926E-A194-449CB72CEEB4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C9582C8-746F-F89F-2593-F37F78765459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C0A4FCF-15AE-C3A7-FE5D-280DE1233469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8B3EF5DD-BA92-21F9-AFD5-416B4257F6DC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B22B6FF-4104-9370-8FFC-C42190FA60FA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3DCC8A-1E98-B691-1F91-A7B8F33160A7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436D13F-0EBE-20F6-F86A-8C95CB21539E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2D250E0-6A4B-28CA-2AA7-D43687BFEDAB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ACD05E96-A8F1-EEFB-FF6B-6861CC0C4F62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BD19CA1-AFFC-8707-6BE7-A2B9BF58B9B1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5F7C05D-7618-2445-99D7-63DBCD57505D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99F5B63-076C-1A43-0773-128846FBC208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598173C-0CF7-82FD-4E29-A4168B8FCF05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8D3F404-EE8D-54DB-5274-E2E7DE428AF7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89FFFB23-6BEC-1104-D042-99224F03621D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2E08861-FED6-B187-E217-176BA56AD2D2}"/>
              </a:ext>
            </a:extLst>
          </p:cNvPr>
          <p:cNvSpPr txBox="1"/>
          <p:nvPr/>
        </p:nvSpPr>
        <p:spPr>
          <a:xfrm>
            <a:off x="464890" y="3006304"/>
            <a:ext cx="750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4B28D57-E8C1-C2C3-AB02-B27F9645B999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F62B65B3-3E8F-09A7-EAAB-9ED9D44AB3E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B0626F3E-6F98-D446-6859-330F1704A700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DEBF9FC-BE3C-44F0-E0C9-F3C8FDD72B0C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CE6F8EE-B50E-F89E-FA82-1836291366FC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540F0EC-645F-6666-5084-3CD573916AB8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2ECF477-2EE9-17DE-977E-F3BB38E838CB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BC8F2F35-6163-5F26-B0E8-D5DDE77FB7DB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4D16E451-A212-2F9D-5FF1-6C01FE2DCB6E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148D5AA-D42D-6317-3208-F5851408E502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A8E3CAB-2399-2CDB-881C-0BCD8C29CF7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F58B559-070C-F0A4-0B79-B4428ECDDBE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DFED2FA-B878-915E-984C-FDDF37F9C4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ECCC4E5-4B40-ACE8-344C-646C8BDBE36D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A3204820-77D0-7999-4B4E-58E58B0ABCB3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0ED7D404-38B0-8C7B-C87F-5CCB61E698B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3215493-4D08-DEC8-C3CF-C3D8CD81F209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BDE6C0A-1651-05CA-0A31-03DE8FCA2099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C207F86C-CF32-14DB-AF9E-3AD9878BD89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E42E3699-693C-6732-07A3-BE9DB92E8DA2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3EE3648-E4C1-8602-EB75-9DC923BEC608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2CAD5EB6-182D-BD90-E2FA-21F40A3D7730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8C281338-43A5-B181-E4F0-3A19980D9C13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8EF9A007-CD8E-ED0D-B192-06E8D2AEE4A0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E2B0E067-4F61-CF5C-B6C7-560823EA243F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2151A115-CBB9-F554-07F9-DADCDFA5C1B7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7EBC045F-BDC3-2188-144B-58AB8D299E13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AC8D94FB-7E6A-DA3B-FCFD-16A80B44151A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2408CD10-E888-E28E-E3DC-006DCA25AA42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E22B9C2-F6D4-57D3-52CE-B8EA4287C103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13E06B-D291-32B2-6460-86B7B27F037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AA7E1C8-DD83-0D86-8F8F-B07194135E2C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71A5B8-6632-EB19-D972-343AA93E327C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7B38620-76FC-89E6-FD78-7FC52EC14F1F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A29CD45-9038-81E5-6F03-9CFD831B885C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7CF96FB-71D2-1DCB-B41C-14E21FAD627F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2C2C5DE-A08D-1680-90BF-30C2B135C5C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4F9D499-9EE4-9AFD-62BE-6F5A4E67AAF3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3EFE6523-2377-0981-ED42-E58B10158717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9F860B0D-7D0F-0CF1-BF9E-2325C6A260D2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19EA86F0-96E1-6C27-9985-4AF9FC18C59F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8647975-63F7-FE26-447E-32EA07C8316F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A74204E-CD3B-EED3-C775-CF732C6F555A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2D90231-6B4B-D5FD-D07E-85C76CEFAA9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B384E2B0-5A65-05F3-9FC8-AE5AED354DFC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044ADD33-A889-939C-8747-B3B002345279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61C2B4F-F896-EBED-C01E-E063C6B16230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070C5445-3DEB-1D19-6D97-2ED1C3B228F5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312E51F-6654-8A64-E0EA-1E9351A0E040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97E4C0E-E174-F6E1-78B8-81C969C9893C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8E2EFE4E-FCE2-991E-E4D7-20BDDCFBDAF4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ECBDBD7F-7F5A-49DA-55D8-0AF3914BCEFB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CDA31DB-665A-F75E-3AA5-6A655D66DF9A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289C1E41-D244-9B2D-BE45-9D0559F7BAD1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450044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7ED5F-827C-306C-4687-8674A16E8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2BDB61F-30D7-FE2A-B4EE-1284558AE898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379BDF0-9538-9CB0-ED78-157DB3896C94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24489786-17DD-2B73-AC36-0C317E438CB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6D4525C-3BF7-6DD3-3706-5FA3AE17738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035A0B2-F95F-B2E9-5BCD-5D4C110EC822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C0EE08A-7971-B5B3-25D5-5D4E7E7293B3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01FBF99-B2CE-2546-756E-7E6C22996DEB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8BFC55FE-833E-FC97-2867-C03CE9F3C6FC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AAEB2D2E-7CF9-CA8B-FF67-C99F01D0C899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BDEA30A4-6EF8-C7DC-71B7-01290EDF2C5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2C63A4EC-C42C-024A-7E62-9261F17DF73C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D63B743-FD0C-9EAA-F734-B5EAC86E34B3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64E95658-7035-5B2E-720F-F56EA8C415CB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C8498CFA-F495-20B8-99E2-9FE46F2126E9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E3BBB3E2-88F3-92D8-3F36-3403D4D6CEBF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63C6A574-41B7-9F6C-BF3B-FB1EB61BEFE7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80CB28C-7DBA-8CA9-2E84-CE162544A19B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7FFD78A-8047-4AF4-8547-6B34D192067D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C093A49-6528-8C2A-D347-DC7F03EABFE4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159E275C-3274-7477-DCA1-EE912E964CDB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98B7936F-4D70-C493-D84E-8B2F437C1D7F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D75FB7-D3A6-F944-36EC-FBF1364CB227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21A3B70-7781-2EF4-7E04-60779A39360A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4295887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9E3D6-87D8-71C3-2AE9-EA02D71EC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169DDF5F-C602-27C8-BDAF-E5B6862781D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A7BD1BF-8169-BB0B-7BAD-20FEAED7F15C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828E95C-844C-7F2D-457A-25F789BE7660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34EA021-638C-31DE-3672-B706B069AD0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8B6E431-DB6D-E9F4-31DA-B487B258F1D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4ECD05F-73C2-4F68-0847-3A416E780910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A54945F-5486-BB96-E103-3695E0CFAE12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86B0FAB-E9E4-BDC2-0B6D-8AB379776C32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4ED35698-420B-C695-3714-23E1EC53D79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0A381E-5543-3FBD-ABE0-131638CA6BAB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6DD2A2-E853-837F-4CD3-C786AB5DF777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F00EF9F-94A9-C7D3-541F-71ACD76D8B4B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E392CCE-8FAA-6958-D657-6D92AA1FB7D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65ED414-78C0-6DBF-F66A-D73C6A448B9B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AFCE55-EB61-41D9-CBEF-64F8A3BCE46F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818666A-9F9E-EADD-6E35-1CB86DDE21A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7F0DD14-37FE-5457-E920-2D6033EEC8A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74003E0-B257-C25A-8B1F-83FA6EE3FBAE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87F0C18-C7AA-4898-6FFA-A12574BE6D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956F14E-4203-4260-8F89-A49613BF62E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66D6E9D-1AA4-49E9-317D-CD528E9F53F3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1F3B8DB-6733-FC21-E582-364106CB8466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05DF570-8F78-CD60-B704-FBC62A098384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53418B1-F89A-44D8-1099-C3A9B05EC567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5600DB2-3F41-245A-5830-D5759B6A8DFB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C6C08EA6-3FDB-11E6-1471-2AECC4428A7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03BF9F1D-89FB-C685-86E0-5EBF3EC4799D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13CB66A-2189-1E30-309F-8B938E577C0E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D902251-827C-6C39-1570-298E43F70B6E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AE8E920-1B5E-5661-C698-D074E3305CE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59C3DF5-577C-653C-4506-3CE5D85C87CA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D88708FB-E271-944B-5E0F-400BFDDFE8AC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E2F36A3-CFCB-D5EB-1387-6FB3437382AD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F358B44-14ED-2106-CD78-492C240ABC1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D247989-11D6-45B9-A3E2-C4BB6BD6F9F2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A7B2D1F-19B6-C5D2-596B-47DB01C02423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051B3515-1510-A534-EA76-C2461D65BA93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4BE0065-D225-B26D-1CD5-BF50EF3213D3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8349F72F-5087-3975-5483-C72D7602BAE8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14AEC044-530F-AFBA-86EB-F0F2ADC00EDA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7CF1A688-8D64-B381-4D63-6709EA722429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042091DF-7426-4991-8464-A6F7D4087C8B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E3914B1-3207-40A2-091A-9506C578E9FE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3A9DF3-3223-D919-2E32-603F98F62309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5A944DD-9C47-C8C9-2623-5340DC2ABBA7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A7EC7C2-F1CA-F6F4-099C-508ADF3FF43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C28E82-D209-A63A-B9E8-B285DD1B2FDD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0343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A5D40-246B-F984-EF33-D29287B66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AFB1AA1-5A4B-463C-BCED-CD5F14B06BB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D4272DD-C9AA-25D0-27EE-2A0DCBCB4AA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DB39416-3AB8-D005-1088-EAF0DF30696D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4304B2A-8DE6-58AC-3C92-7A6830436A32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B5B1401-D941-2A00-4F94-D245B71AA91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E4CC5EA7-304E-D9F9-C689-BFBA5E24A0E5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ADF0C470-ADBA-3BB5-3377-1ACCAF5560F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1AAFD24-4990-4B70-166D-FD060EBEB80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1D06CF4-C9B1-798E-E346-7B5B0693DCA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3B64D72-2A9D-9EF5-5FAF-F0B0FBB726A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10C282E7-6D80-C640-FB09-F4C85895E0C7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7B95DB8-2DD7-026B-FC25-53531DBFEF3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2CEFDF8-28B3-3750-72BE-CE1B71B68F7F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04626AF-2766-9BAE-2CCD-CB7854F92D4C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449F626-A404-7239-299C-FA9053AD70C2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767AD8B-8109-0326-4843-218BE14728AA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DD2E04B-0C19-080A-DF65-5E0789B8FEC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842BAF1-3FF4-D9FA-F522-FDDAAD1AE759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EDCA98F-9619-0F7F-324F-3D1D781A08A5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7E531CC-2C34-1415-BE83-6AB7CF92CF0A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CA9C84A-0885-B9C6-55B0-F6E892CF0F8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3876BDDE-6E56-0BE5-8386-7BB59BA775B2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EC4445D-6ACF-2212-FA5D-23B224070472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061D6B4A-F00B-2DCC-0940-C37C5DEB2D59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6EE033A9-600A-2314-EA97-52053E6F9E19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B14B953B-A33D-FFB8-1CC1-54F50C306A8F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79A57B24-2168-6F1C-C5FA-B3F9ECD83E1D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09F899F-7926-46F3-2F9C-5EB887A29370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ED2AD0CB-7226-E1AC-3031-C1BBCF19E8F0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2EA44666-412A-1567-7AD3-1EC255C722CD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BBB7E1-C847-1461-2581-1C081EFABBF9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D43FF9EA-CE05-F492-AEFF-03B6E91F606E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4ED15D4-3912-6993-E07A-2C4CA3C68B79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1D32DFF6-75C3-ADEC-5670-82787AFA04E2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158A5611-E554-AE1F-87BE-9343E31C491C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75DADF94-012A-76D5-6DF0-491F36CF9FE4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2B9803C-1D1D-F8B1-88FD-07787898DB5F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CF830C1-A397-CD56-1CC1-644C47EE4185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A137E983-1CF7-E87E-2717-B2352518ADD2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B80D9A45-B544-8D5D-335E-85A184857A5D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FA7AAAF1-E47C-85E1-F413-AD9025150B99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7C10F3F6-F742-D2D3-20F5-5EC6AE00D3CD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A321F9B2-DBA3-E728-CFF9-B196D542E7D0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6538684-3671-71FF-8E74-900685890CD0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3AEE920F-FB4F-1360-48B9-375C49077CA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DE1DB84C-E1E3-4F29-2D93-B3C5F317545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4473D45-25F3-ABD5-461A-F18ABD2BC60E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71782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62367-14EF-E8EE-34CB-DC13781BB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698DBCD1-DF3A-EBF5-6213-1295B04B1DDE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BFB26BDB-0690-0366-D299-FEE67125E9CA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6F43B85-9A25-A6D0-8CA5-D1409C21B8C1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F823B763-4401-1246-C3FC-F1B99BCCA2AC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C7FF447-4B2C-22E2-B5A1-C3C51C8A79D6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B7F79E3-FB53-D0BF-673A-18936816C8A6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FFA3ACD-3067-F55D-5189-09EE6BB8D7C9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B769C80-70C1-2900-2191-52F0A0098FF3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072BC8F-F660-8457-F393-698BC84C64BF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B37D6E8-77E3-59FE-413F-A47C00ABB690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995DD99-8083-85E0-8E6E-687D89188DF2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AB5FB8B-A7AD-4282-38A6-D10271339119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C78F8EE-13B1-1BA8-CC85-B1940ED48B6E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BBE0DB0-DA6E-349A-A53E-8B28838B0252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7EBCA9F-687A-3363-58E6-26F097A9DDC4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CBC8CA9-DDC0-C973-6D00-C8C81519C20B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533A1DD-F166-96B3-11CE-36FDED595070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8536FC1-6D9A-29A9-0174-63DF30FA1B65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493C3C53-9E42-FD7B-989A-2A4F9ED01D9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2CBBD10-33CF-B22E-6ED5-A0A30F8A56BB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16090A8-A5B3-8FBD-FB21-FF1660C5CDAF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5892D76-89B4-0B68-F285-4717DA10BB7B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35884BA-6D0A-31D0-04F5-49BC94D12578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F404E1FB-F34D-E54F-805B-1C80B2103643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646D4E1-3C2E-DA50-C3AB-424B52DC4051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9D6C802-4073-A01B-952F-462F865293C8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CA18EF-EE96-5786-8AB5-ADDF9FE4EA42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6307F67-54AA-141F-C5E5-704624740F4E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D921D17E-0298-B2E2-4335-87BAC2483827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179C9D0-411C-E6C2-2E67-9AA0BF03EC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4C4F9304-5756-E5CF-D72E-4A0F00E678E0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888BE138-04F1-7A07-E416-1510315A5315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69DD6E16-ACE1-433F-FBB5-32EB6615D1B3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E9C64AA3-AB33-63F1-460F-237E871D8F0F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86BB632D-241E-C98C-A9B5-F9447FB6A7F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661AB3ED-9B7A-1C1A-D5B2-F540E9077463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56E8943-3AA3-E543-D275-7D0E04F17297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74B4E8F-39E5-8488-C21F-3962474CD877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2970B7F-B84B-D2E8-5415-6C7A74AEC3E0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1C768490-B537-7C9C-D5E7-E7AE41F68F60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45DF82D-F699-0154-3E16-46BF450173C4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7652A17F-E387-6290-1E87-7D08C591C539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0CE1B3BC-282F-7B4C-012F-F5E70D8C57F6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EA04E5D-B0CF-0FFF-7AE7-158C6FDCF39B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11BBE56-E102-B463-B273-BDCBD3DFAA16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8F52658-CBCC-32E5-7E38-4A27B40498DE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C08AD8A1-7E3D-D2FB-88E8-205377B43393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97F030E-28D3-943D-718A-8F4DE0F3C279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ABE6E03B-00B3-5992-543B-987CEBFDD8C1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E559A260-0D0D-E827-6B5F-2526D3A63885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589C9A29-40AA-EEA4-AD65-9E48E6BA2968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0B2C3054-5792-9373-ED8E-94E8CCF15643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994C8B0D-A398-10ED-F9C5-9CEC577F6CB2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B45C42A1-D53E-1420-0AF2-1E2E27B24FD8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ED4A83E-C2EB-2E81-E2D8-17DEDA3D962F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FF5C800E-B66D-2071-A8B8-E1E5872B8A1A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2605BBD-5ED1-5E99-ED73-02ED508077F3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7265804-F23E-892F-EDF2-B0D90F7EE59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5C30931-8155-7DCC-6A3F-7D7675B54692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6438D9CB-C32A-5057-F5B9-171C868D334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5C89C992-4129-0D39-F3A4-701E39EAF91B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38128930-DD3F-3437-FF38-4C1414F08071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B68A04AF-8D84-AFC8-68C5-F01CC0802E7E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A79A76B-1210-B944-A261-8A509D274D5F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4B73B8F-86A0-F02C-DCCB-EA4D9E54215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BEDE8693-AFB4-A358-EDAC-F5F6509F8C56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89D8694-F879-8C13-2081-5B8303308D0B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13057637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AB1A4-5E04-2FA6-444C-2D4D170AE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3367195-5D33-8123-5896-A86045C87D80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542A227-B384-5DE7-816C-E2AC9D37A296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98600396-2FC6-93E4-0BA7-C13B235DF049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05F0280-0A13-5C0C-7A56-0A81B796931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3F78AC1-F835-DB52-B401-69203A92DA0B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12DEDAB-B805-95A9-22E3-77247747CCE9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9BB28CB-19C6-9803-8BB6-CA8D5ABF670A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A4321BA0-67DD-60E7-23D5-19283A979F33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16D8FA8-50B7-0893-8322-593BFB9134E2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04C2181-159D-04E5-85FA-08424CCBA3DE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BDB9448-93C1-B886-30FC-51CE8AA92087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9234873-ED05-E020-B735-BA730109B509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6AA9005-17CF-6C5B-BE61-3718EA27FDCA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B35D048-08DC-DA52-BDF4-B05AE9890A7F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DF5D7C3-572F-BEF2-9022-C4583DB670EA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000F294-28DD-38ED-9B62-39FC4FEB86F4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0F9AFF3-C6DB-AE0B-986E-9B3C413FD8E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AB6AC7F-1BD4-5A05-319C-0C277D794151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E230D195-EF98-1A12-9986-F717E4FF5681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2D33A22-E315-490D-1BDB-C6E43088B9F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3D5057-406F-3C55-5BA0-388E0F9C9D2B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9775D-4DEA-6564-F143-42C9EF6B191E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167D23A-78E0-7876-EE4C-F547FA4E06DD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59D207D4-5B09-DE43-C7CE-FC0FA6ABE570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C9591DBF-A50B-41F3-7D3D-1483AF8498E8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567C3A2E-4806-327F-69F6-D4258C78D71A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0807FAF-C12A-FA66-3002-1DB982AE130D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447C086-5BE1-3F68-DC50-21FF9907656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F26C9627-197A-5E6E-B224-F5D92CBF5FAA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D7B5E577-2846-45B0-9BAD-69D2EA1FE345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1C4249AF-104D-0D08-2922-3A40B2E17C7A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26C01724-492E-A8CE-D041-B6E31336A45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232FBE4A-3F3A-8B6D-8888-EC49E903CDF5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34F916C-E731-F1F2-6294-7DFEF204A47F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34D5ABC4-249E-2D44-C790-72D09201FD0A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5D3E7C85-EF19-D7D8-B3E3-B18A2164B86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2333FC-D16A-B7F5-CD06-E04780F72E07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6C58DE1D-E6A3-7BE8-D1BE-50715D1782FC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6B7D1097-D543-1150-7038-55ECB24BD733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111374C-B899-A473-8CAD-47AEFFE8B5B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EA769D65-A402-4ACE-FC1A-04DF61F07E32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BC9CB78C-9D0F-77F6-D4B9-E718526D02FC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48421C0-B539-9219-49FB-C56011643E7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71518454-26BF-6C60-AB94-66C84CB02257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F30E30A-333F-48D8-1255-3826A6B6850B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8918F2D-59D5-0BE4-3815-62512CA86FF0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D5F50D9-EF1C-83D2-2F0C-5502B8916EBE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910DA93-6013-1139-882E-73A84FEA73A7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D9112AD-75DA-0DE3-5ECE-C249B85226AC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284E39D-6175-A796-EE10-F55EF528A95B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6EBE82-F778-4A7D-C7A1-8543748BEFB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AF78179-F10F-87AD-8E05-EBF5633AACAC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023CBE-FADF-6FF1-AD83-4595803AE13F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B8B369B4-0B30-B660-9410-19AC362D482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5D3D581C-784A-1201-BF8A-4D32C6DAD760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2F6E7BC-F754-3146-5462-F656964CC8C8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D0AD3322-5C0F-91BF-5E32-71915EC694C1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C4817C5B-2D20-D629-85AA-4A941FF00573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6063246A-0499-1DE7-859A-775A87A97E4F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FE5626B9-284B-C454-17BD-9891AB67AC5A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11F5142-23D3-03B5-9B5D-129A768CDAD8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058CD67-817C-9AA3-B009-2DEE5DBD4575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EB33818B-F21C-9626-F176-F935AD81B367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A708448-02C7-5FCF-A6A8-196840F2DE83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50D4F0B2-97F7-3FF5-D064-799DD4F807AD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D5F39D6B-B8BB-2D5B-19BA-47932ECCCA41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B0100C08-802A-8F9C-BA98-B5AACABC3C29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0FC4C596-879F-CCA0-0FDB-E1997758A483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84E72D9F-4DF3-A981-999B-E784883810A0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BD0FD6C4-484A-B4E3-831D-ACDFE5152309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7CECC58C-A580-E964-C610-BA264D64CABC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F211881B-48FE-F942-1C30-4FB6E8808422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9DB7FAF6-1CF8-17F4-842D-CCF87C46C242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E8EA8CB5-2A31-C612-A5C9-0D954800474B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2E0D727-7882-653E-983D-104450AEE14B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6B2EA0EE-1859-1136-7001-46D1FF3CD30F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D5A90C5E-3AA6-8095-0644-E96FC160AE94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C921034B-0A62-69AF-C48E-CED995C3DA54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8BC0D3F5-E826-1E4F-DA27-4D7D1B7631D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82107EB-AA11-9A59-07D0-34CDB8ED720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91B0E13-6946-5CEF-7FD2-0CE89E8F6E67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1206DDA-D3CF-57AB-0188-ABE15C9C7FA8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40ABAED-20C7-E2F8-70DF-EC47D0D25D7F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E6EDAF7-8BBD-2487-FAF6-199E62476D0E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0F30371-8D61-3FBF-78F2-BAFE6788D4B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5BC4E535-BC26-49A9-F851-FF9FA0E6624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33187406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63E8B-12F1-1400-F48B-67EEBC5A4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E47070A6-706A-EE6B-BB1D-30E6BEF8EADF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4B02B71-076C-CAD4-A2C2-5DB83D1F7ACE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47898EC7-9A1B-4F92-B8A9-58A1C99FEB2F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C52AB70-4B22-925E-8FF9-A4527A1CD6D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93B284D-96FE-EDFE-B45D-310DDBAABF92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7871D61-346A-DBDA-1420-6244C3782FAA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54A2FF5-663F-92B6-DF80-387FCB876613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A1271AB-BDA2-818B-FC73-8F18A3C92DF8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F7B553-AFA0-85EC-E1AC-52A87714520F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22EBB16-1C5B-FB0A-C361-0A7BA7324475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772C19-6CCD-46F7-3BD0-A10C401351EE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EE96122-9895-FC33-EFD3-5197BEA054FB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0DA84F8-8EA3-F6F7-0901-1C6F667566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91C05CF-E400-9E4E-EEF0-F27A964BB968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C52F4C-6DC2-200A-EDB2-FBA6368A0CB2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30CAA0E5-C94E-A215-8413-50C0C4B61CDA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4DEC07C6-7D7B-58F9-D5F1-E25B22081EB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EBD407A-2527-B650-8A77-D8F1A85D8D46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1E87D16-CCCD-9899-FA34-97B5185EAC6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415ED88-0B90-9D40-6B74-1C1F8BBAFCB6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AF6FB4E-3A98-26B8-28EE-CFEAAB997A2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E9B3B7AA-7717-12DD-FC57-0DD775144FB8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D8F326D-91B1-2471-338E-451E13DAFA7B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CEF5FE6-4456-7B06-550F-8E8A3DEF56C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1BC9F437-FC09-3B87-4301-27759385367B}"/>
              </a:ext>
            </a:extLst>
          </p:cNvPr>
          <p:cNvSpPr txBox="1"/>
          <p:nvPr/>
        </p:nvSpPr>
        <p:spPr>
          <a:xfrm>
            <a:off x="1055244" y="232355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EC83EA19-FB41-3722-8B84-BD3C5552E31A}"/>
              </a:ext>
            </a:extLst>
          </p:cNvPr>
          <p:cNvSpPr/>
          <p:nvPr/>
        </p:nvSpPr>
        <p:spPr>
          <a:xfrm>
            <a:off x="1060776" y="270192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6EA48C3E-F1AF-8D52-4E91-74E8D1413555}"/>
              </a:ext>
            </a:extLst>
          </p:cNvPr>
          <p:cNvSpPr txBox="1"/>
          <p:nvPr/>
        </p:nvSpPr>
        <p:spPr>
          <a:xfrm>
            <a:off x="1074571" y="269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2A340C8A-2B1E-41F1-031C-C199B06A0D14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33DC08BC-05A0-A08C-01B2-A350DBE801A9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60278A5-089B-F4CD-5545-5924A560EFC5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634B1F7D-622A-8F1B-7261-D3357C61D7DA}"/>
              </a:ext>
            </a:extLst>
          </p:cNvPr>
          <p:cNvSpPr/>
          <p:nvPr/>
        </p:nvSpPr>
        <p:spPr>
          <a:xfrm>
            <a:off x="653963" y="3645863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24D00C29-1012-3896-6473-FCA469F58668}"/>
              </a:ext>
            </a:extLst>
          </p:cNvPr>
          <p:cNvSpPr txBox="1"/>
          <p:nvPr/>
        </p:nvSpPr>
        <p:spPr>
          <a:xfrm>
            <a:off x="1242765" y="376393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291D3266-0023-2332-D9E7-8482B4F417FE}"/>
              </a:ext>
            </a:extLst>
          </p:cNvPr>
          <p:cNvSpPr/>
          <p:nvPr/>
        </p:nvSpPr>
        <p:spPr>
          <a:xfrm>
            <a:off x="721628" y="4056536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C2267676-00DD-8AEB-F7AB-5B53E82E8BBB}"/>
              </a:ext>
            </a:extLst>
          </p:cNvPr>
          <p:cNvSpPr txBox="1"/>
          <p:nvPr/>
        </p:nvSpPr>
        <p:spPr>
          <a:xfrm>
            <a:off x="791258" y="4056536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0512E56-6690-467F-5890-4CAE6001C5A8}"/>
              </a:ext>
            </a:extLst>
          </p:cNvPr>
          <p:cNvSpPr txBox="1"/>
          <p:nvPr/>
        </p:nvSpPr>
        <p:spPr>
          <a:xfrm>
            <a:off x="1206886" y="4438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AB637221-9DE6-0780-BFA0-4D2EB780315D}"/>
              </a:ext>
            </a:extLst>
          </p:cNvPr>
          <p:cNvSpPr/>
          <p:nvPr/>
        </p:nvSpPr>
        <p:spPr>
          <a:xfrm>
            <a:off x="721628" y="4834116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276BD8C-01B4-10DD-4236-5C7847CB1F7C}"/>
              </a:ext>
            </a:extLst>
          </p:cNvPr>
          <p:cNvSpPr txBox="1"/>
          <p:nvPr/>
        </p:nvSpPr>
        <p:spPr>
          <a:xfrm>
            <a:off x="790998" y="4831876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72E1A56-7A28-01BE-D050-C6E416C3B25F}"/>
              </a:ext>
            </a:extLst>
          </p:cNvPr>
          <p:cNvSpPr txBox="1"/>
          <p:nvPr/>
        </p:nvSpPr>
        <p:spPr>
          <a:xfrm>
            <a:off x="2234082" y="3690383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8290F45A-6A04-9E66-0AFC-A24908E03122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2AA04967-C7E0-DB03-1885-7B94D768F783}"/>
              </a:ext>
            </a:extLst>
          </p:cNvPr>
          <p:cNvCxnSpPr>
            <a:cxnSpLocks/>
          </p:cNvCxnSpPr>
          <p:nvPr/>
        </p:nvCxnSpPr>
        <p:spPr>
          <a:xfrm>
            <a:off x="600557" y="4494127"/>
            <a:ext cx="572800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E8EF8E2-50CC-5F27-6051-3D3F0037597D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FCD669B-A655-ACA9-D609-30AE5A127A37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98CAC79D-FC22-18AD-68C3-CECBA2F80AAA}"/>
              </a:ext>
            </a:extLst>
          </p:cNvPr>
          <p:cNvSpPr/>
          <p:nvPr/>
        </p:nvSpPr>
        <p:spPr>
          <a:xfrm>
            <a:off x="3604086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45BB0D7-8CF8-EA09-6A54-259F6A2238CD}"/>
              </a:ext>
            </a:extLst>
          </p:cNvPr>
          <p:cNvSpPr txBox="1"/>
          <p:nvPr/>
        </p:nvSpPr>
        <p:spPr>
          <a:xfrm>
            <a:off x="4192888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5CC31CA-B548-F686-43F8-E7E7C59CD0A3}"/>
              </a:ext>
            </a:extLst>
          </p:cNvPr>
          <p:cNvSpPr/>
          <p:nvPr/>
        </p:nvSpPr>
        <p:spPr>
          <a:xfrm>
            <a:off x="3671751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FDDB263-6178-798F-DC1A-5E3910E0E069}"/>
              </a:ext>
            </a:extLst>
          </p:cNvPr>
          <p:cNvSpPr txBox="1"/>
          <p:nvPr/>
        </p:nvSpPr>
        <p:spPr>
          <a:xfrm>
            <a:off x="3741381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BAED4A2-7C20-0615-D232-633560B150B8}"/>
              </a:ext>
            </a:extLst>
          </p:cNvPr>
          <p:cNvSpPr txBox="1"/>
          <p:nvPr/>
        </p:nvSpPr>
        <p:spPr>
          <a:xfrm>
            <a:off x="4157009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34DDE3D2-A559-27C3-8300-CC587867F976}"/>
              </a:ext>
            </a:extLst>
          </p:cNvPr>
          <p:cNvSpPr/>
          <p:nvPr/>
        </p:nvSpPr>
        <p:spPr>
          <a:xfrm>
            <a:off x="3671751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3DF427-1D3D-F6D1-25C7-DBD08F2FDE8A}"/>
              </a:ext>
            </a:extLst>
          </p:cNvPr>
          <p:cNvSpPr txBox="1"/>
          <p:nvPr/>
        </p:nvSpPr>
        <p:spPr>
          <a:xfrm>
            <a:off x="3741121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631AB111-72F3-4AC7-EF28-520FC54EFC08}"/>
              </a:ext>
            </a:extLst>
          </p:cNvPr>
          <p:cNvSpPr txBox="1"/>
          <p:nvPr/>
        </p:nvSpPr>
        <p:spPr>
          <a:xfrm>
            <a:off x="5184205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34ADE1AB-7E50-D4D5-968A-8D9A7D1CDF51}"/>
              </a:ext>
            </a:extLst>
          </p:cNvPr>
          <p:cNvSpPr txBox="1"/>
          <p:nvPr/>
        </p:nvSpPr>
        <p:spPr>
          <a:xfrm>
            <a:off x="6600582" y="950327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427C4F6C-7CB6-0400-A96F-76CDA8359572}"/>
              </a:ext>
            </a:extLst>
          </p:cNvPr>
          <p:cNvSpPr txBox="1"/>
          <p:nvPr/>
        </p:nvSpPr>
        <p:spPr>
          <a:xfrm>
            <a:off x="9178072" y="94368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4A8F298C-B0F4-F6AE-B94F-C351F0C7F4B5}"/>
              </a:ext>
            </a:extLst>
          </p:cNvPr>
          <p:cNvSpPr/>
          <p:nvPr/>
        </p:nvSpPr>
        <p:spPr>
          <a:xfrm>
            <a:off x="6483140" y="36491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3C3B0AE-953E-ABAF-C8F7-4FA98EE5F0CC}"/>
              </a:ext>
            </a:extLst>
          </p:cNvPr>
          <p:cNvSpPr txBox="1"/>
          <p:nvPr/>
        </p:nvSpPr>
        <p:spPr>
          <a:xfrm>
            <a:off x="7071942" y="37672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8407A537-A2D8-B094-2331-649772AAC637}"/>
              </a:ext>
            </a:extLst>
          </p:cNvPr>
          <p:cNvSpPr/>
          <p:nvPr/>
        </p:nvSpPr>
        <p:spPr>
          <a:xfrm>
            <a:off x="6550805" y="40598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CA40C5-18BA-F312-FA7A-47AAC5661699}"/>
              </a:ext>
            </a:extLst>
          </p:cNvPr>
          <p:cNvSpPr txBox="1"/>
          <p:nvPr/>
        </p:nvSpPr>
        <p:spPr>
          <a:xfrm>
            <a:off x="6620435" y="40598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A0802B4D-A876-1625-5072-11A647B09F25}"/>
              </a:ext>
            </a:extLst>
          </p:cNvPr>
          <p:cNvSpPr txBox="1"/>
          <p:nvPr/>
        </p:nvSpPr>
        <p:spPr>
          <a:xfrm>
            <a:off x="7036063" y="44417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5A546F68-7846-A45C-2384-73E3FC29EF58}"/>
              </a:ext>
            </a:extLst>
          </p:cNvPr>
          <p:cNvSpPr/>
          <p:nvPr/>
        </p:nvSpPr>
        <p:spPr>
          <a:xfrm>
            <a:off x="6550805" y="48374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5B65E2ED-0D40-EEA5-6FBA-91FECF6730C9}"/>
              </a:ext>
            </a:extLst>
          </p:cNvPr>
          <p:cNvSpPr txBox="1"/>
          <p:nvPr/>
        </p:nvSpPr>
        <p:spPr>
          <a:xfrm>
            <a:off x="6620175" y="48351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73FE9803-AA54-5EC6-BF18-734C28A08DE4}"/>
              </a:ext>
            </a:extLst>
          </p:cNvPr>
          <p:cNvSpPr txBox="1"/>
          <p:nvPr/>
        </p:nvSpPr>
        <p:spPr>
          <a:xfrm>
            <a:off x="8063259" y="369367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691A77D-9070-BCA3-850C-CE51574D1428}"/>
              </a:ext>
            </a:extLst>
          </p:cNvPr>
          <p:cNvSpPr/>
          <p:nvPr/>
        </p:nvSpPr>
        <p:spPr>
          <a:xfrm>
            <a:off x="9355383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E641037B-0606-83E4-BB0D-B9C2E6070998}"/>
              </a:ext>
            </a:extLst>
          </p:cNvPr>
          <p:cNvSpPr txBox="1"/>
          <p:nvPr/>
        </p:nvSpPr>
        <p:spPr>
          <a:xfrm>
            <a:off x="9944185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2" name="矩形: 圆角 111">
            <a:extLst>
              <a:ext uri="{FF2B5EF4-FFF2-40B4-BE49-F238E27FC236}">
                <a16:creationId xmlns:a16="http://schemas.microsoft.com/office/drawing/2014/main" id="{D3B2DD65-F038-499F-6188-C11CF00E7471}"/>
              </a:ext>
            </a:extLst>
          </p:cNvPr>
          <p:cNvSpPr/>
          <p:nvPr/>
        </p:nvSpPr>
        <p:spPr>
          <a:xfrm>
            <a:off x="9423048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B44AEAE6-A76B-9B05-AE8D-051CF2AE4890}"/>
              </a:ext>
            </a:extLst>
          </p:cNvPr>
          <p:cNvSpPr txBox="1"/>
          <p:nvPr/>
        </p:nvSpPr>
        <p:spPr>
          <a:xfrm>
            <a:off x="9492678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DF93167E-B0D7-32F0-479C-527E01A090E1}"/>
              </a:ext>
            </a:extLst>
          </p:cNvPr>
          <p:cNvSpPr txBox="1"/>
          <p:nvPr/>
        </p:nvSpPr>
        <p:spPr>
          <a:xfrm>
            <a:off x="9908306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矩形: 圆角 114">
            <a:extLst>
              <a:ext uri="{FF2B5EF4-FFF2-40B4-BE49-F238E27FC236}">
                <a16:creationId xmlns:a16="http://schemas.microsoft.com/office/drawing/2014/main" id="{44716D4F-ED14-6FB1-131B-A35FEC0A1CBE}"/>
              </a:ext>
            </a:extLst>
          </p:cNvPr>
          <p:cNvSpPr/>
          <p:nvPr/>
        </p:nvSpPr>
        <p:spPr>
          <a:xfrm>
            <a:off x="9423048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D398A30C-ACC8-7614-920E-F764D8B0954F}"/>
              </a:ext>
            </a:extLst>
          </p:cNvPr>
          <p:cNvSpPr txBox="1"/>
          <p:nvPr/>
        </p:nvSpPr>
        <p:spPr>
          <a:xfrm>
            <a:off x="9492418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32AAA4B-8313-A673-D779-645AAA64B149}"/>
              </a:ext>
            </a:extLst>
          </p:cNvPr>
          <p:cNvSpPr txBox="1"/>
          <p:nvPr/>
        </p:nvSpPr>
        <p:spPr>
          <a:xfrm>
            <a:off x="10935502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20" name="矩形: 圆角 119">
            <a:extLst>
              <a:ext uri="{FF2B5EF4-FFF2-40B4-BE49-F238E27FC236}">
                <a16:creationId xmlns:a16="http://schemas.microsoft.com/office/drawing/2014/main" id="{3F744203-3821-9A82-45BB-3D56EA9AF514}"/>
              </a:ext>
            </a:extLst>
          </p:cNvPr>
          <p:cNvSpPr/>
          <p:nvPr/>
        </p:nvSpPr>
        <p:spPr>
          <a:xfrm>
            <a:off x="6697554" y="266418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1" name="矩形: 圆角 120">
            <a:extLst>
              <a:ext uri="{FF2B5EF4-FFF2-40B4-BE49-F238E27FC236}">
                <a16:creationId xmlns:a16="http://schemas.microsoft.com/office/drawing/2014/main" id="{45C16093-D1BA-173D-9436-6A163B76330C}"/>
              </a:ext>
            </a:extLst>
          </p:cNvPr>
          <p:cNvSpPr/>
          <p:nvPr/>
        </p:nvSpPr>
        <p:spPr>
          <a:xfrm>
            <a:off x="9427189" y="265331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48A1D037-C9F0-7EEB-9442-ADC5CE49EFBF}"/>
              </a:ext>
            </a:extLst>
          </p:cNvPr>
          <p:cNvCxnSpPr>
            <a:cxnSpLocks/>
          </p:cNvCxnSpPr>
          <p:nvPr/>
        </p:nvCxnSpPr>
        <p:spPr>
          <a:xfrm>
            <a:off x="3321953" y="445776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>
            <a:extLst>
              <a:ext uri="{FF2B5EF4-FFF2-40B4-BE49-F238E27FC236}">
                <a16:creationId xmlns:a16="http://schemas.microsoft.com/office/drawing/2014/main" id="{D746C320-4265-D288-9E2E-7E14C57D3F32}"/>
              </a:ext>
            </a:extLst>
          </p:cNvPr>
          <p:cNvCxnSpPr>
            <a:cxnSpLocks/>
          </p:cNvCxnSpPr>
          <p:nvPr/>
        </p:nvCxnSpPr>
        <p:spPr>
          <a:xfrm>
            <a:off x="6247779" y="4458650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6CA83CA7-A2B4-5C96-DA72-53A2490E2F56}"/>
              </a:ext>
            </a:extLst>
          </p:cNvPr>
          <p:cNvCxnSpPr>
            <a:cxnSpLocks/>
          </p:cNvCxnSpPr>
          <p:nvPr/>
        </p:nvCxnSpPr>
        <p:spPr>
          <a:xfrm>
            <a:off x="9004847" y="4455723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: 圆角 124">
            <a:extLst>
              <a:ext uri="{FF2B5EF4-FFF2-40B4-BE49-F238E27FC236}">
                <a16:creationId xmlns:a16="http://schemas.microsoft.com/office/drawing/2014/main" id="{3431B8E1-9D55-B3C6-2EEA-444732FBD2FA}"/>
              </a:ext>
            </a:extLst>
          </p:cNvPr>
          <p:cNvSpPr/>
          <p:nvPr/>
        </p:nvSpPr>
        <p:spPr>
          <a:xfrm>
            <a:off x="3646427" y="2569441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BD0C4E9F-4003-79D4-3FD1-0AB3C1C7A02D}"/>
              </a:ext>
            </a:extLst>
          </p:cNvPr>
          <p:cNvSpPr txBox="1"/>
          <p:nvPr/>
        </p:nvSpPr>
        <p:spPr>
          <a:xfrm>
            <a:off x="3983173" y="216546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F1AB1397-C409-DDC3-C84B-6FBF2F7068AA}"/>
              </a:ext>
            </a:extLst>
          </p:cNvPr>
          <p:cNvSpPr txBox="1"/>
          <p:nvPr/>
        </p:nvSpPr>
        <p:spPr>
          <a:xfrm>
            <a:off x="3765845" y="2646333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AFB784C8-0898-D74C-543E-EAB378096C7B}"/>
              </a:ext>
            </a:extLst>
          </p:cNvPr>
          <p:cNvSpPr txBox="1"/>
          <p:nvPr/>
        </p:nvSpPr>
        <p:spPr>
          <a:xfrm>
            <a:off x="1083728" y="5916383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96A363CD-066B-7189-DA0F-E65FDFF1856E}"/>
              </a:ext>
            </a:extLst>
          </p:cNvPr>
          <p:cNvSpPr txBox="1"/>
          <p:nvPr/>
        </p:nvSpPr>
        <p:spPr>
          <a:xfrm>
            <a:off x="3876095" y="5892608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77A0F673-ED2A-D351-47A8-7F9D7E8507D6}"/>
              </a:ext>
            </a:extLst>
          </p:cNvPr>
          <p:cNvSpPr txBox="1"/>
          <p:nvPr/>
        </p:nvSpPr>
        <p:spPr>
          <a:xfrm>
            <a:off x="6533593" y="5892608"/>
            <a:ext cx="31013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533D4108-D52F-B1E9-17CE-C9ED64B22045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E593F40A-0C16-65B2-02B4-C97BE28E98AA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7D48E148-0BA2-5BDD-FBC1-D473277F4835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26628961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C310D-3444-6784-3DF4-CC8D41CE1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46F1535-4367-585F-9747-5160AB19D49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A8B9E2-4067-FE0D-E0C5-D61F4D55A38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C327483-9DBD-1F6F-0C3D-D2683E8E18AD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9793F21-88CF-464D-FAD4-22C7FC1D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7BF025D-40A9-9A50-4D46-343D24C343E6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477F44B-3D8F-6669-FA86-7969ECB76807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3DAD68E-C03E-D0C2-5CA9-57C91139078B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5090269-CAFB-BE0B-690D-98836FB6242F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9FBE6D5-E810-B49A-9718-17E25606C5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F1812C2-0060-8E97-0223-292E00E0B451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16169D2-30CB-38FC-CFCB-1C08AF422213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90A62A-A0A3-9097-7673-A0ECB94CC881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DBBC27D-340E-421F-46E2-AFB6941DA92B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D47671-087D-1DC7-C0A8-7A3C3CBA53CE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A8ECEC7-A91B-87F0-84A5-56ED66A1AC52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E709FE9-4032-C4B1-E8E8-990E48FD529F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DA18009-671F-B2A5-6C49-4C1552A9042E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8AB53DE1-37B8-88EA-7AD3-E03250F5548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EC76512-288C-3940-3912-FF517AE9EDBC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FB7EB3A-AF96-6221-BC24-A6EF81EB0325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538A7BD-FDA0-B065-608C-E70F56FBD122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5D15752-3E5D-5B9C-1860-A5512BD71C8D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29007D-3C04-8306-0AA8-556B436CE5E8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812BAE3-153B-C53C-ED37-30893C6195AA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979757B2-90CC-B6CA-B197-37A96D9230AE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C79B27D-C9FA-5120-7713-6B5BF5FDA1A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90545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2075</TotalTime>
  <Words>6161</Words>
  <Application>Microsoft Office PowerPoint</Application>
  <PresentationFormat>宽屏</PresentationFormat>
  <Paragraphs>936</Paragraphs>
  <Slides>41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41</vt:i4>
      </vt:variant>
    </vt:vector>
  </HeadingPairs>
  <TitlesOfParts>
    <vt:vector size="49" baseType="lpstr">
      <vt:lpstr>等线</vt:lpstr>
      <vt:lpstr>等线 Light</vt:lpstr>
      <vt:lpstr>宋体</vt:lpstr>
      <vt:lpstr>微软雅黑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峻 冯</dc:creator>
  <cp:lastModifiedBy>峻 冯</cp:lastModifiedBy>
  <cp:revision>352</cp:revision>
  <dcterms:created xsi:type="dcterms:W3CDTF">2026-03-04T04:19:03Z</dcterms:created>
  <dcterms:modified xsi:type="dcterms:W3CDTF">2026-03-23T06:09:32Z</dcterms:modified>
</cp:coreProperties>
</file>