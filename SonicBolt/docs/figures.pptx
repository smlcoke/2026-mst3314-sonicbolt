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5934207" y="84825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2129</TotalTime>
  <Words>7660</Words>
  <Application>Microsoft Office PowerPoint</Application>
  <PresentationFormat>宽屏</PresentationFormat>
  <Paragraphs>1292</Paragraphs>
  <Slides>51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59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397</cp:revision>
  <dcterms:created xsi:type="dcterms:W3CDTF">2026-03-04T04:19:03Z</dcterms:created>
  <dcterms:modified xsi:type="dcterms:W3CDTF">2026-03-30T05:45:08Z</dcterms:modified>
</cp:coreProperties>
</file>